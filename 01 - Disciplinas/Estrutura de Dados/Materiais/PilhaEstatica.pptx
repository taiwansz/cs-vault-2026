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5F127-E463-4080-82F4-26BB705D63B5}" v="1305" dt="2024-09-04T14:53:06.9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iglinski" userId="31b42f8782254bec" providerId="Windows Live" clId="Web-{9915F127-E463-4080-82F4-26BB705D63B5}"/>
    <pc:docChg chg="addSld delSld modSld sldOrd">
      <pc:chgData name="Carlos Miglinski" userId="31b42f8782254bec" providerId="Windows Live" clId="Web-{9915F127-E463-4080-82F4-26BB705D63B5}" dt="2024-09-04T14:53:06.959" v="1128" actId="20577"/>
      <pc:docMkLst>
        <pc:docMk/>
      </pc:docMkLst>
      <pc:sldChg chg="modSp">
        <pc:chgData name="Carlos Miglinski" userId="31b42f8782254bec" providerId="Windows Live" clId="Web-{9915F127-E463-4080-82F4-26BB705D63B5}" dt="2024-09-04T14:14:36.628" v="23" actId="20577"/>
        <pc:sldMkLst>
          <pc:docMk/>
          <pc:sldMk cId="2210866551" sldId="256"/>
        </pc:sldMkLst>
        <pc:spChg chg="mod">
          <ac:chgData name="Carlos Miglinski" userId="31b42f8782254bec" providerId="Windows Live" clId="Web-{9915F127-E463-4080-82F4-26BB705D63B5}" dt="2024-09-04T14:14:28.097" v="11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Carlos Miglinski" userId="31b42f8782254bec" providerId="Windows Live" clId="Web-{9915F127-E463-4080-82F4-26BB705D63B5}" dt="2024-09-04T14:14:36.628" v="23" actId="20577"/>
          <ac:spMkLst>
            <pc:docMk/>
            <pc:sldMk cId="2210866551" sldId="256"/>
            <ac:spMk id="3" creationId="{00000000-0000-0000-0000-000000000000}"/>
          </ac:spMkLst>
        </pc:spChg>
      </pc:sldChg>
      <pc:sldChg chg="modSp new">
        <pc:chgData name="Carlos Miglinski" userId="31b42f8782254bec" providerId="Windows Live" clId="Web-{9915F127-E463-4080-82F4-26BB705D63B5}" dt="2024-09-04T14:20:51.766" v="200" actId="20577"/>
        <pc:sldMkLst>
          <pc:docMk/>
          <pc:sldMk cId="1418107261" sldId="257"/>
        </pc:sldMkLst>
        <pc:spChg chg="mod">
          <ac:chgData name="Carlos Miglinski" userId="31b42f8782254bec" providerId="Windows Live" clId="Web-{9915F127-E463-4080-82F4-26BB705D63B5}" dt="2024-09-04T14:20:51.766" v="200" actId="20577"/>
          <ac:spMkLst>
            <pc:docMk/>
            <pc:sldMk cId="1418107261" sldId="257"/>
            <ac:spMk id="2" creationId="{9534CB63-90F0-DC90-5306-502B708F0EBD}"/>
          </ac:spMkLst>
        </pc:spChg>
        <pc:spChg chg="mod">
          <ac:chgData name="Carlos Miglinski" userId="31b42f8782254bec" providerId="Windows Live" clId="Web-{9915F127-E463-4080-82F4-26BB705D63B5}" dt="2024-09-04T14:20:37.048" v="188" actId="20577"/>
          <ac:spMkLst>
            <pc:docMk/>
            <pc:sldMk cId="1418107261" sldId="257"/>
            <ac:spMk id="3" creationId="{A37E1BDF-F1B3-CB7A-BE09-F11FA1141DCC}"/>
          </ac:spMkLst>
        </pc:spChg>
      </pc:sldChg>
      <pc:sldChg chg="modSp new">
        <pc:chgData name="Carlos Miglinski" userId="31b42f8782254bec" providerId="Windows Live" clId="Web-{9915F127-E463-4080-82F4-26BB705D63B5}" dt="2024-09-04T14:23:47.522" v="327" actId="20577"/>
        <pc:sldMkLst>
          <pc:docMk/>
          <pc:sldMk cId="4277551269" sldId="258"/>
        </pc:sldMkLst>
        <pc:spChg chg="mod">
          <ac:chgData name="Carlos Miglinski" userId="31b42f8782254bec" providerId="Windows Live" clId="Web-{9915F127-E463-4080-82F4-26BB705D63B5}" dt="2024-09-04T14:21:36.580" v="225" actId="20577"/>
          <ac:spMkLst>
            <pc:docMk/>
            <pc:sldMk cId="4277551269" sldId="258"/>
            <ac:spMk id="2" creationId="{DBF680BA-A338-3877-6AFC-4A6A922F1980}"/>
          </ac:spMkLst>
        </pc:spChg>
        <pc:spChg chg="mod">
          <ac:chgData name="Carlos Miglinski" userId="31b42f8782254bec" providerId="Windows Live" clId="Web-{9915F127-E463-4080-82F4-26BB705D63B5}" dt="2024-09-04T14:23:47.522" v="327" actId="20577"/>
          <ac:spMkLst>
            <pc:docMk/>
            <pc:sldMk cId="4277551269" sldId="258"/>
            <ac:spMk id="3" creationId="{ECE6BC82-F665-03B6-55DC-C2E643CBC421}"/>
          </ac:spMkLst>
        </pc:spChg>
      </pc:sldChg>
      <pc:sldChg chg="addSp modSp new">
        <pc:chgData name="Carlos Miglinski" userId="31b42f8782254bec" providerId="Windows Live" clId="Web-{9915F127-E463-4080-82F4-26BB705D63B5}" dt="2024-09-04T14:29:45.582" v="511"/>
        <pc:sldMkLst>
          <pc:docMk/>
          <pc:sldMk cId="1984736591" sldId="259"/>
        </pc:sldMkLst>
        <pc:spChg chg="mod">
          <ac:chgData name="Carlos Miglinski" userId="31b42f8782254bec" providerId="Windows Live" clId="Web-{9915F127-E463-4080-82F4-26BB705D63B5}" dt="2024-09-04T14:24:42.055" v="345" actId="20577"/>
          <ac:spMkLst>
            <pc:docMk/>
            <pc:sldMk cId="1984736591" sldId="259"/>
            <ac:spMk id="2" creationId="{39B84226-511F-1E51-114D-7B87F04EE495}"/>
          </ac:spMkLst>
        </pc:spChg>
        <pc:spChg chg="mod">
          <ac:chgData name="Carlos Miglinski" userId="31b42f8782254bec" providerId="Windows Live" clId="Web-{9915F127-E463-4080-82F4-26BB705D63B5}" dt="2024-09-04T14:24:50.196" v="347" actId="20577"/>
          <ac:spMkLst>
            <pc:docMk/>
            <pc:sldMk cId="1984736591" sldId="259"/>
            <ac:spMk id="3" creationId="{4A694071-3DFC-4763-C295-4A534673A04D}"/>
          </ac:spMkLst>
        </pc:spChg>
        <pc:graphicFrameChg chg="add mod modGraphic">
          <ac:chgData name="Carlos Miglinski" userId="31b42f8782254bec" providerId="Windows Live" clId="Web-{9915F127-E463-4080-82F4-26BB705D63B5}" dt="2024-09-04T14:29:11.987" v="499"/>
          <ac:graphicFrameMkLst>
            <pc:docMk/>
            <pc:sldMk cId="1984736591" sldId="259"/>
            <ac:graphicFrameMk id="4" creationId="{D0D69426-5CF0-83DB-923B-2BC52CFB2A37}"/>
          </ac:graphicFrameMkLst>
        </pc:graphicFrameChg>
        <pc:graphicFrameChg chg="add mod modGraphic">
          <ac:chgData name="Carlos Miglinski" userId="31b42f8782254bec" providerId="Windows Live" clId="Web-{9915F127-E463-4080-82F4-26BB705D63B5}" dt="2024-09-04T14:29:45.582" v="511"/>
          <ac:graphicFrameMkLst>
            <pc:docMk/>
            <pc:sldMk cId="1984736591" sldId="259"/>
            <ac:graphicFrameMk id="6" creationId="{E3866447-4B33-14DC-9BD5-37A73E78564E}"/>
          </ac:graphicFrameMkLst>
        </pc:graphicFrameChg>
      </pc:sldChg>
      <pc:sldChg chg="addSp modSp add replId">
        <pc:chgData name="Carlos Miglinski" userId="31b42f8782254bec" providerId="Windows Live" clId="Web-{9915F127-E463-4080-82F4-26BB705D63B5}" dt="2024-09-04T14:30:57.709" v="532" actId="20577"/>
        <pc:sldMkLst>
          <pc:docMk/>
          <pc:sldMk cId="2196111746" sldId="260"/>
        </pc:sldMkLst>
        <pc:spChg chg="add mod">
          <ac:chgData name="Carlos Miglinski" userId="31b42f8782254bec" providerId="Windows Live" clId="Web-{9915F127-E463-4080-82F4-26BB705D63B5}" dt="2024-09-04T14:30:57.709" v="532" actId="20577"/>
          <ac:spMkLst>
            <pc:docMk/>
            <pc:sldMk cId="2196111746" sldId="260"/>
            <ac:spMk id="5" creationId="{EF2E475A-839D-066A-2529-2418A8BBECE0}"/>
          </ac:spMkLst>
        </pc:spChg>
      </pc:sldChg>
      <pc:sldChg chg="addSp delSp modSp add replId">
        <pc:chgData name="Carlos Miglinski" userId="31b42f8782254bec" providerId="Windows Live" clId="Web-{9915F127-E463-4080-82F4-26BB705D63B5}" dt="2024-09-04T14:33:52.387" v="601"/>
        <pc:sldMkLst>
          <pc:docMk/>
          <pc:sldMk cId="431002361" sldId="261"/>
        </pc:sldMkLst>
        <pc:spChg chg="del">
          <ac:chgData name="Carlos Miglinski" userId="31b42f8782254bec" providerId="Windows Live" clId="Web-{9915F127-E463-4080-82F4-26BB705D63B5}" dt="2024-09-04T14:33:52.387" v="601"/>
          <ac:spMkLst>
            <pc:docMk/>
            <pc:sldMk cId="431002361" sldId="261"/>
            <ac:spMk id="5" creationId="{EF2E475A-839D-066A-2529-2418A8BBECE0}"/>
          </ac:spMkLst>
        </pc:spChg>
        <pc:spChg chg="add mod">
          <ac:chgData name="Carlos Miglinski" userId="31b42f8782254bec" providerId="Windows Live" clId="Web-{9915F127-E463-4080-82F4-26BB705D63B5}" dt="2024-09-04T14:31:36.007" v="535"/>
          <ac:spMkLst>
            <pc:docMk/>
            <pc:sldMk cId="431002361" sldId="261"/>
            <ac:spMk id="7" creationId="{6995ABEB-FECC-D91C-BEAB-8E2FAB3C2DE8}"/>
          </ac:spMkLst>
        </pc:spChg>
        <pc:spChg chg="add mod">
          <ac:chgData name="Carlos Miglinski" userId="31b42f8782254bec" providerId="Windows Live" clId="Web-{9915F127-E463-4080-82F4-26BB705D63B5}" dt="2024-09-04T14:32:14.368" v="547" actId="14100"/>
          <ac:spMkLst>
            <pc:docMk/>
            <pc:sldMk cId="431002361" sldId="261"/>
            <ac:spMk id="8" creationId="{F9982BF5-83B4-7B1D-5821-A13DE1DC54D4}"/>
          </ac:spMkLst>
        </pc:spChg>
        <pc:spChg chg="add mod">
          <ac:chgData name="Carlos Miglinski" userId="31b42f8782254bec" providerId="Windows Live" clId="Web-{9915F127-E463-4080-82F4-26BB705D63B5}" dt="2024-09-04T14:33:26.902" v="599" actId="20577"/>
          <ac:spMkLst>
            <pc:docMk/>
            <pc:sldMk cId="431002361" sldId="261"/>
            <ac:spMk id="9" creationId="{08242E78-3AF3-FC57-6FB0-8156230E64A7}"/>
          </ac:spMkLst>
        </pc:spChg>
        <pc:graphicFrameChg chg="mod modGraphic">
          <ac:chgData name="Carlos Miglinski" userId="31b42f8782254bec" providerId="Windows Live" clId="Web-{9915F127-E463-4080-82F4-26BB705D63B5}" dt="2024-09-04T14:31:52.867" v="543"/>
          <ac:graphicFrameMkLst>
            <pc:docMk/>
            <pc:sldMk cId="431002361" sldId="261"/>
            <ac:graphicFrameMk id="4" creationId="{D0D69426-5CF0-83DB-923B-2BC52CFB2A37}"/>
          </ac:graphicFrameMkLst>
        </pc:graphicFrameChg>
        <pc:graphicFrameChg chg="mod modGraphic">
          <ac:chgData name="Carlos Miglinski" userId="31b42f8782254bec" providerId="Windows Live" clId="Web-{9915F127-E463-4080-82F4-26BB705D63B5}" dt="2024-09-04T14:31:46.086" v="539"/>
          <ac:graphicFrameMkLst>
            <pc:docMk/>
            <pc:sldMk cId="431002361" sldId="261"/>
            <ac:graphicFrameMk id="6" creationId="{E3866447-4B33-14DC-9BD5-37A73E78564E}"/>
          </ac:graphicFrameMkLst>
        </pc:graphicFrameChg>
      </pc:sldChg>
      <pc:sldChg chg="delSp modSp add replId">
        <pc:chgData name="Carlos Miglinski" userId="31b42f8782254bec" providerId="Windows Live" clId="Web-{9915F127-E463-4080-82F4-26BB705D63B5}" dt="2024-09-04T14:34:32.013" v="611"/>
        <pc:sldMkLst>
          <pc:docMk/>
          <pc:sldMk cId="2767723408" sldId="262"/>
        </pc:sldMkLst>
        <pc:spChg chg="mod">
          <ac:chgData name="Carlos Miglinski" userId="31b42f8782254bec" providerId="Windows Live" clId="Web-{9915F127-E463-4080-82F4-26BB705D63B5}" dt="2024-09-04T14:34:17.607" v="607" actId="20577"/>
          <ac:spMkLst>
            <pc:docMk/>
            <pc:sldMk cId="2767723408" sldId="262"/>
            <ac:spMk id="5" creationId="{EF2E475A-839D-066A-2529-2418A8BBECE0}"/>
          </ac:spMkLst>
        </pc:spChg>
        <pc:spChg chg="del">
          <ac:chgData name="Carlos Miglinski" userId="31b42f8782254bec" providerId="Windows Live" clId="Web-{9915F127-E463-4080-82F4-26BB705D63B5}" dt="2024-09-04T14:34:32.013" v="611"/>
          <ac:spMkLst>
            <pc:docMk/>
            <pc:sldMk cId="2767723408" sldId="262"/>
            <ac:spMk id="7" creationId="{6995ABEB-FECC-D91C-BEAB-8E2FAB3C2DE8}"/>
          </ac:spMkLst>
        </pc:spChg>
        <pc:spChg chg="del">
          <ac:chgData name="Carlos Miglinski" userId="31b42f8782254bec" providerId="Windows Live" clId="Web-{9915F127-E463-4080-82F4-26BB705D63B5}" dt="2024-09-04T14:34:32.013" v="610"/>
          <ac:spMkLst>
            <pc:docMk/>
            <pc:sldMk cId="2767723408" sldId="262"/>
            <ac:spMk id="8" creationId="{F9982BF5-83B4-7B1D-5821-A13DE1DC54D4}"/>
          </ac:spMkLst>
        </pc:spChg>
        <pc:spChg chg="del">
          <ac:chgData name="Carlos Miglinski" userId="31b42f8782254bec" providerId="Windows Live" clId="Web-{9915F127-E463-4080-82F4-26BB705D63B5}" dt="2024-09-04T14:34:32.013" v="609"/>
          <ac:spMkLst>
            <pc:docMk/>
            <pc:sldMk cId="2767723408" sldId="262"/>
            <ac:spMk id="9" creationId="{08242E78-3AF3-FC57-6FB0-8156230E64A7}"/>
          </ac:spMkLst>
        </pc:spChg>
      </pc:sldChg>
      <pc:sldChg chg="delSp modSp add replId">
        <pc:chgData name="Carlos Miglinski" userId="31b42f8782254bec" providerId="Windows Live" clId="Web-{9915F127-E463-4080-82F4-26BB705D63B5}" dt="2024-09-04T14:35:12.468" v="636"/>
        <pc:sldMkLst>
          <pc:docMk/>
          <pc:sldMk cId="3512372887" sldId="263"/>
        </pc:sldMkLst>
        <pc:spChg chg="del mod">
          <ac:chgData name="Carlos Miglinski" userId="31b42f8782254bec" providerId="Windows Live" clId="Web-{9915F127-E463-4080-82F4-26BB705D63B5}" dt="2024-09-04T14:35:12.468" v="636"/>
          <ac:spMkLst>
            <pc:docMk/>
            <pc:sldMk cId="3512372887" sldId="263"/>
            <ac:spMk id="5" creationId="{EF2E475A-839D-066A-2529-2418A8BBECE0}"/>
          </ac:spMkLst>
        </pc:spChg>
        <pc:spChg chg="del">
          <ac:chgData name="Carlos Miglinski" userId="31b42f8782254bec" providerId="Windows Live" clId="Web-{9915F127-E463-4080-82F4-26BB705D63B5}" dt="2024-09-04T14:34:42.139" v="612"/>
          <ac:spMkLst>
            <pc:docMk/>
            <pc:sldMk cId="3512372887" sldId="263"/>
            <ac:spMk id="8" creationId="{F9982BF5-83B4-7B1D-5821-A13DE1DC54D4}"/>
          </ac:spMkLst>
        </pc:spChg>
        <pc:spChg chg="mod">
          <ac:chgData name="Carlos Miglinski" userId="31b42f8782254bec" providerId="Windows Live" clId="Web-{9915F127-E463-4080-82F4-26BB705D63B5}" dt="2024-09-04T14:35:01.343" v="632" actId="20577"/>
          <ac:spMkLst>
            <pc:docMk/>
            <pc:sldMk cId="3512372887" sldId="263"/>
            <ac:spMk id="9" creationId="{08242E78-3AF3-FC57-6FB0-8156230E64A7}"/>
          </ac:spMkLst>
        </pc:spChg>
        <pc:graphicFrameChg chg="mod modGraphic">
          <ac:chgData name="Carlos Miglinski" userId="31b42f8782254bec" providerId="Windows Live" clId="Web-{9915F127-E463-4080-82F4-26BB705D63B5}" dt="2024-09-04T14:35:07.374" v="634"/>
          <ac:graphicFrameMkLst>
            <pc:docMk/>
            <pc:sldMk cId="3512372887" sldId="263"/>
            <ac:graphicFrameMk id="6" creationId="{E3866447-4B33-14DC-9BD5-37A73E78564E}"/>
          </ac:graphicFrameMkLst>
        </pc:graphicFrameChg>
      </pc:sldChg>
      <pc:sldChg chg="addSp modSp new">
        <pc:chgData name="Carlos Miglinski" userId="31b42f8782254bec" providerId="Windows Live" clId="Web-{9915F127-E463-4080-82F4-26BB705D63B5}" dt="2024-09-04T14:39:10.508" v="664" actId="20577"/>
        <pc:sldMkLst>
          <pc:docMk/>
          <pc:sldMk cId="1202183150" sldId="264"/>
        </pc:sldMkLst>
        <pc:spChg chg="mod">
          <ac:chgData name="Carlos Miglinski" userId="31b42f8782254bec" providerId="Windows Live" clId="Web-{9915F127-E463-4080-82F4-26BB705D63B5}" dt="2024-09-04T14:39:10.508" v="664" actId="20577"/>
          <ac:spMkLst>
            <pc:docMk/>
            <pc:sldMk cId="1202183150" sldId="264"/>
            <ac:spMk id="2" creationId="{17AAE48F-83AF-BA47-A970-CDCB8438B8A8}"/>
          </ac:spMkLst>
        </pc:spChg>
        <pc:spChg chg="mod">
          <ac:chgData name="Carlos Miglinski" userId="31b42f8782254bec" providerId="Windows Live" clId="Web-{9915F127-E463-4080-82F4-26BB705D63B5}" dt="2024-09-04T14:36:46.190" v="649" actId="14100"/>
          <ac:spMkLst>
            <pc:docMk/>
            <pc:sldMk cId="1202183150" sldId="264"/>
            <ac:spMk id="3" creationId="{5D4F07C0-9E98-B0FB-39BF-1245A93B45BF}"/>
          </ac:spMkLst>
        </pc:spChg>
        <pc:spChg chg="add mod">
          <ac:chgData name="Carlos Miglinski" userId="31b42f8782254bec" providerId="Windows Live" clId="Web-{9915F127-E463-4080-82F4-26BB705D63B5}" dt="2024-09-04T14:37:23.238" v="653" actId="20577"/>
          <ac:spMkLst>
            <pc:docMk/>
            <pc:sldMk cId="1202183150" sldId="264"/>
            <ac:spMk id="5" creationId="{D1A8CB7B-72E2-D41E-E86B-B77DE7039685}"/>
          </ac:spMkLst>
        </pc:spChg>
      </pc:sldChg>
      <pc:sldChg chg="modSp add replId">
        <pc:chgData name="Carlos Miglinski" userId="31b42f8782254bec" providerId="Windows Live" clId="Web-{9915F127-E463-4080-82F4-26BB705D63B5}" dt="2024-09-04T14:39:16.603" v="667" actId="20577"/>
        <pc:sldMkLst>
          <pc:docMk/>
          <pc:sldMk cId="365604201" sldId="265"/>
        </pc:sldMkLst>
        <pc:spChg chg="mod">
          <ac:chgData name="Carlos Miglinski" userId="31b42f8782254bec" providerId="Windows Live" clId="Web-{9915F127-E463-4080-82F4-26BB705D63B5}" dt="2024-09-04T14:39:16.603" v="667" actId="20577"/>
          <ac:spMkLst>
            <pc:docMk/>
            <pc:sldMk cId="365604201" sldId="265"/>
            <ac:spMk id="2" creationId="{17AAE48F-83AF-BA47-A970-CDCB8438B8A8}"/>
          </ac:spMkLst>
        </pc:spChg>
        <pc:spChg chg="mod">
          <ac:chgData name="Carlos Miglinski" userId="31b42f8782254bec" providerId="Windows Live" clId="Web-{9915F127-E463-4080-82F4-26BB705D63B5}" dt="2024-09-04T14:39:07.679" v="662" actId="20577"/>
          <ac:spMkLst>
            <pc:docMk/>
            <pc:sldMk cId="365604201" sldId="265"/>
            <ac:spMk id="3" creationId="{5D4F07C0-9E98-B0FB-39BF-1245A93B45BF}"/>
          </ac:spMkLst>
        </pc:spChg>
        <pc:spChg chg="mod">
          <ac:chgData name="Carlos Miglinski" userId="31b42f8782254bec" providerId="Windows Live" clId="Web-{9915F127-E463-4080-82F4-26BB705D63B5}" dt="2024-09-04T14:39:00.460" v="660" actId="20577"/>
          <ac:spMkLst>
            <pc:docMk/>
            <pc:sldMk cId="365604201" sldId="265"/>
            <ac:spMk id="5" creationId="{D1A8CB7B-72E2-D41E-E86B-B77DE7039685}"/>
          </ac:spMkLst>
        </pc:spChg>
      </pc:sldChg>
      <pc:sldChg chg="modSp new">
        <pc:chgData name="Carlos Miglinski" userId="31b42f8782254bec" providerId="Windows Live" clId="Web-{9915F127-E463-4080-82F4-26BB705D63B5}" dt="2024-09-04T14:41:10.559" v="754" actId="20577"/>
        <pc:sldMkLst>
          <pc:docMk/>
          <pc:sldMk cId="1348893087" sldId="266"/>
        </pc:sldMkLst>
        <pc:spChg chg="mod">
          <ac:chgData name="Carlos Miglinski" userId="31b42f8782254bec" providerId="Windows Live" clId="Web-{9915F127-E463-4080-82F4-26BB705D63B5}" dt="2024-09-04T14:39:44.399" v="684" actId="20577"/>
          <ac:spMkLst>
            <pc:docMk/>
            <pc:sldMk cId="1348893087" sldId="266"/>
            <ac:spMk id="2" creationId="{5F893C10-5D2C-7469-AB8E-EEEEDD470E49}"/>
          </ac:spMkLst>
        </pc:spChg>
        <pc:spChg chg="mod">
          <ac:chgData name="Carlos Miglinski" userId="31b42f8782254bec" providerId="Windows Live" clId="Web-{9915F127-E463-4080-82F4-26BB705D63B5}" dt="2024-09-04T14:41:10.559" v="754" actId="20577"/>
          <ac:spMkLst>
            <pc:docMk/>
            <pc:sldMk cId="1348893087" sldId="266"/>
            <ac:spMk id="3" creationId="{229E90C8-497B-A65A-CEF7-8929C7D7571A}"/>
          </ac:spMkLst>
        </pc:spChg>
      </pc:sldChg>
      <pc:sldChg chg="modSp new">
        <pc:chgData name="Carlos Miglinski" userId="31b42f8782254bec" providerId="Windows Live" clId="Web-{9915F127-E463-4080-82F4-26BB705D63B5}" dt="2024-09-04T14:42:24.889" v="766" actId="20577"/>
        <pc:sldMkLst>
          <pc:docMk/>
          <pc:sldMk cId="2196895063" sldId="267"/>
        </pc:sldMkLst>
        <pc:spChg chg="mod">
          <ac:chgData name="Carlos Miglinski" userId="31b42f8782254bec" providerId="Windows Live" clId="Web-{9915F127-E463-4080-82F4-26BB705D63B5}" dt="2024-09-04T14:41:51.779" v="761" actId="20577"/>
          <ac:spMkLst>
            <pc:docMk/>
            <pc:sldMk cId="2196895063" sldId="267"/>
            <ac:spMk id="2" creationId="{BB9EA2C4-992B-74EB-DC60-3418DFF07C14}"/>
          </ac:spMkLst>
        </pc:spChg>
        <pc:spChg chg="mod">
          <ac:chgData name="Carlos Miglinski" userId="31b42f8782254bec" providerId="Windows Live" clId="Web-{9915F127-E463-4080-82F4-26BB705D63B5}" dt="2024-09-04T14:42:24.889" v="766" actId="20577"/>
          <ac:spMkLst>
            <pc:docMk/>
            <pc:sldMk cId="2196895063" sldId="267"/>
            <ac:spMk id="3" creationId="{CC18F7D8-8F24-6352-9BD8-514769032088}"/>
          </ac:spMkLst>
        </pc:spChg>
      </pc:sldChg>
      <pc:sldChg chg="modSp add ord replId">
        <pc:chgData name="Carlos Miglinski" userId="31b42f8782254bec" providerId="Windows Live" clId="Web-{9915F127-E463-4080-82F4-26BB705D63B5}" dt="2024-09-04T14:43:43.752" v="819" actId="20577"/>
        <pc:sldMkLst>
          <pc:docMk/>
          <pc:sldMk cId="1708118846" sldId="268"/>
        </pc:sldMkLst>
        <pc:spChg chg="mod">
          <ac:chgData name="Carlos Miglinski" userId="31b42f8782254bec" providerId="Windows Live" clId="Web-{9915F127-E463-4080-82F4-26BB705D63B5}" dt="2024-09-04T14:42:54.719" v="776" actId="20577"/>
          <ac:spMkLst>
            <pc:docMk/>
            <pc:sldMk cId="1708118846" sldId="268"/>
            <ac:spMk id="2" creationId="{39B84226-511F-1E51-114D-7B87F04EE495}"/>
          </ac:spMkLst>
        </pc:spChg>
        <pc:spChg chg="mod">
          <ac:chgData name="Carlos Miglinski" userId="31b42f8782254bec" providerId="Windows Live" clId="Web-{9915F127-E463-4080-82F4-26BB705D63B5}" dt="2024-09-04T14:43:43.752" v="819" actId="20577"/>
          <ac:spMkLst>
            <pc:docMk/>
            <pc:sldMk cId="1708118846" sldId="268"/>
            <ac:spMk id="9" creationId="{08242E78-3AF3-FC57-6FB0-8156230E64A7}"/>
          </ac:spMkLst>
        </pc:spChg>
        <pc:graphicFrameChg chg="mod modGraphic">
          <ac:chgData name="Carlos Miglinski" userId="31b42f8782254bec" providerId="Windows Live" clId="Web-{9915F127-E463-4080-82F4-26BB705D63B5}" dt="2024-09-04T14:43:04.188" v="786"/>
          <ac:graphicFrameMkLst>
            <pc:docMk/>
            <pc:sldMk cId="1708118846" sldId="268"/>
            <ac:graphicFrameMk id="4" creationId="{D0D69426-5CF0-83DB-923B-2BC52CFB2A37}"/>
          </ac:graphicFrameMkLst>
        </pc:graphicFrameChg>
        <pc:graphicFrameChg chg="mod modGraphic">
          <ac:chgData name="Carlos Miglinski" userId="31b42f8782254bec" providerId="Windows Live" clId="Web-{9915F127-E463-4080-82F4-26BB705D63B5}" dt="2024-09-04T14:43:10.641" v="792"/>
          <ac:graphicFrameMkLst>
            <pc:docMk/>
            <pc:sldMk cId="1708118846" sldId="268"/>
            <ac:graphicFrameMk id="6" creationId="{E3866447-4B33-14DC-9BD5-37A73E78564E}"/>
          </ac:graphicFrameMkLst>
        </pc:graphicFrameChg>
      </pc:sldChg>
      <pc:sldChg chg="modSp new">
        <pc:chgData name="Carlos Miglinski" userId="31b42f8782254bec" providerId="Windows Live" clId="Web-{9915F127-E463-4080-82F4-26BB705D63B5}" dt="2024-09-04T14:45:43.162" v="908" actId="20577"/>
        <pc:sldMkLst>
          <pc:docMk/>
          <pc:sldMk cId="1234928065" sldId="269"/>
        </pc:sldMkLst>
        <pc:spChg chg="mod">
          <ac:chgData name="Carlos Miglinski" userId="31b42f8782254bec" providerId="Windows Live" clId="Web-{9915F127-E463-4080-82F4-26BB705D63B5}" dt="2024-09-04T14:44:00.408" v="834" actId="20577"/>
          <ac:spMkLst>
            <pc:docMk/>
            <pc:sldMk cId="1234928065" sldId="269"/>
            <ac:spMk id="2" creationId="{D7C28FEA-5CA7-5E1E-1341-0771529088F7}"/>
          </ac:spMkLst>
        </pc:spChg>
        <pc:spChg chg="mod">
          <ac:chgData name="Carlos Miglinski" userId="31b42f8782254bec" providerId="Windows Live" clId="Web-{9915F127-E463-4080-82F4-26BB705D63B5}" dt="2024-09-04T14:45:43.162" v="908" actId="20577"/>
          <ac:spMkLst>
            <pc:docMk/>
            <pc:sldMk cId="1234928065" sldId="269"/>
            <ac:spMk id="3" creationId="{7335A2EC-D443-4DF6-A1C8-8EC35BDC7AC1}"/>
          </ac:spMkLst>
        </pc:spChg>
      </pc:sldChg>
      <pc:sldChg chg="add del replId">
        <pc:chgData name="Carlos Miglinski" userId="31b42f8782254bec" providerId="Windows Live" clId="Web-{9915F127-E463-4080-82F4-26BB705D63B5}" dt="2024-09-04T14:45:51.475" v="910"/>
        <pc:sldMkLst>
          <pc:docMk/>
          <pc:sldMk cId="1219627613" sldId="270"/>
        </pc:sldMkLst>
      </pc:sldChg>
      <pc:sldChg chg="modSp new">
        <pc:chgData name="Carlos Miglinski" userId="31b42f8782254bec" providerId="Windows Live" clId="Web-{9915F127-E463-4080-82F4-26BB705D63B5}" dt="2024-09-04T14:47:06.665" v="929" actId="20577"/>
        <pc:sldMkLst>
          <pc:docMk/>
          <pc:sldMk cId="2419650300" sldId="270"/>
        </pc:sldMkLst>
        <pc:spChg chg="mod">
          <ac:chgData name="Carlos Miglinski" userId="31b42f8782254bec" providerId="Windows Live" clId="Web-{9915F127-E463-4080-82F4-26BB705D63B5}" dt="2024-09-04T14:46:31.414" v="925" actId="20577"/>
          <ac:spMkLst>
            <pc:docMk/>
            <pc:sldMk cId="2419650300" sldId="270"/>
            <ac:spMk id="2" creationId="{13F3B504-0936-C16C-DD4D-A7C24ADBD567}"/>
          </ac:spMkLst>
        </pc:spChg>
        <pc:spChg chg="mod">
          <ac:chgData name="Carlos Miglinski" userId="31b42f8782254bec" providerId="Windows Live" clId="Web-{9915F127-E463-4080-82F4-26BB705D63B5}" dt="2024-09-04T14:47:06.665" v="929" actId="20577"/>
          <ac:spMkLst>
            <pc:docMk/>
            <pc:sldMk cId="2419650300" sldId="270"/>
            <ac:spMk id="3" creationId="{DFDC6AC8-A654-154D-9315-96CB11B544D1}"/>
          </ac:spMkLst>
        </pc:spChg>
      </pc:sldChg>
      <pc:sldChg chg="modSp add replId">
        <pc:chgData name="Carlos Miglinski" userId="31b42f8782254bec" providerId="Windows Live" clId="Web-{9915F127-E463-4080-82F4-26BB705D63B5}" dt="2024-09-04T14:46:43.008" v="927" actId="20577"/>
        <pc:sldMkLst>
          <pc:docMk/>
          <pc:sldMk cId="2929798361" sldId="271"/>
        </pc:sldMkLst>
        <pc:spChg chg="mod">
          <ac:chgData name="Carlos Miglinski" userId="31b42f8782254bec" providerId="Windows Live" clId="Web-{9915F127-E463-4080-82F4-26BB705D63B5}" dt="2024-09-04T14:46:43.008" v="927" actId="20577"/>
          <ac:spMkLst>
            <pc:docMk/>
            <pc:sldMk cId="2929798361" sldId="271"/>
            <ac:spMk id="2" creationId="{13F3B504-0936-C16C-DD4D-A7C24ADBD567}"/>
          </ac:spMkLst>
        </pc:spChg>
      </pc:sldChg>
      <pc:sldChg chg="modSp new">
        <pc:chgData name="Carlos Miglinski" userId="31b42f8782254bec" providerId="Windows Live" clId="Web-{9915F127-E463-4080-82F4-26BB705D63B5}" dt="2024-09-04T14:49:19.701" v="1012" actId="20577"/>
        <pc:sldMkLst>
          <pc:docMk/>
          <pc:sldMk cId="2617351899" sldId="272"/>
        </pc:sldMkLst>
        <pc:spChg chg="mod">
          <ac:chgData name="Carlos Miglinski" userId="31b42f8782254bec" providerId="Windows Live" clId="Web-{9915F127-E463-4080-82F4-26BB705D63B5}" dt="2024-09-04T14:47:34.947" v="939" actId="20577"/>
          <ac:spMkLst>
            <pc:docMk/>
            <pc:sldMk cId="2617351899" sldId="272"/>
            <ac:spMk id="2" creationId="{5764CB70-C7DD-F266-DE24-8A44A7F82D7C}"/>
          </ac:spMkLst>
        </pc:spChg>
        <pc:spChg chg="mod">
          <ac:chgData name="Carlos Miglinski" userId="31b42f8782254bec" providerId="Windows Live" clId="Web-{9915F127-E463-4080-82F4-26BB705D63B5}" dt="2024-09-04T14:49:19.701" v="1012" actId="20577"/>
          <ac:spMkLst>
            <pc:docMk/>
            <pc:sldMk cId="2617351899" sldId="272"/>
            <ac:spMk id="3" creationId="{61CF949D-A5E6-E21B-A56F-D39EB89AC638}"/>
          </ac:spMkLst>
        </pc:spChg>
      </pc:sldChg>
      <pc:sldChg chg="modSp new">
        <pc:chgData name="Carlos Miglinski" userId="31b42f8782254bec" providerId="Windows Live" clId="Web-{9915F127-E463-4080-82F4-26BB705D63B5}" dt="2024-09-04T14:52:20.332" v="1108" actId="20577"/>
        <pc:sldMkLst>
          <pc:docMk/>
          <pc:sldMk cId="2362621739" sldId="273"/>
        </pc:sldMkLst>
        <pc:spChg chg="mod">
          <ac:chgData name="Carlos Miglinski" userId="31b42f8782254bec" providerId="Windows Live" clId="Web-{9915F127-E463-4080-82F4-26BB705D63B5}" dt="2024-09-04T14:49:33.873" v="1019" actId="20577"/>
          <ac:spMkLst>
            <pc:docMk/>
            <pc:sldMk cId="2362621739" sldId="273"/>
            <ac:spMk id="2" creationId="{042882DD-1AF9-71C6-5CDA-14A274CD88CC}"/>
          </ac:spMkLst>
        </pc:spChg>
        <pc:spChg chg="mod">
          <ac:chgData name="Carlos Miglinski" userId="31b42f8782254bec" providerId="Windows Live" clId="Web-{9915F127-E463-4080-82F4-26BB705D63B5}" dt="2024-09-04T14:52:20.332" v="1108" actId="20577"/>
          <ac:spMkLst>
            <pc:docMk/>
            <pc:sldMk cId="2362621739" sldId="273"/>
            <ac:spMk id="3" creationId="{600EF398-B529-B082-C670-8AB24A8C1A27}"/>
          </ac:spMkLst>
        </pc:spChg>
      </pc:sldChg>
      <pc:sldChg chg="modSp new">
        <pc:chgData name="Carlos Miglinski" userId="31b42f8782254bec" providerId="Windows Live" clId="Web-{9915F127-E463-4080-82F4-26BB705D63B5}" dt="2024-09-04T14:53:06.959" v="1128" actId="20577"/>
        <pc:sldMkLst>
          <pc:docMk/>
          <pc:sldMk cId="3626746509" sldId="274"/>
        </pc:sldMkLst>
        <pc:spChg chg="mod">
          <ac:chgData name="Carlos Miglinski" userId="31b42f8782254bec" providerId="Windows Live" clId="Web-{9915F127-E463-4080-82F4-26BB705D63B5}" dt="2024-09-04T14:52:49.333" v="1124" actId="20577"/>
          <ac:spMkLst>
            <pc:docMk/>
            <pc:sldMk cId="3626746509" sldId="274"/>
            <ac:spMk id="2" creationId="{A580C233-68D1-A23E-DD42-BBB85E749FAC}"/>
          </ac:spMkLst>
        </pc:spChg>
        <pc:spChg chg="mod">
          <ac:chgData name="Carlos Miglinski" userId="31b42f8782254bec" providerId="Windows Live" clId="Web-{9915F127-E463-4080-82F4-26BB705D63B5}" dt="2024-09-04T14:53:06.959" v="1128" actId="20577"/>
          <ac:spMkLst>
            <pc:docMk/>
            <pc:sldMk cId="3626746509" sldId="274"/>
            <ac:spMk id="3" creationId="{4F5218F5-3B93-BB2B-61A8-35FBA82BF4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04.09.2024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Pilha</a:t>
            </a:r>
            <a:r>
              <a:rPr lang="de-DE" dirty="0"/>
              <a:t> </a:t>
            </a:r>
            <a:r>
              <a:rPr lang="de-DE" dirty="0" err="1"/>
              <a:t>Estática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Estrutura</a:t>
            </a:r>
            <a:r>
              <a:rPr lang="de-DE" dirty="0"/>
              <a:t> de </a:t>
            </a:r>
            <a:r>
              <a:rPr lang="de-DE" dirty="0" err="1"/>
              <a:t>Dados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4CB63-90F0-DC90-5306-502B708F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- Pilha Estática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7E1BDF-F1B3-CB7A-BE09-F11FA1141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/>
              <a:t>Pilha é uma estrutura linear na qual:</a:t>
            </a:r>
          </a:p>
          <a:p>
            <a:r>
              <a:rPr lang="pt-BR" dirty="0"/>
              <a:t>Inserção e remoção: As operações de inserção (</a:t>
            </a:r>
            <a:r>
              <a:rPr lang="pt-BR" dirty="0" err="1"/>
              <a:t>push</a:t>
            </a:r>
            <a:r>
              <a:rPr lang="pt-BR" dirty="0"/>
              <a:t>) e remoção (pop) ocorrem no topo da pilha.</a:t>
            </a:r>
          </a:p>
          <a:p>
            <a:r>
              <a:rPr lang="pt-BR"/>
              <a:t>Tamanho fixo: Em uma pilha estática, o tamanho é pré-definido, ou seja, a quantidade máxima de elementos que a pilha pode armazenar é determinada no momento da sua criação</a:t>
            </a:r>
            <a:endParaRPr lang="pt-BR" dirty="0"/>
          </a:p>
          <a:p>
            <a:endParaRPr lang="pt-BR" dirty="0"/>
          </a:p>
          <a:p>
            <a:pPr marL="0" indent="0">
              <a:buNone/>
            </a:pPr>
            <a:r>
              <a:rPr lang="pt-BR"/>
              <a:t>Utiliza a mesma lógica de um pilha de pratos</a:t>
            </a:r>
          </a:p>
          <a:p>
            <a:pPr marL="0" indent="0">
              <a:buNone/>
            </a:pPr>
            <a:r>
              <a:rPr lang="pt-BR" dirty="0"/>
              <a:t>LIFO – </a:t>
            </a:r>
            <a:r>
              <a:rPr lang="pt-BR" dirty="0">
                <a:solidFill>
                  <a:srgbClr val="000000"/>
                </a:solidFill>
                <a:ea typeface="+mn-lt"/>
                <a:cs typeface="+mn-lt"/>
              </a:rPr>
              <a:t> LIFO (</a:t>
            </a:r>
            <a:r>
              <a:rPr lang="pt-BR" dirty="0" err="1">
                <a:solidFill>
                  <a:srgbClr val="000000"/>
                </a:solidFill>
                <a:ea typeface="+mn-lt"/>
                <a:cs typeface="+mn-lt"/>
              </a:rPr>
              <a:t>Last</a:t>
            </a:r>
            <a:r>
              <a:rPr lang="pt-BR" dirty="0">
                <a:solidFill>
                  <a:srgbClr val="000000"/>
                </a:solidFill>
                <a:ea typeface="+mn-lt"/>
                <a:cs typeface="+mn-lt"/>
              </a:rPr>
              <a:t> In, </a:t>
            </a:r>
            <a:r>
              <a:rPr lang="pt-BR" dirty="0" err="1">
                <a:solidFill>
                  <a:srgbClr val="000000"/>
                </a:solidFill>
                <a:ea typeface="+mn-lt"/>
                <a:cs typeface="+mn-lt"/>
              </a:rPr>
              <a:t>First</a:t>
            </a:r>
            <a:r>
              <a:rPr lang="pt-BR" dirty="0">
                <a:solidFill>
                  <a:srgbClr val="000000"/>
                </a:solidFill>
                <a:ea typeface="+mn-lt"/>
                <a:cs typeface="+mn-lt"/>
              </a:rPr>
              <a:t> Out), ou seja, o último elemento a ser inserido é o primeiro a ser removido.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810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680BA-A338-3877-6AFC-4A6A922F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 - Implementação estática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E6BC82-F665-03B6-55DC-C2E643CBC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3200" dirty="0"/>
              <a:t>Utilizaremos um arranjo de elementos de tamanho predefinido;</a:t>
            </a:r>
          </a:p>
          <a:p>
            <a:r>
              <a:rPr lang="pt-BR" sz="3200" dirty="0"/>
              <a:t>Controlaremos a posição do elemento que está no topo da pilha;</a:t>
            </a:r>
          </a:p>
          <a:p>
            <a:r>
              <a:rPr lang="pt-BR" sz="3200" dirty="0"/>
              <a:t>A base sempre estará em zero;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7551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84226-511F-1E51-114D-7B87F04E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Pilha estática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94071-3DFC-4763-C295-4A534673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0D69426-5CF0-83DB-923B-2BC52CFB2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194845"/>
              </p:ext>
            </p:extLst>
          </p:nvPr>
        </p:nvGraphicFramePr>
        <p:xfrm>
          <a:off x="1436586" y="2505168"/>
          <a:ext cx="8954472" cy="1171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412">
                  <a:extLst>
                    <a:ext uri="{9D8B030D-6E8A-4147-A177-3AD203B41FA5}">
                      <a16:colId xmlns:a16="http://schemas.microsoft.com/office/drawing/2014/main" val="24227843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56706430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88637824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27880979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692423623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157814378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1536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solidFill>
                            <a:schemeClr val="tx1"/>
                          </a:solidFill>
                        </a:rPr>
                        <a:t>vet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54932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3866447-4B33-14DC-9BD5-37A73E785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467720"/>
              </p:ext>
            </p:extLst>
          </p:nvPr>
        </p:nvGraphicFramePr>
        <p:xfrm>
          <a:off x="1439348" y="4404106"/>
          <a:ext cx="2984830" cy="5811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2415">
                  <a:extLst>
                    <a:ext uri="{9D8B030D-6E8A-4147-A177-3AD203B41FA5}">
                      <a16:colId xmlns:a16="http://schemas.microsoft.com/office/drawing/2014/main" val="3222122420"/>
                    </a:ext>
                  </a:extLst>
                </a:gridCol>
                <a:gridCol w="1492415">
                  <a:extLst>
                    <a:ext uri="{9D8B030D-6E8A-4147-A177-3AD203B41FA5}">
                      <a16:colId xmlns:a16="http://schemas.microsoft.com/office/drawing/2014/main" val="1176609178"/>
                    </a:ext>
                  </a:extLst>
                </a:gridCol>
              </a:tblGrid>
              <a:tr h="58117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2400" dirty="0">
                          <a:effectLst/>
                          <a:latin typeface="Aptos"/>
                        </a:rPr>
                        <a:t>topo</a:t>
                      </a:r>
                    </a:p>
                  </a:txBody>
                  <a:tcPr marL="67437" marR="67437" marT="33719" marB="3371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320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2</a:t>
                      </a:r>
                    </a:p>
                  </a:txBody>
                  <a:tcPr marL="67437" marR="67437" marT="33719" marB="3371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72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73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84226-511F-1E51-114D-7B87F04E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Pilha estática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94071-3DFC-4763-C295-4A534673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0D69426-5CF0-83DB-923B-2BC52CFB2A37}"/>
              </a:ext>
            </a:extLst>
          </p:cNvPr>
          <p:cNvGraphicFramePr>
            <a:graphicFrameLocks noGrp="1"/>
          </p:cNvGraphicFramePr>
          <p:nvPr/>
        </p:nvGraphicFramePr>
        <p:xfrm>
          <a:off x="1436586" y="2505168"/>
          <a:ext cx="8954472" cy="1171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412">
                  <a:extLst>
                    <a:ext uri="{9D8B030D-6E8A-4147-A177-3AD203B41FA5}">
                      <a16:colId xmlns:a16="http://schemas.microsoft.com/office/drawing/2014/main" val="24227843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56706430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88637824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27880979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692423623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157814378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1536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solidFill>
                            <a:schemeClr val="tx1"/>
                          </a:solidFill>
                        </a:rPr>
                        <a:t>vet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54932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3866447-4B33-14DC-9BD5-37A73E78564E}"/>
              </a:ext>
            </a:extLst>
          </p:cNvPr>
          <p:cNvGraphicFramePr>
            <a:graphicFrameLocks noGrp="1"/>
          </p:cNvGraphicFramePr>
          <p:nvPr/>
        </p:nvGraphicFramePr>
        <p:xfrm>
          <a:off x="1439348" y="4404106"/>
          <a:ext cx="2984830" cy="5811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2415">
                  <a:extLst>
                    <a:ext uri="{9D8B030D-6E8A-4147-A177-3AD203B41FA5}">
                      <a16:colId xmlns:a16="http://schemas.microsoft.com/office/drawing/2014/main" val="3222122420"/>
                    </a:ext>
                  </a:extLst>
                </a:gridCol>
                <a:gridCol w="1492415">
                  <a:extLst>
                    <a:ext uri="{9D8B030D-6E8A-4147-A177-3AD203B41FA5}">
                      <a16:colId xmlns:a16="http://schemas.microsoft.com/office/drawing/2014/main" val="1176609178"/>
                    </a:ext>
                  </a:extLst>
                </a:gridCol>
              </a:tblGrid>
              <a:tr h="58117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2400" dirty="0">
                          <a:effectLst/>
                          <a:latin typeface="Aptos"/>
                        </a:rPr>
                        <a:t>topo</a:t>
                      </a:r>
                    </a:p>
                  </a:txBody>
                  <a:tcPr marL="67437" marR="67437" marT="33719" marB="3371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320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2</a:t>
                      </a:r>
                    </a:p>
                  </a:txBody>
                  <a:tcPr marL="67437" marR="67437" marT="33719" marB="3371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7239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EF2E475A-839D-066A-2529-2418A8BBECE0}"/>
              </a:ext>
            </a:extLst>
          </p:cNvPr>
          <p:cNvSpPr txBox="1"/>
          <p:nvPr/>
        </p:nvSpPr>
        <p:spPr>
          <a:xfrm>
            <a:off x="1782305" y="5605220"/>
            <a:ext cx="58764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Como inserir o elemento D?</a:t>
            </a:r>
          </a:p>
        </p:txBody>
      </p:sp>
    </p:spTree>
    <p:extLst>
      <p:ext uri="{BB962C8B-B14F-4D97-AF65-F5344CB8AC3E}">
        <p14:creationId xmlns:p14="http://schemas.microsoft.com/office/powerpoint/2010/main" val="2196111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84226-511F-1E51-114D-7B87F04E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Pilha estática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94071-3DFC-4763-C295-4A534673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0D69426-5CF0-83DB-923B-2BC52CFB2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146070"/>
              </p:ext>
            </p:extLst>
          </p:nvPr>
        </p:nvGraphicFramePr>
        <p:xfrm>
          <a:off x="1436586" y="2505168"/>
          <a:ext cx="8954472" cy="1171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412">
                  <a:extLst>
                    <a:ext uri="{9D8B030D-6E8A-4147-A177-3AD203B41FA5}">
                      <a16:colId xmlns:a16="http://schemas.microsoft.com/office/drawing/2014/main" val="24227843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56706430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88637824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27880979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692423623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157814378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1536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solidFill>
                            <a:schemeClr val="tx1"/>
                          </a:solidFill>
                        </a:rPr>
                        <a:t>vet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54932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3866447-4B33-14DC-9BD5-37A73E785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600819"/>
              </p:ext>
            </p:extLst>
          </p:nvPr>
        </p:nvGraphicFramePr>
        <p:xfrm>
          <a:off x="1439348" y="4404106"/>
          <a:ext cx="2984830" cy="5811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2415">
                  <a:extLst>
                    <a:ext uri="{9D8B030D-6E8A-4147-A177-3AD203B41FA5}">
                      <a16:colId xmlns:a16="http://schemas.microsoft.com/office/drawing/2014/main" val="3222122420"/>
                    </a:ext>
                  </a:extLst>
                </a:gridCol>
                <a:gridCol w="1492415">
                  <a:extLst>
                    <a:ext uri="{9D8B030D-6E8A-4147-A177-3AD203B41FA5}">
                      <a16:colId xmlns:a16="http://schemas.microsoft.com/office/drawing/2014/main" val="1176609178"/>
                    </a:ext>
                  </a:extLst>
                </a:gridCol>
              </a:tblGrid>
              <a:tr h="58117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2400" dirty="0">
                          <a:effectLst/>
                          <a:latin typeface="Aptos"/>
                        </a:rPr>
                        <a:t>topo</a:t>
                      </a:r>
                    </a:p>
                  </a:txBody>
                  <a:tcPr marL="67437" marR="67437" marT="33719" marB="3371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320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3</a:t>
                      </a:r>
                    </a:p>
                  </a:txBody>
                  <a:tcPr marL="67437" marR="67437" marT="33719" marB="3371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72393"/>
                  </a:ext>
                </a:extLst>
              </a:tr>
            </a:tbl>
          </a:graphicData>
        </a:graphic>
      </p:graphicFrame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6995ABEB-FECC-D91C-BEAB-8E2FAB3C2DE8}"/>
              </a:ext>
            </a:extLst>
          </p:cNvPr>
          <p:cNvSpPr/>
          <p:nvPr/>
        </p:nvSpPr>
        <p:spPr>
          <a:xfrm>
            <a:off x="4817389" y="4507423"/>
            <a:ext cx="929898" cy="464949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F9982BF5-83B4-7B1D-5821-A13DE1DC54D4}"/>
              </a:ext>
            </a:extLst>
          </p:cNvPr>
          <p:cNvSpPr/>
          <p:nvPr/>
        </p:nvSpPr>
        <p:spPr>
          <a:xfrm rot="5400000">
            <a:off x="7968710" y="3745422"/>
            <a:ext cx="568271" cy="490779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8242E78-3AF3-FC57-6FB0-8156230E64A7}"/>
              </a:ext>
            </a:extLst>
          </p:cNvPr>
          <p:cNvSpPr txBox="1"/>
          <p:nvPr/>
        </p:nvSpPr>
        <p:spPr>
          <a:xfrm>
            <a:off x="6018508" y="4442847"/>
            <a:ext cx="40553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Incrementando TOPO e escrevendo no vetor na posição topo (</a:t>
            </a:r>
            <a:r>
              <a:rPr lang="pt-BR" dirty="0" err="1"/>
              <a:t>vet</a:t>
            </a:r>
            <a:r>
              <a:rPr lang="pt-BR" dirty="0"/>
              <a:t>[topo] = D)</a:t>
            </a:r>
          </a:p>
        </p:txBody>
      </p:sp>
    </p:spTree>
    <p:extLst>
      <p:ext uri="{BB962C8B-B14F-4D97-AF65-F5344CB8AC3E}">
        <p14:creationId xmlns:p14="http://schemas.microsoft.com/office/powerpoint/2010/main" val="43100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84226-511F-1E51-114D-7B87F04E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Pilha estática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94071-3DFC-4763-C295-4A534673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0D69426-5CF0-83DB-923B-2BC52CFB2A37}"/>
              </a:ext>
            </a:extLst>
          </p:cNvPr>
          <p:cNvGraphicFramePr>
            <a:graphicFrameLocks noGrp="1"/>
          </p:cNvGraphicFramePr>
          <p:nvPr/>
        </p:nvGraphicFramePr>
        <p:xfrm>
          <a:off x="1436586" y="2505168"/>
          <a:ext cx="8954472" cy="1171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412">
                  <a:extLst>
                    <a:ext uri="{9D8B030D-6E8A-4147-A177-3AD203B41FA5}">
                      <a16:colId xmlns:a16="http://schemas.microsoft.com/office/drawing/2014/main" val="24227843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56706430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88637824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27880979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692423623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157814378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1536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solidFill>
                            <a:schemeClr val="tx1"/>
                          </a:solidFill>
                        </a:rPr>
                        <a:t>vet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54932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3866447-4B33-14DC-9BD5-37A73E78564E}"/>
              </a:ext>
            </a:extLst>
          </p:cNvPr>
          <p:cNvGraphicFramePr>
            <a:graphicFrameLocks noGrp="1"/>
          </p:cNvGraphicFramePr>
          <p:nvPr/>
        </p:nvGraphicFramePr>
        <p:xfrm>
          <a:off x="1439348" y="4404106"/>
          <a:ext cx="2984830" cy="5811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2415">
                  <a:extLst>
                    <a:ext uri="{9D8B030D-6E8A-4147-A177-3AD203B41FA5}">
                      <a16:colId xmlns:a16="http://schemas.microsoft.com/office/drawing/2014/main" val="3222122420"/>
                    </a:ext>
                  </a:extLst>
                </a:gridCol>
                <a:gridCol w="1492415">
                  <a:extLst>
                    <a:ext uri="{9D8B030D-6E8A-4147-A177-3AD203B41FA5}">
                      <a16:colId xmlns:a16="http://schemas.microsoft.com/office/drawing/2014/main" val="1176609178"/>
                    </a:ext>
                  </a:extLst>
                </a:gridCol>
              </a:tblGrid>
              <a:tr h="58117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2400" dirty="0">
                          <a:effectLst/>
                          <a:latin typeface="Aptos"/>
                        </a:rPr>
                        <a:t>topo</a:t>
                      </a:r>
                    </a:p>
                  </a:txBody>
                  <a:tcPr marL="67437" marR="67437" marT="33719" marB="3371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320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3</a:t>
                      </a:r>
                    </a:p>
                  </a:txBody>
                  <a:tcPr marL="67437" marR="67437" marT="33719" marB="3371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7239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EF2E475A-839D-066A-2529-2418A8BBECE0}"/>
              </a:ext>
            </a:extLst>
          </p:cNvPr>
          <p:cNvSpPr txBox="1"/>
          <p:nvPr/>
        </p:nvSpPr>
        <p:spPr>
          <a:xfrm>
            <a:off x="1782305" y="5605220"/>
            <a:ext cx="58764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Como retirar o elemento D?</a:t>
            </a:r>
          </a:p>
        </p:txBody>
      </p:sp>
    </p:spTree>
    <p:extLst>
      <p:ext uri="{BB962C8B-B14F-4D97-AF65-F5344CB8AC3E}">
        <p14:creationId xmlns:p14="http://schemas.microsoft.com/office/powerpoint/2010/main" val="276772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84226-511F-1E51-114D-7B87F04E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Pilha estática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94071-3DFC-4763-C295-4A534673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0D69426-5CF0-83DB-923B-2BC52CFB2A37}"/>
              </a:ext>
            </a:extLst>
          </p:cNvPr>
          <p:cNvGraphicFramePr>
            <a:graphicFrameLocks noGrp="1"/>
          </p:cNvGraphicFramePr>
          <p:nvPr/>
        </p:nvGraphicFramePr>
        <p:xfrm>
          <a:off x="1436586" y="2505168"/>
          <a:ext cx="8954472" cy="1171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412">
                  <a:extLst>
                    <a:ext uri="{9D8B030D-6E8A-4147-A177-3AD203B41FA5}">
                      <a16:colId xmlns:a16="http://schemas.microsoft.com/office/drawing/2014/main" val="24227843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56706430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88637824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27880979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692423623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157814378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1536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solidFill>
                            <a:schemeClr val="tx1"/>
                          </a:solidFill>
                        </a:rPr>
                        <a:t>vet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54932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3866447-4B33-14DC-9BD5-37A73E785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494921"/>
              </p:ext>
            </p:extLst>
          </p:nvPr>
        </p:nvGraphicFramePr>
        <p:xfrm>
          <a:off x="1439348" y="4404106"/>
          <a:ext cx="2984830" cy="5811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2415">
                  <a:extLst>
                    <a:ext uri="{9D8B030D-6E8A-4147-A177-3AD203B41FA5}">
                      <a16:colId xmlns:a16="http://schemas.microsoft.com/office/drawing/2014/main" val="3222122420"/>
                    </a:ext>
                  </a:extLst>
                </a:gridCol>
                <a:gridCol w="1492415">
                  <a:extLst>
                    <a:ext uri="{9D8B030D-6E8A-4147-A177-3AD203B41FA5}">
                      <a16:colId xmlns:a16="http://schemas.microsoft.com/office/drawing/2014/main" val="1176609178"/>
                    </a:ext>
                  </a:extLst>
                </a:gridCol>
              </a:tblGrid>
              <a:tr h="58117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2400" dirty="0">
                          <a:effectLst/>
                          <a:latin typeface="Aptos"/>
                        </a:rPr>
                        <a:t>topo</a:t>
                      </a:r>
                    </a:p>
                  </a:txBody>
                  <a:tcPr marL="67437" marR="67437" marT="33719" marB="3371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320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2</a:t>
                      </a:r>
                    </a:p>
                  </a:txBody>
                  <a:tcPr marL="67437" marR="67437" marT="33719" marB="3371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72393"/>
                  </a:ext>
                </a:extLst>
              </a:tr>
            </a:tbl>
          </a:graphicData>
        </a:graphic>
      </p:graphicFrame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6995ABEB-FECC-D91C-BEAB-8E2FAB3C2DE8}"/>
              </a:ext>
            </a:extLst>
          </p:cNvPr>
          <p:cNvSpPr/>
          <p:nvPr/>
        </p:nvSpPr>
        <p:spPr>
          <a:xfrm>
            <a:off x="4817389" y="4507423"/>
            <a:ext cx="929898" cy="464949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8242E78-3AF3-FC57-6FB0-8156230E64A7}"/>
              </a:ext>
            </a:extLst>
          </p:cNvPr>
          <p:cNvSpPr txBox="1"/>
          <p:nvPr/>
        </p:nvSpPr>
        <p:spPr>
          <a:xfrm>
            <a:off x="6018508" y="4442847"/>
            <a:ext cx="40553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Basta decrementar TOPO</a:t>
            </a:r>
          </a:p>
        </p:txBody>
      </p:sp>
    </p:spTree>
    <p:extLst>
      <p:ext uri="{BB962C8B-B14F-4D97-AF65-F5344CB8AC3E}">
        <p14:creationId xmlns:p14="http://schemas.microsoft.com/office/powerpoint/2010/main" val="3512372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AE48F-83AF-BA47-A970-CDCB8438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-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F07C0-9E98-B0FB-39BF-1245A93B4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0007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#define MAX 3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#define </a:t>
            </a:r>
            <a:r>
              <a:rPr lang="pt-BR" dirty="0" err="1"/>
              <a:t>true</a:t>
            </a:r>
            <a:r>
              <a:rPr lang="pt-BR" dirty="0"/>
              <a:t> 1</a:t>
            </a:r>
          </a:p>
          <a:p>
            <a:pPr marL="0" indent="0">
              <a:buNone/>
            </a:pPr>
            <a:r>
              <a:rPr lang="pt-BR" dirty="0"/>
              <a:t>#define false 0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boolean</a:t>
            </a:r>
            <a:r>
              <a:rPr lang="pt-BR" dirty="0"/>
              <a:t>; </a:t>
            </a:r>
          </a:p>
          <a:p>
            <a:pPr marL="0" indent="0">
              <a:buNone/>
            </a:pPr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TIPOCHAVE;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1A8CB7B-72E2-D41E-E86B-B77DE7039685}"/>
              </a:ext>
            </a:extLst>
          </p:cNvPr>
          <p:cNvSpPr txBox="1">
            <a:spLocks/>
          </p:cNvSpPr>
          <p:nvPr/>
        </p:nvSpPr>
        <p:spPr>
          <a:xfrm>
            <a:off x="5950058" y="1823042"/>
            <a:ext cx="451000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struct</a:t>
            </a:r>
            <a:r>
              <a:rPr lang="pt-BR" dirty="0"/>
              <a:t>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/>
              <a:t>    TIPOCHAVE chave;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/>
              <a:t>    // outros campos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/>
              <a:t>} REGISTRO;</a:t>
            </a:r>
          </a:p>
          <a:p>
            <a:pPr marL="0" indent="0">
              <a:lnSpc>
                <a:spcPct val="80000"/>
              </a:lnSpc>
              <a:buNone/>
            </a:pPr>
            <a:br>
              <a:rPr lang="en-US" dirty="0"/>
            </a:b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struct</a:t>
            </a:r>
            <a:r>
              <a:rPr lang="pt-BR" dirty="0"/>
              <a:t>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/>
              <a:t>    REGISTRO A[MAX];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/>
              <a:t>    </a:t>
            </a:r>
            <a:r>
              <a:rPr lang="pt-BR" dirty="0" err="1"/>
              <a:t>int</a:t>
            </a:r>
            <a:r>
              <a:rPr lang="pt-BR" dirty="0"/>
              <a:t> topo;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/>
              <a:t>} PILHA;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2183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AE48F-83AF-BA47-A970-CDCB8438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– C++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F07C0-9E98-B0FB-39BF-1245A93B4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00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pt-BR" dirty="0"/>
              <a:t>#include &lt;</a:t>
            </a:r>
            <a:r>
              <a:rPr lang="pt-BR" dirty="0" err="1"/>
              <a:t>iostream</a:t>
            </a:r>
            <a:r>
              <a:rPr lang="pt-BR" dirty="0"/>
              <a:t>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 err="1"/>
              <a:t>using</a:t>
            </a:r>
            <a:r>
              <a:rPr lang="pt-BR" dirty="0"/>
              <a:t> </a:t>
            </a:r>
            <a:r>
              <a:rPr lang="pt-BR" dirty="0" err="1"/>
              <a:t>namespace</a:t>
            </a:r>
            <a:r>
              <a:rPr lang="pt-BR" dirty="0"/>
              <a:t> </a:t>
            </a:r>
            <a:r>
              <a:rPr lang="pt-BR" dirty="0" err="1"/>
              <a:t>std</a:t>
            </a:r>
            <a:r>
              <a:rPr lang="pt-BR" dirty="0"/>
              <a:t>;</a:t>
            </a:r>
          </a:p>
          <a:p>
            <a:pPr marL="0" indent="0">
              <a:lnSpc>
                <a:spcPct val="80000"/>
              </a:lnSpc>
              <a:buNone/>
            </a:pPr>
            <a:endParaRPr lang="pt-BR" dirty="0"/>
          </a:p>
          <a:p>
            <a:pPr marL="0" indent="0">
              <a:lnSpc>
                <a:spcPct val="80000"/>
              </a:lnSpc>
              <a:buNone/>
            </a:pPr>
            <a:r>
              <a:rPr lang="pt-BR" dirty="0"/>
              <a:t>#define MAX 3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TIPOCHAVE;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1A8CB7B-72E2-D41E-E86B-B77DE7039685}"/>
              </a:ext>
            </a:extLst>
          </p:cNvPr>
          <p:cNvSpPr txBox="1">
            <a:spLocks/>
          </p:cNvSpPr>
          <p:nvPr/>
        </p:nvSpPr>
        <p:spPr>
          <a:xfrm>
            <a:off x="5950058" y="1823042"/>
            <a:ext cx="451000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pt-BR" dirty="0" err="1"/>
              <a:t>struct</a:t>
            </a:r>
            <a:r>
              <a:rPr lang="pt-BR" dirty="0"/>
              <a:t>  REGISTRO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dirty="0"/>
              <a:t>    TIPOCHAVE chave;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dirty="0"/>
              <a:t>    // outros campos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dirty="0"/>
              <a:t>};</a:t>
            </a:r>
          </a:p>
          <a:p>
            <a:pPr marL="0" indent="0">
              <a:lnSpc>
                <a:spcPct val="70000"/>
              </a:lnSpc>
              <a:buNone/>
            </a:pPr>
            <a:br>
              <a:rPr lang="en-US" dirty="0"/>
            </a:br>
            <a:endParaRPr lang="en-US" dirty="0"/>
          </a:p>
          <a:p>
            <a:pPr marL="0" indent="0">
              <a:lnSpc>
                <a:spcPct val="70000"/>
              </a:lnSpc>
              <a:buNone/>
            </a:pPr>
            <a:r>
              <a:rPr lang="pt-BR" dirty="0" err="1"/>
              <a:t>struct</a:t>
            </a:r>
            <a:r>
              <a:rPr lang="pt-BR" dirty="0"/>
              <a:t> PILHA{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dirty="0"/>
              <a:t>    REGISTRO A[MAX];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dirty="0"/>
              <a:t>    </a:t>
            </a:r>
            <a:r>
              <a:rPr lang="pt-BR" dirty="0" err="1"/>
              <a:t>int</a:t>
            </a:r>
            <a:r>
              <a:rPr lang="pt-BR" dirty="0"/>
              <a:t> topo;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dirty="0"/>
              <a:t>};</a:t>
            </a:r>
          </a:p>
          <a:p>
            <a:pPr marL="0" indent="0">
              <a:lnSpc>
                <a:spcPct val="80000"/>
              </a:lnSpc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04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93C10-5D2C-7469-AB8E-EEEEDD47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Funções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9E90C8-497B-A65A-CEF7-8929C7D75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Inicializar a pilha</a:t>
            </a:r>
          </a:p>
          <a:p>
            <a:r>
              <a:rPr lang="pt-BR" dirty="0"/>
              <a:t>Quantidade de elementos da pilha</a:t>
            </a:r>
          </a:p>
          <a:p>
            <a:r>
              <a:rPr lang="pt-BR" dirty="0"/>
              <a:t>Listar</a:t>
            </a:r>
          </a:p>
          <a:p>
            <a:r>
              <a:rPr lang="pt-BR"/>
              <a:t>Inserir (</a:t>
            </a:r>
            <a:r>
              <a:rPr lang="pt-BR" err="1"/>
              <a:t>push</a:t>
            </a:r>
            <a:r>
              <a:rPr lang="pt-BR"/>
              <a:t>)</a:t>
            </a:r>
          </a:p>
          <a:p>
            <a:r>
              <a:rPr lang="pt-BR"/>
              <a:t>Excluir (pop)</a:t>
            </a:r>
          </a:p>
          <a:p>
            <a:r>
              <a:rPr lang="pt-BR" dirty="0"/>
              <a:t>Reinicializar a pilha</a:t>
            </a:r>
          </a:p>
        </p:txBody>
      </p:sp>
    </p:spTree>
    <p:extLst>
      <p:ext uri="{BB962C8B-B14F-4D97-AF65-F5344CB8AC3E}">
        <p14:creationId xmlns:p14="http://schemas.microsoft.com/office/powerpoint/2010/main" val="1348893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EA2C4-992B-74EB-DC60-3418DFF0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18F7D8-8F24-6352-9BD8-514769032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inicializaPilha</a:t>
            </a:r>
            <a:r>
              <a:rPr lang="pt-BR" dirty="0"/>
              <a:t> (PILHA *p){</a:t>
            </a:r>
          </a:p>
          <a:p>
            <a:pPr marL="0" indent="0">
              <a:buNone/>
            </a:pPr>
            <a:r>
              <a:rPr lang="pt-BR"/>
              <a:t>    p-&gt;topo = -1;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6895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84226-511F-1E51-114D-7B87F04E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inicializaPilha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94071-3DFC-4763-C295-4A534673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0D69426-5CF0-83DB-923B-2BC52CFB2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4878"/>
              </p:ext>
            </p:extLst>
          </p:nvPr>
        </p:nvGraphicFramePr>
        <p:xfrm>
          <a:off x="1436586" y="2505168"/>
          <a:ext cx="8954472" cy="1171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412">
                  <a:extLst>
                    <a:ext uri="{9D8B030D-6E8A-4147-A177-3AD203B41FA5}">
                      <a16:colId xmlns:a16="http://schemas.microsoft.com/office/drawing/2014/main" val="24227843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56706430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886378242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3278809791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692423623"/>
                    </a:ext>
                  </a:extLst>
                </a:gridCol>
                <a:gridCol w="1492412">
                  <a:extLst>
                    <a:ext uri="{9D8B030D-6E8A-4147-A177-3AD203B41FA5}">
                      <a16:colId xmlns:a16="http://schemas.microsoft.com/office/drawing/2014/main" val="157814378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1536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solidFill>
                            <a:schemeClr val="tx1"/>
                          </a:solidFill>
                        </a:rPr>
                        <a:t>vet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200" dirty="0">
                          <a:solidFill>
                            <a:schemeClr val="bg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54932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3866447-4B33-14DC-9BD5-37A73E785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2739"/>
              </p:ext>
            </p:extLst>
          </p:nvPr>
        </p:nvGraphicFramePr>
        <p:xfrm>
          <a:off x="1439348" y="4404106"/>
          <a:ext cx="2984830" cy="5811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2415">
                  <a:extLst>
                    <a:ext uri="{9D8B030D-6E8A-4147-A177-3AD203B41FA5}">
                      <a16:colId xmlns:a16="http://schemas.microsoft.com/office/drawing/2014/main" val="3222122420"/>
                    </a:ext>
                  </a:extLst>
                </a:gridCol>
                <a:gridCol w="1492415">
                  <a:extLst>
                    <a:ext uri="{9D8B030D-6E8A-4147-A177-3AD203B41FA5}">
                      <a16:colId xmlns:a16="http://schemas.microsoft.com/office/drawing/2014/main" val="1176609178"/>
                    </a:ext>
                  </a:extLst>
                </a:gridCol>
              </a:tblGrid>
              <a:tr h="58117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2400" dirty="0">
                          <a:effectLst/>
                          <a:latin typeface="Aptos"/>
                        </a:rPr>
                        <a:t>topo</a:t>
                      </a:r>
                    </a:p>
                  </a:txBody>
                  <a:tcPr marL="67437" marR="67437" marT="33719" marB="3371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t-BR" sz="320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-1</a:t>
                      </a:r>
                    </a:p>
                  </a:txBody>
                  <a:tcPr marL="67437" marR="67437" marT="33719" marB="3371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72393"/>
                  </a:ext>
                </a:extLst>
              </a:tr>
            </a:tbl>
          </a:graphicData>
        </a:graphic>
      </p:graphicFrame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6995ABEB-FECC-D91C-BEAB-8E2FAB3C2DE8}"/>
              </a:ext>
            </a:extLst>
          </p:cNvPr>
          <p:cNvSpPr/>
          <p:nvPr/>
        </p:nvSpPr>
        <p:spPr>
          <a:xfrm>
            <a:off x="4817389" y="4507423"/>
            <a:ext cx="929898" cy="464949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8242E78-3AF3-FC57-6FB0-8156230E64A7}"/>
              </a:ext>
            </a:extLst>
          </p:cNvPr>
          <p:cNvSpPr txBox="1"/>
          <p:nvPr/>
        </p:nvSpPr>
        <p:spPr>
          <a:xfrm>
            <a:off x="6018508" y="4442847"/>
            <a:ext cx="40553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-1 pois não existe posição negativa em vetor</a:t>
            </a:r>
          </a:p>
        </p:txBody>
      </p:sp>
    </p:spTree>
    <p:extLst>
      <p:ext uri="{BB962C8B-B14F-4D97-AF65-F5344CB8AC3E}">
        <p14:creationId xmlns:p14="http://schemas.microsoft.com/office/powerpoint/2010/main" val="1708118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28FEA-5CA7-5E1E-1341-077152908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Quantidade de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35A2EC-D443-4DF6-A1C8-8EC35BDC7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O campo TOPO contém a posição do arranjo no topo da pilha, portanto, basta adicionar um </a:t>
            </a:r>
          </a:p>
          <a:p>
            <a:r>
              <a:rPr lang="pt-BR" dirty="0"/>
              <a:t>Funciona também para pilha vazia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tamanhoPilha</a:t>
            </a:r>
            <a:r>
              <a:rPr lang="pt-BR" dirty="0"/>
              <a:t>(PILHA *p) {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return</a:t>
            </a:r>
            <a:r>
              <a:rPr lang="pt-BR" dirty="0"/>
              <a:t> p-&gt;topo+1;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4928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3B504-0936-C16C-DD4D-A7C24ADB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Listar –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DC6AC8-A654-154D-9315-96CB11B54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err="1"/>
              <a:t>void</a:t>
            </a:r>
            <a:r>
              <a:rPr lang="pt-BR"/>
              <a:t> </a:t>
            </a:r>
            <a:r>
              <a:rPr lang="pt-BR" err="1"/>
              <a:t>listarPilha</a:t>
            </a:r>
            <a:r>
              <a:rPr lang="pt-BR"/>
              <a:t>(PILHA *p){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printf</a:t>
            </a:r>
            <a:r>
              <a:rPr lang="pt-BR" dirty="0"/>
              <a:t>("Pilha [");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int</a:t>
            </a:r>
            <a:r>
              <a:rPr lang="pt-BR" dirty="0"/>
              <a:t> i;</a:t>
            </a:r>
          </a:p>
          <a:p>
            <a:pPr marL="0" indent="0">
              <a:buNone/>
            </a:pPr>
            <a:r>
              <a:rPr lang="pt-BR" dirty="0"/>
              <a:t>    for (i= p-&gt;</a:t>
            </a:r>
            <a:r>
              <a:rPr lang="pt-BR" dirty="0" err="1"/>
              <a:t>topo;i</a:t>
            </a:r>
            <a:r>
              <a:rPr lang="pt-BR" dirty="0"/>
              <a:t>&gt;=0;i--){</a:t>
            </a:r>
          </a:p>
          <a:p>
            <a:pPr marL="0" indent="0">
              <a:buNone/>
            </a:pPr>
            <a:r>
              <a:rPr lang="pt-BR" dirty="0"/>
              <a:t>        </a:t>
            </a:r>
            <a:r>
              <a:rPr lang="pt-BR" dirty="0" err="1"/>
              <a:t>printf</a:t>
            </a:r>
            <a:r>
              <a:rPr lang="pt-BR" dirty="0"/>
              <a:t>("%i ", p-&gt;A[i].chave);</a:t>
            </a:r>
          </a:p>
          <a:p>
            <a:pPr marL="0" indent="0">
              <a:buNone/>
            </a:pPr>
            <a:r>
              <a:rPr lang="pt-BR" dirty="0"/>
              <a:t>    }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printf</a:t>
            </a:r>
            <a:r>
              <a:rPr lang="pt-BR" dirty="0"/>
              <a:t>("]\n");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9650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3B504-0936-C16C-DD4D-A7C24ADB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Listar – C++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DC6AC8-A654-154D-9315-96CB11B54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err="1"/>
              <a:t>void</a:t>
            </a:r>
            <a:r>
              <a:rPr lang="pt-BR"/>
              <a:t> </a:t>
            </a:r>
            <a:r>
              <a:rPr lang="pt-BR" err="1"/>
              <a:t>listarPilha</a:t>
            </a:r>
            <a:r>
              <a:rPr lang="pt-BR"/>
              <a:t>(PILHA *p){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cout</a:t>
            </a:r>
            <a:r>
              <a:rPr lang="pt-BR" dirty="0"/>
              <a:t> &lt;&lt; "Pilha [";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int</a:t>
            </a:r>
            <a:r>
              <a:rPr lang="pt-BR" dirty="0"/>
              <a:t> i;</a:t>
            </a:r>
          </a:p>
          <a:p>
            <a:pPr marL="0" indent="0">
              <a:buNone/>
            </a:pPr>
            <a:r>
              <a:rPr lang="pt-BR" dirty="0"/>
              <a:t>    for (i= p-&gt;</a:t>
            </a:r>
            <a:r>
              <a:rPr lang="pt-BR" dirty="0" err="1"/>
              <a:t>topo;i</a:t>
            </a:r>
            <a:r>
              <a:rPr lang="pt-BR" dirty="0"/>
              <a:t>&gt;=0;i--){</a:t>
            </a:r>
          </a:p>
          <a:p>
            <a:pPr marL="0" indent="0">
              <a:buNone/>
            </a:pPr>
            <a:r>
              <a:rPr lang="pt-BR" dirty="0"/>
              <a:t>        </a:t>
            </a:r>
            <a:r>
              <a:rPr lang="pt-BR" dirty="0" err="1"/>
              <a:t>cout</a:t>
            </a:r>
            <a:r>
              <a:rPr lang="pt-BR" dirty="0"/>
              <a:t> &lt;&lt; p-&gt;A[i].chave&lt;&lt;" ";</a:t>
            </a:r>
          </a:p>
          <a:p>
            <a:pPr marL="0" indent="0">
              <a:buNone/>
            </a:pPr>
            <a:r>
              <a:rPr lang="pt-BR" dirty="0"/>
              <a:t>    }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cout</a:t>
            </a:r>
            <a:r>
              <a:rPr lang="pt-BR" dirty="0"/>
              <a:t> &lt;&lt;"]\n";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9798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4CB70-C7DD-F266-DE24-8A44A7F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Inserir (</a:t>
            </a:r>
            <a:r>
              <a:rPr lang="pt-BR" dirty="0" err="1"/>
              <a:t>push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CF949D-A5E6-E21B-A56F-D39EB89AC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 dirty="0"/>
              <a:t>A inserção só pode ser feita se a pilha não estiver cheia</a:t>
            </a:r>
          </a:p>
          <a:p>
            <a:r>
              <a:rPr lang="pt-BR" dirty="0"/>
              <a:t>O elemento inserido sempre será no topo da pilha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err="1"/>
              <a:t>boolean</a:t>
            </a:r>
            <a:r>
              <a:rPr lang="pt-BR"/>
              <a:t> </a:t>
            </a:r>
            <a:r>
              <a:rPr lang="pt-BR" err="1"/>
              <a:t>pushPilha</a:t>
            </a:r>
            <a:r>
              <a:rPr lang="pt-BR"/>
              <a:t>(PILHA *p, REGISTRO </a:t>
            </a:r>
            <a:r>
              <a:rPr lang="pt-BR" err="1"/>
              <a:t>reg</a:t>
            </a:r>
            <a:r>
              <a:rPr lang="pt-BR"/>
              <a:t>){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err="1"/>
              <a:t>if</a:t>
            </a:r>
            <a:r>
              <a:rPr lang="pt-BR"/>
              <a:t> (p-&gt;topo &gt;=  MAX -1) </a:t>
            </a:r>
            <a:r>
              <a:rPr lang="pt-BR" err="1"/>
              <a:t>return</a:t>
            </a:r>
            <a:r>
              <a:rPr lang="pt-BR"/>
              <a:t> false;</a:t>
            </a:r>
          </a:p>
          <a:p>
            <a:pPr marL="0" indent="0">
              <a:buNone/>
            </a:pPr>
            <a:r>
              <a:rPr lang="pt-BR" dirty="0"/>
              <a:t>    p-&gt;topo = p-&gt; topo+1;</a:t>
            </a:r>
          </a:p>
          <a:p>
            <a:pPr marL="0" indent="0">
              <a:buNone/>
            </a:pPr>
            <a:r>
              <a:rPr lang="pt-BR" dirty="0"/>
              <a:t>    p-&gt;A[p-&gt;topo] = </a:t>
            </a:r>
            <a:r>
              <a:rPr lang="pt-BR" dirty="0" err="1"/>
              <a:t>reg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7351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882DD-1AF9-71C6-5CDA-14A274CD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0EF398-B529-B082-C670-8AB24A8C1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O elemento excluído sempre será do topo.excluí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err="1"/>
              <a:t>boolean</a:t>
            </a:r>
            <a:r>
              <a:rPr lang="pt-BR"/>
              <a:t> </a:t>
            </a:r>
            <a:r>
              <a:rPr lang="pt-BR" err="1"/>
              <a:t>popPilha</a:t>
            </a:r>
            <a:r>
              <a:rPr lang="pt-BR"/>
              <a:t> (PILHA *p, REGISTRO *</a:t>
            </a:r>
            <a:r>
              <a:rPr lang="pt-BR" err="1"/>
              <a:t>reg</a:t>
            </a:r>
            <a:r>
              <a:rPr lang="pt-BR"/>
              <a:t>){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if</a:t>
            </a:r>
            <a:r>
              <a:rPr lang="pt-BR" dirty="0"/>
              <a:t> (p-&gt;topo == -1) </a:t>
            </a:r>
            <a:r>
              <a:rPr lang="pt-BR" dirty="0" err="1"/>
              <a:t>return</a:t>
            </a:r>
            <a:r>
              <a:rPr lang="pt-BR" dirty="0"/>
              <a:t> false;</a:t>
            </a:r>
          </a:p>
          <a:p>
            <a:pPr marL="0" indent="0">
              <a:buNone/>
            </a:pPr>
            <a:r>
              <a:rPr lang="pt-BR" dirty="0"/>
              <a:t>    *</a:t>
            </a:r>
            <a:r>
              <a:rPr lang="pt-BR" dirty="0" err="1"/>
              <a:t>reg</a:t>
            </a:r>
            <a:r>
              <a:rPr lang="pt-BR" dirty="0"/>
              <a:t> = p-&gt;A[p-&gt;topo];</a:t>
            </a:r>
          </a:p>
          <a:p>
            <a:pPr marL="0" indent="0">
              <a:buNone/>
            </a:pPr>
            <a:r>
              <a:rPr lang="pt-BR" dirty="0"/>
              <a:t>    p-&gt;topo = p-&gt; topo -1;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2621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0C233-68D1-A23E-DD42-BBB85E74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Reinicialização da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5218F5-3B93-BB2B-61A8-35FBA82BF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void reinicializaPilha(PILHA *p) {</a:t>
            </a:r>
          </a:p>
          <a:p>
            <a:pPr marL="0" indent="0">
              <a:buNone/>
            </a:pPr>
            <a:r>
              <a:rPr lang="pt-BR"/>
              <a:t>    p-&gt;topo = -1;</a:t>
            </a:r>
          </a:p>
          <a:p>
            <a:pPr marL="0" indent="0">
              <a:buNone/>
            </a:pPr>
            <a:r>
              <a:rPr lang="pt-BR"/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67465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Tema do Office</vt:lpstr>
      <vt:lpstr>Pilha Estática</vt:lpstr>
      <vt:lpstr>Definição - Pilha Estática</vt:lpstr>
      <vt:lpstr>Pilha - Implementação estática</vt:lpstr>
      <vt:lpstr>Exemplo – Pilha estática</vt:lpstr>
      <vt:lpstr>Exemplo – Pilha estática</vt:lpstr>
      <vt:lpstr>Exemplo – Pilha estática</vt:lpstr>
      <vt:lpstr>Exemplo – Pilha estática</vt:lpstr>
      <vt:lpstr>Exemplo – Pilha estática</vt:lpstr>
      <vt:lpstr>Modelagem - C</vt:lpstr>
      <vt:lpstr>Modelagem – C++</vt:lpstr>
      <vt:lpstr>Funções </vt:lpstr>
      <vt:lpstr>Inicialização</vt:lpstr>
      <vt:lpstr>inicializaPilha</vt:lpstr>
      <vt:lpstr>Quantidade de elementos</vt:lpstr>
      <vt:lpstr>Listar – C</vt:lpstr>
      <vt:lpstr>Listar – C++</vt:lpstr>
      <vt:lpstr>Inserir (push)</vt:lpstr>
      <vt:lpstr>Exclusão</vt:lpstr>
      <vt:lpstr>Reinicialização da pilha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230</cp:revision>
  <dcterms:created xsi:type="dcterms:W3CDTF">2024-09-04T14:12:50Z</dcterms:created>
  <dcterms:modified xsi:type="dcterms:W3CDTF">2024-09-04T14:53:10Z</dcterms:modified>
</cp:coreProperties>
</file>