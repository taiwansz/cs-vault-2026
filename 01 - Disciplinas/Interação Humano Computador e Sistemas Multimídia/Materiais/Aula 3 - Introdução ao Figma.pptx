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6D9C67F4-600A-CB71-E69F-70F3D71C1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382997" cy="9143997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0F1FA06D-56AB-98CF-6A12-EA34418230C4}"/>
              </a:ext>
            </a:extLst>
          </p:cNvPr>
          <p:cNvSpPr/>
          <p:nvPr/>
        </p:nvSpPr>
        <p:spPr>
          <a:xfrm>
            <a:off x="0" y="-3"/>
            <a:ext cx="16382997" cy="9144000"/>
          </a:xfrm>
          <a:prstGeom prst="rect">
            <a:avLst/>
          </a:prstGeom>
          <a:solidFill>
            <a:srgbClr val="0D0D0D">
              <a:alpha val="6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9B2851-7170-FF30-7B57-F7081C8563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>
                <a:solidFill>
                  <a:schemeClr val="bg1">
                    <a:lumMod val="95000"/>
                  </a:schemeClr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r>
              <a:rPr lang="pt-BR" dirty="0"/>
              <a:t>Disciplina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7BF845-7565-074D-1543-7A01A29CA9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 dirty="0"/>
              <a:t>Título da aula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C8E8C3-B052-131E-2773-99EB7B5D1C46}"/>
              </a:ext>
            </a:extLst>
          </p:cNvPr>
          <p:cNvSpPr txBox="1"/>
          <p:nvPr/>
        </p:nvSpPr>
        <p:spPr>
          <a:xfrm>
            <a:off x="2032000" y="7947781"/>
            <a:ext cx="6365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Quantico" panose="02000000000000000000" pitchFamily="2" charset="0"/>
              </a:rPr>
              <a:t>Prof. Guilherme P. Bueno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774846C-E85A-DF07-7A73-9BF1FDFB0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661" y="7780972"/>
            <a:ext cx="3525648" cy="82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7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31B4100-7924-46B8-2580-9FD02E99DF6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DE8A3B-8EB1-8E1B-6D90-CFDA8751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42119E-8DCD-B0CB-F06D-5E977F7D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Quicksand" pitchFamily="2" charset="0"/>
              </a:defRPr>
            </a:lvl1pPr>
            <a:lvl2pPr>
              <a:defRPr>
                <a:solidFill>
                  <a:schemeClr val="bg1"/>
                </a:solidFill>
                <a:latin typeface="Quicksand" pitchFamily="2" charset="0"/>
              </a:defRPr>
            </a:lvl2pPr>
            <a:lvl3pPr>
              <a:defRPr>
                <a:solidFill>
                  <a:schemeClr val="bg1"/>
                </a:solidFill>
                <a:latin typeface="Quicksand" pitchFamily="2" charset="0"/>
              </a:defRPr>
            </a:lvl3pPr>
            <a:lvl4pPr>
              <a:defRPr>
                <a:solidFill>
                  <a:schemeClr val="bg1"/>
                </a:solidFill>
                <a:latin typeface="Quicksand" pitchFamily="2" charset="0"/>
              </a:defRPr>
            </a:lvl4pPr>
            <a:lvl5pPr>
              <a:defRPr>
                <a:solidFill>
                  <a:schemeClr val="bg1"/>
                </a:solidFill>
                <a:latin typeface="Quicksand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A0D21B-CDC9-8BB0-2A5E-5F7837DBE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AED6A9-E68B-C0EC-662B-20F49A60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B4AD55-0308-0C06-3E7A-DBF05A3A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8322C7D-C12D-F7C8-126C-CABE9847D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6184"/>
          <a:stretch/>
        </p:blipFill>
        <p:spPr>
          <a:xfrm>
            <a:off x="15138401" y="342940"/>
            <a:ext cx="975825" cy="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64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D1C53-A3DD-3DB8-CC8F-74F8159A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FE8709-B40B-34A0-5B98-9EAD02B2E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6447CF-1799-E720-0370-DD31DC67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BF1B3-2984-83F7-2323-E68AB1DF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F254D0-8610-4733-6754-0D26AF9C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55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75981-1984-8908-C60E-E1B8D980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A1086B-70EF-5743-049D-0217C53F8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F4C581-7B86-64C6-0E66-F2F50DFC9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BFAD0E-71CE-A430-7A6E-DF257521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FF2DE8-9118-53B9-9775-1292C6B3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AC101B-4C4E-2BF7-1320-F1E8725D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32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696F3-11A0-0E5B-D645-D66D8191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AC5232-FE5B-DA43-054A-8611453B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B9D65E-A985-97B3-4D34-902EF97FE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9302BE-BAF8-373C-4BED-29070BB30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3BA73CC-498E-FD46-BBBE-DDFE16615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17C7319-69A0-B411-4D0E-693E9FD9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2D9566-FB7D-90CC-83D3-0A968E95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6BE86B2-4B97-D6DC-6D7B-6B7E5673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6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49D04-BA14-E179-CBA0-9E46A576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F6B03B-ADCF-205A-547A-9B4841B3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86843F-2210-57AD-710A-6A4F9015F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61F770-31D4-9A83-1A8D-0B80357E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3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AF201A9-8BB1-14A9-03E0-5F53577A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C223A2B-9B43-F2BC-CC11-54804376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0FBA2F-B323-83A4-6D6F-6CE22DF8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9F3F6-AA7F-1D50-5C08-B1824FF8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ADCD89-1A48-E363-3318-E9A9E5CEA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BD25FA-D9BA-59FA-8DC2-05B20B8F0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664E78-9D23-ECB9-3CCA-4CFC83C9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F5B97E-9A2E-BD14-77E6-0ED7F61F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CE8182-F34D-9D6D-1F79-F037F4BD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07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49598-F127-48E7-77AA-875C9B37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A4BAB00-6CB3-96DA-A0C9-821887112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3346AC-0E2D-2340-04E5-06DDF0072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92C834-3CAF-7393-9022-011AC0B9E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87D4E7-B0C4-09E7-9747-BDF9D1D18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21D56B-7FF7-464D-10F2-84A65D7B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6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CF1B5-5769-38B6-6EBA-7255EA4F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E02E03-C46F-656D-CA61-B5361E093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995382-9F1C-510B-1E28-2AEA7AA1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DC6FAF-AA95-7A06-64D9-4AE33B35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3AE2E4-1F65-A631-7563-071A044E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2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4EEA8D-32DE-56B2-4011-25C55C5A9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250F9E-C0AC-14D1-E55E-DCFA867BC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15AF1B-CCA3-6BFB-A481-202096E29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90430A-F06E-B455-0D3F-9DA95EF7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797B93-C1C0-F5C1-1E34-D70727C1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9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DBED527-40C2-32F4-935B-13AC483B5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1E0BEA-AD26-8061-FFB7-535606C22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F01A35-835F-2DAD-8EB5-FDBEF35F8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0191B-2450-7E8D-22B6-1AE7B5346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B7709-9CD3-27B8-A89D-0D83064DF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40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E799E-4147-945F-D9D6-96A9DDC89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Interação Humana Computador e Sistemas Multimídias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4066C-25FB-D381-08BF-83945A804F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Figma</a:t>
            </a:r>
            <a:r>
              <a:rPr lang="pt-BR" dirty="0"/>
              <a:t> – Introdução Prática</a:t>
            </a:r>
          </a:p>
        </p:txBody>
      </p:sp>
    </p:spTree>
    <p:extLst>
      <p:ext uri="{BB962C8B-B14F-4D97-AF65-F5344CB8AC3E}">
        <p14:creationId xmlns:p14="http://schemas.microsoft.com/office/powerpoint/2010/main" val="274413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Unimax_CC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max_CC" id="{BF0A5A10-F0AF-49E7-ADE6-B87BD106ACCA}" vid="{049EFB64-5CB6-470F-84E8-EB4806A4A0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Unimax_CC</Template>
  <TotalTime>18</TotalTime>
  <Words>10</Words>
  <Application>Microsoft Office PowerPoint</Application>
  <PresentationFormat>Personalizar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Quantico</vt:lpstr>
      <vt:lpstr>Quicksand</vt:lpstr>
      <vt:lpstr>Rajdhani SemiBold</vt:lpstr>
      <vt:lpstr>Roboto</vt:lpstr>
      <vt:lpstr>Tema Unimax_CC</vt:lpstr>
      <vt:lpstr>Interação Humana Computador e Sistemas Multimídias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Guilherrme Bueno</cp:lastModifiedBy>
  <cp:revision>2</cp:revision>
  <dcterms:created xsi:type="dcterms:W3CDTF">2006-08-16T00:00:00Z</dcterms:created>
  <dcterms:modified xsi:type="dcterms:W3CDTF">2026-08-28T19:23:59Z</dcterms:modified>
</cp:coreProperties>
</file>