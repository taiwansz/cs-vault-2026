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72" r:id="rId7"/>
    <p:sldId id="274" r:id="rId8"/>
    <p:sldId id="262" r:id="rId9"/>
    <p:sldId id="273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476E9-CFC2-4BF1-A30C-7A7F1B99661D}" v="41" dt="2024-10-23T17:21:18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5F7A6CC0-C46E-4BEB-96A0-BE8917532337}"/>
    <pc:docChg chg="modSld">
      <pc:chgData name="Carlos Miglinski" userId="31b42f8782254bec" providerId="Windows Live" clId="Web-{5F7A6CC0-C46E-4BEB-96A0-BE8917532337}" dt="2023-10-25T15:21:36.680" v="1" actId="20577"/>
      <pc:docMkLst>
        <pc:docMk/>
      </pc:docMkLst>
      <pc:sldChg chg="modSp">
        <pc:chgData name="Carlos Miglinski" userId="31b42f8782254bec" providerId="Windows Live" clId="Web-{5F7A6CC0-C46E-4BEB-96A0-BE8917532337}" dt="2023-10-25T15:21:36.680" v="1" actId="20577"/>
        <pc:sldMkLst>
          <pc:docMk/>
          <pc:sldMk cId="1251785950" sldId="266"/>
        </pc:sldMkLst>
        <pc:spChg chg="mod">
          <ac:chgData name="Carlos Miglinski" userId="31b42f8782254bec" providerId="Windows Live" clId="Web-{5F7A6CC0-C46E-4BEB-96A0-BE8917532337}" dt="2023-10-25T15:21:36.680" v="1" actId="20577"/>
          <ac:spMkLst>
            <pc:docMk/>
            <pc:sldMk cId="1251785950" sldId="266"/>
            <ac:spMk id="3" creationId="{4B23A594-5073-4C4D-A59F-71FB11C07754}"/>
          </ac:spMkLst>
        </pc:spChg>
      </pc:sldChg>
    </pc:docChg>
  </pc:docChgLst>
  <pc:docChgLst>
    <pc:chgData name="Carlos Miglinski" userId="31b42f8782254bec" providerId="Windows Live" clId="Web-{7AA476E9-CFC2-4BF1-A30C-7A7F1B99661D}"/>
    <pc:docChg chg="addSld modSld">
      <pc:chgData name="Carlos Miglinski" userId="31b42f8782254bec" providerId="Windows Live" clId="Web-{7AA476E9-CFC2-4BF1-A30C-7A7F1B99661D}" dt="2024-10-23T17:21:12.486" v="21" actId="20577"/>
      <pc:docMkLst>
        <pc:docMk/>
      </pc:docMkLst>
      <pc:sldChg chg="modSp">
        <pc:chgData name="Carlos Miglinski" userId="31b42f8782254bec" providerId="Windows Live" clId="Web-{7AA476E9-CFC2-4BF1-A30C-7A7F1B99661D}" dt="2024-10-23T17:20:46.407" v="19" actId="20577"/>
        <pc:sldMkLst>
          <pc:docMk/>
          <pc:sldMk cId="140586116" sldId="261"/>
        </pc:sldMkLst>
        <pc:spChg chg="mod">
          <ac:chgData name="Carlos Miglinski" userId="31b42f8782254bec" providerId="Windows Live" clId="Web-{7AA476E9-CFC2-4BF1-A30C-7A7F1B99661D}" dt="2024-10-23T17:20:46.407" v="19" actId="20577"/>
          <ac:spMkLst>
            <pc:docMk/>
            <pc:sldMk cId="140586116" sldId="261"/>
            <ac:spMk id="3" creationId="{06D1E794-E071-2B69-9D1F-4B6E07BD5D6F}"/>
          </ac:spMkLst>
        </pc:spChg>
      </pc:sldChg>
      <pc:sldChg chg="modSp">
        <pc:chgData name="Carlos Miglinski" userId="31b42f8782254bec" providerId="Windows Live" clId="Web-{7AA476E9-CFC2-4BF1-A30C-7A7F1B99661D}" dt="2024-10-23T17:19:44.250" v="8" actId="20577"/>
        <pc:sldMkLst>
          <pc:docMk/>
          <pc:sldMk cId="1282433843" sldId="262"/>
        </pc:sldMkLst>
        <pc:spChg chg="mod">
          <ac:chgData name="Carlos Miglinski" userId="31b42f8782254bec" providerId="Windows Live" clId="Web-{7AA476E9-CFC2-4BF1-A30C-7A7F1B99661D}" dt="2024-10-23T17:19:44.250" v="8" actId="20577"/>
          <ac:spMkLst>
            <pc:docMk/>
            <pc:sldMk cId="1282433843" sldId="262"/>
            <ac:spMk id="53" creationId="{D9A4BBFB-EE9B-096D-A8DF-185C861ECB73}"/>
          </ac:spMkLst>
        </pc:spChg>
        <pc:cxnChg chg="mod">
          <ac:chgData name="Carlos Miglinski" userId="31b42f8782254bec" providerId="Windows Live" clId="Web-{7AA476E9-CFC2-4BF1-A30C-7A7F1B99661D}" dt="2024-10-23T17:19:34.828" v="5" actId="14100"/>
          <ac:cxnSpMkLst>
            <pc:docMk/>
            <pc:sldMk cId="1282433843" sldId="262"/>
            <ac:cxnSpMk id="15" creationId="{6A543E73-0232-2676-778D-8A411A99B406}"/>
          </ac:cxnSpMkLst>
        </pc:cxnChg>
        <pc:cxnChg chg="mod">
          <ac:chgData name="Carlos Miglinski" userId="31b42f8782254bec" providerId="Windows Live" clId="Web-{7AA476E9-CFC2-4BF1-A30C-7A7F1B99661D}" dt="2024-10-23T17:19:29.453" v="4" actId="1076"/>
          <ac:cxnSpMkLst>
            <pc:docMk/>
            <pc:sldMk cId="1282433843" sldId="262"/>
            <ac:cxnSpMk id="16" creationId="{77D3CBF8-A41B-22D3-7B9C-8A98A22F431B}"/>
          </ac:cxnSpMkLst>
        </pc:cxnChg>
      </pc:sldChg>
      <pc:sldChg chg="modSp">
        <pc:chgData name="Carlos Miglinski" userId="31b42f8782254bec" providerId="Windows Live" clId="Web-{7AA476E9-CFC2-4BF1-A30C-7A7F1B99661D}" dt="2024-10-23T17:20:36.657" v="18" actId="20577"/>
        <pc:sldMkLst>
          <pc:docMk/>
          <pc:sldMk cId="3362862535" sldId="267"/>
        </pc:sldMkLst>
        <pc:spChg chg="mod">
          <ac:chgData name="Carlos Miglinski" userId="31b42f8782254bec" providerId="Windows Live" clId="Web-{7AA476E9-CFC2-4BF1-A30C-7A7F1B99661D}" dt="2024-10-23T17:20:36.657" v="18" actId="20577"/>
          <ac:spMkLst>
            <pc:docMk/>
            <pc:sldMk cId="3362862535" sldId="267"/>
            <ac:spMk id="3" creationId="{7743DBCE-2701-943E-4DA1-18DDE7EFF073}"/>
          </ac:spMkLst>
        </pc:spChg>
      </pc:sldChg>
      <pc:sldChg chg="modSp">
        <pc:chgData name="Carlos Miglinski" userId="31b42f8782254bec" providerId="Windows Live" clId="Web-{7AA476E9-CFC2-4BF1-A30C-7A7F1B99661D}" dt="2024-10-23T17:21:12.486" v="21" actId="20577"/>
        <pc:sldMkLst>
          <pc:docMk/>
          <pc:sldMk cId="2117114433" sldId="269"/>
        </pc:sldMkLst>
        <pc:spChg chg="mod">
          <ac:chgData name="Carlos Miglinski" userId="31b42f8782254bec" providerId="Windows Live" clId="Web-{7AA476E9-CFC2-4BF1-A30C-7A7F1B99661D}" dt="2024-10-23T17:21:12.486" v="21" actId="20577"/>
          <ac:spMkLst>
            <pc:docMk/>
            <pc:sldMk cId="2117114433" sldId="269"/>
            <ac:spMk id="3" creationId="{B9570C6B-B0A7-FF16-051C-34BC25740AFC}"/>
          </ac:spMkLst>
        </pc:spChg>
      </pc:sldChg>
      <pc:sldChg chg="modSp">
        <pc:chgData name="Carlos Miglinski" userId="31b42f8782254bec" providerId="Windows Live" clId="Web-{7AA476E9-CFC2-4BF1-A30C-7A7F1B99661D}" dt="2024-10-23T17:20:12.016" v="17" actId="20577"/>
        <pc:sldMkLst>
          <pc:docMk/>
          <pc:sldMk cId="1465364505" sldId="273"/>
        </pc:sldMkLst>
        <pc:spChg chg="mod">
          <ac:chgData name="Carlos Miglinski" userId="31b42f8782254bec" providerId="Windows Live" clId="Web-{7AA476E9-CFC2-4BF1-A30C-7A7F1B99661D}" dt="2024-10-23T17:20:12.016" v="17" actId="20577"/>
          <ac:spMkLst>
            <pc:docMk/>
            <pc:sldMk cId="1465364505" sldId="273"/>
            <ac:spMk id="53" creationId="{D9A4BBFB-EE9B-096D-A8DF-185C861ECB73}"/>
          </ac:spMkLst>
        </pc:spChg>
        <pc:cxnChg chg="mod">
          <ac:chgData name="Carlos Miglinski" userId="31b42f8782254bec" providerId="Windows Live" clId="Web-{7AA476E9-CFC2-4BF1-A30C-7A7F1B99661D}" dt="2024-10-23T17:20:05.719" v="15" actId="14100"/>
          <ac:cxnSpMkLst>
            <pc:docMk/>
            <pc:sldMk cId="1465364505" sldId="273"/>
            <ac:cxnSpMk id="15" creationId="{6A543E73-0232-2676-778D-8A411A99B406}"/>
          </ac:cxnSpMkLst>
        </pc:cxnChg>
        <pc:cxnChg chg="mod">
          <ac:chgData name="Carlos Miglinski" userId="31b42f8782254bec" providerId="Windows Live" clId="Web-{7AA476E9-CFC2-4BF1-A30C-7A7F1B99661D}" dt="2024-10-23T17:20:01.672" v="14" actId="1076"/>
          <ac:cxnSpMkLst>
            <pc:docMk/>
            <pc:sldMk cId="1465364505" sldId="273"/>
            <ac:cxnSpMk id="16" creationId="{77D3CBF8-A41B-22D3-7B9C-8A98A22F431B}"/>
          </ac:cxnSpMkLst>
        </pc:cxnChg>
      </pc:sldChg>
      <pc:sldChg chg="modSp add replId">
        <pc:chgData name="Carlos Miglinski" userId="31b42f8782254bec" providerId="Windows Live" clId="Web-{7AA476E9-CFC2-4BF1-A30C-7A7F1B99661D}" dt="2024-10-23T17:19:53.032" v="13" actId="20577"/>
        <pc:sldMkLst>
          <pc:docMk/>
          <pc:sldMk cId="4166768516" sldId="274"/>
        </pc:sldMkLst>
        <pc:spChg chg="mod">
          <ac:chgData name="Carlos Miglinski" userId="31b42f8782254bec" providerId="Windows Live" clId="Web-{7AA476E9-CFC2-4BF1-A30C-7A7F1B99661D}" dt="2024-10-23T17:19:53.032" v="13" actId="20577"/>
          <ac:spMkLst>
            <pc:docMk/>
            <pc:sldMk cId="4166768516" sldId="274"/>
            <ac:spMk id="83" creationId="{8D3EF329-2EB8-A389-13AD-1572F7CCAACC}"/>
          </ac:spMkLst>
        </pc:spChg>
        <pc:cxnChg chg="mod">
          <ac:chgData name="Carlos Miglinski" userId="31b42f8782254bec" providerId="Windows Live" clId="Web-{7AA476E9-CFC2-4BF1-A30C-7A7F1B99661D}" dt="2024-10-23T17:19:13.656" v="2" actId="14100"/>
          <ac:cxnSpMkLst>
            <pc:docMk/>
            <pc:sldMk cId="4166768516" sldId="274"/>
            <ac:cxnSpMk id="61" creationId="{7D3F4E32-4B42-CCEA-2AC3-71F9E57A32B0}"/>
          </ac:cxnSpMkLst>
        </pc:cxnChg>
        <pc:cxnChg chg="mod">
          <ac:chgData name="Carlos Miglinski" userId="31b42f8782254bec" providerId="Windows Live" clId="Web-{7AA476E9-CFC2-4BF1-A30C-7A7F1B99661D}" dt="2024-10-23T17:19:17.828" v="3" actId="1076"/>
          <ac:cxnSpMkLst>
            <pc:docMk/>
            <pc:sldMk cId="4166768516" sldId="274"/>
            <ac:cxnSpMk id="62" creationId="{68E8D9E2-25A5-158C-ACB0-20787B418AA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23.10.2024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>
                <a:cs typeface="Calibri Light"/>
              </a:rPr>
              <a:t>Fila</a:t>
            </a:r>
            <a:r>
              <a:rPr lang="de-DE" dirty="0">
                <a:cs typeface="Calibri Light"/>
              </a:rPr>
              <a:t> </a:t>
            </a:r>
            <a:r>
              <a:rPr lang="de-DE" dirty="0" err="1">
                <a:cs typeface="Calibri Light"/>
              </a:rPr>
              <a:t>Dinâmica</a:t>
            </a:r>
            <a:endParaRPr lang="de-DE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>
                <a:cs typeface="Calibri"/>
              </a:rPr>
              <a:t>Estrutura</a:t>
            </a:r>
            <a:r>
              <a:rPr lang="de-DE" dirty="0">
                <a:cs typeface="Calibri"/>
              </a:rPr>
              <a:t> de </a:t>
            </a:r>
            <a:r>
              <a:rPr lang="de-DE" dirty="0" err="1">
                <a:cs typeface="Calibri"/>
              </a:rPr>
              <a:t>Dados</a:t>
            </a:r>
          </a:p>
          <a:p>
            <a:endParaRPr lang="de-DE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7FBFC-E15C-3BF1-788E-A0925F1D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 Dinâmica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71DF4-85DC-3D75-3185-95026F7CB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É uma estrutura linear na qual: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pt-BR" dirty="0">
                <a:ea typeface="+mn-lt"/>
                <a:cs typeface="+mn-lt"/>
              </a:rPr>
              <a:t>As inserções ocorrem no final da fila;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pt-BR" dirty="0">
                <a:ea typeface="+mn-lt"/>
                <a:cs typeface="+mn-lt"/>
              </a:rPr>
              <a:t>As exclusões ocorrem no início da fila.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pt-BR" dirty="0">
                <a:ea typeface="+mn-lt"/>
                <a:cs typeface="+mn-lt"/>
              </a:rPr>
              <a:t>Utiliza a mesma lógica de uma fila de pessoas.</a:t>
            </a:r>
            <a:endParaRPr lang="en-US" dirty="0">
              <a:ea typeface="+mn-lt"/>
              <a:cs typeface="+mn-lt"/>
            </a:endParaRPr>
          </a:p>
          <a:p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64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14075-0523-45EA-C137-2A003267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 Dinâmica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8D3C5D-1E3C-03FD-11CC-94F51B2D4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cs typeface="Calibri" panose="020F0502020204030204"/>
              </a:rPr>
              <a:t>Alocação e liberação da memória é sob demanda evitando desperdício de memória;</a:t>
            </a:r>
          </a:p>
          <a:p>
            <a:r>
              <a:rPr lang="pt-BR" dirty="0">
                <a:cs typeface="Calibri" panose="020F0502020204030204"/>
              </a:rPr>
              <a:t>Cada elemento sabe quem é seu próximo na fila;</a:t>
            </a:r>
          </a:p>
          <a:p>
            <a:r>
              <a:rPr lang="pt-BR" dirty="0">
                <a:cs typeface="Calibri" panose="020F0502020204030204"/>
              </a:rPr>
              <a:t>Controle do início e fim da fila.</a:t>
            </a:r>
          </a:p>
        </p:txBody>
      </p:sp>
    </p:spTree>
    <p:extLst>
      <p:ext uri="{BB962C8B-B14F-4D97-AF65-F5344CB8AC3E}">
        <p14:creationId xmlns:p14="http://schemas.microsoft.com/office/powerpoint/2010/main" val="108394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3629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Haverá 2 campos para guardar os endereços de quem está no início e no quem está no fim da fila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Cada elemento aponta seu sucessor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/>
            </a:endParaRPr>
          </a:p>
        </p:txBody>
      </p: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21746C40-6082-CA47-9C62-538B13164B8F}"/>
              </a:ext>
            </a:extLst>
          </p:cNvPr>
          <p:cNvGrpSpPr/>
          <p:nvPr/>
        </p:nvGrpSpPr>
        <p:grpSpPr>
          <a:xfrm>
            <a:off x="832920" y="3592284"/>
            <a:ext cx="9243346" cy="2253294"/>
            <a:chOff x="832920" y="3592284"/>
            <a:chExt cx="9243346" cy="2253294"/>
          </a:xfrm>
        </p:grpSpPr>
        <p:grpSp>
          <p:nvGrpSpPr>
            <p:cNvPr id="53" name="Agrupar 52">
              <a:extLst>
                <a:ext uri="{FF2B5EF4-FFF2-40B4-BE49-F238E27FC236}">
                  <a16:creationId xmlns:a16="http://schemas.microsoft.com/office/drawing/2014/main" id="{BC4EA196-CD28-9A13-2D1B-8FE693A8B377}"/>
                </a:ext>
              </a:extLst>
            </p:cNvPr>
            <p:cNvGrpSpPr/>
            <p:nvPr/>
          </p:nvGrpSpPr>
          <p:grpSpPr>
            <a:xfrm>
              <a:off x="832920" y="4144320"/>
              <a:ext cx="9243346" cy="1701258"/>
              <a:chOff x="805706" y="3776928"/>
              <a:chExt cx="9243346" cy="1701258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E4BC88CC-9D67-DC3F-F79B-9C1DFAA1B943}"/>
                  </a:ext>
                </a:extLst>
              </p:cNvPr>
              <p:cNvGrpSpPr/>
              <p:nvPr/>
            </p:nvGrpSpPr>
            <p:grpSpPr>
              <a:xfrm>
                <a:off x="805706" y="3776930"/>
                <a:ext cx="2245170" cy="1207697"/>
                <a:chOff x="805706" y="3518138"/>
                <a:chExt cx="2245170" cy="1207697"/>
              </a:xfrm>
            </p:grpSpPr>
            <p:grpSp>
              <p:nvGrpSpPr>
                <p:cNvPr id="12" name="Agrupar 11">
                  <a:extLst>
                    <a:ext uri="{FF2B5EF4-FFF2-40B4-BE49-F238E27FC236}">
                      <a16:creationId xmlns:a16="http://schemas.microsoft.com/office/drawing/2014/main" id="{71EE13DA-C849-9202-CF80-2224DC2FAA99}"/>
                    </a:ext>
                  </a:extLst>
                </p:cNvPr>
                <p:cNvGrpSpPr/>
                <p:nvPr/>
              </p:nvGrpSpPr>
              <p:grpSpPr>
                <a:xfrm>
                  <a:off x="1713781" y="3518138"/>
                  <a:ext cx="1337095" cy="1207697"/>
                  <a:chOff x="1713781" y="3518138"/>
                  <a:chExt cx="1337095" cy="1207697"/>
                </a:xfrm>
              </p:grpSpPr>
              <p:grpSp>
                <p:nvGrpSpPr>
                  <p:cNvPr id="7" name="Agrupar 6">
                    <a:extLst>
                      <a:ext uri="{FF2B5EF4-FFF2-40B4-BE49-F238E27FC236}">
                        <a16:creationId xmlns:a16="http://schemas.microsoft.com/office/drawing/2014/main" id="{55DED607-62D8-6596-187A-FC175205F291}"/>
                      </a:ext>
                    </a:extLst>
                  </p:cNvPr>
                  <p:cNvGrpSpPr/>
                  <p:nvPr/>
                </p:nvGrpSpPr>
                <p:grpSpPr>
                  <a:xfrm>
                    <a:off x="1713781" y="3518138"/>
                    <a:ext cx="1337095" cy="1207697"/>
                    <a:chOff x="1210573" y="3705044"/>
                    <a:chExt cx="1337095" cy="1207697"/>
                  </a:xfrm>
                </p:grpSpPr>
                <p:sp>
                  <p:nvSpPr>
                    <p:cNvPr id="4" name="Retângulo 3">
                      <a:extLst>
                        <a:ext uri="{FF2B5EF4-FFF2-40B4-BE49-F238E27FC236}">
                          <a16:creationId xmlns:a16="http://schemas.microsoft.com/office/drawing/2014/main" id="{3B75E5EE-5732-7698-B26D-160174665F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0574" y="3705044"/>
                      <a:ext cx="1337094" cy="60384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pt-BR" dirty="0">
                          <a:cs typeface="Calibri"/>
                        </a:rPr>
                        <a:t>10</a:t>
                      </a:r>
                      <a:endParaRPr lang="pt-BR" dirty="0"/>
                    </a:p>
                  </p:txBody>
                </p:sp>
                <p:sp>
                  <p:nvSpPr>
                    <p:cNvPr id="6" name="Retângulo 5">
                      <a:extLst>
                        <a:ext uri="{FF2B5EF4-FFF2-40B4-BE49-F238E27FC236}">
                          <a16:creationId xmlns:a16="http://schemas.microsoft.com/office/drawing/2014/main" id="{BE40E5DB-20C1-70DB-16F8-50DBA7F83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0573" y="4308892"/>
                      <a:ext cx="1337094" cy="60384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</p:grpSp>
              <p:sp>
                <p:nvSpPr>
                  <p:cNvPr id="8" name="CaixaDeTexto 7">
                    <a:extLst>
                      <a:ext uri="{FF2B5EF4-FFF2-40B4-BE49-F238E27FC236}">
                        <a16:creationId xmlns:a16="http://schemas.microsoft.com/office/drawing/2014/main" id="{4EADFC23-52B6-D101-78B4-230130E4E010}"/>
                      </a:ext>
                    </a:extLst>
                  </p:cNvPr>
                  <p:cNvSpPr txBox="1"/>
                  <p:nvPr/>
                </p:nvSpPr>
                <p:spPr>
                  <a:xfrm>
                    <a:off x="1970272" y="3646673"/>
                    <a:ext cx="899843" cy="47604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pt-BR" sz="2400" dirty="0">
                        <a:cs typeface="Calibri"/>
                      </a:rPr>
                      <a:t>1010</a:t>
                    </a:r>
                    <a:endParaRPr lang="pt-BR" sz="2400" dirty="0"/>
                  </a:p>
                </p:txBody>
              </p:sp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8FB93692-E0DA-7E11-F5E0-35529016FA46}"/>
                      </a:ext>
                    </a:extLst>
                  </p:cNvPr>
                  <p:cNvSpPr txBox="1"/>
                  <p:nvPr/>
                </p:nvSpPr>
                <p:spPr>
                  <a:xfrm>
                    <a:off x="1927139" y="4178635"/>
                    <a:ext cx="899843" cy="47604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pt-BR" sz="2400" dirty="0">
                        <a:cs typeface="Calibri"/>
                      </a:rPr>
                      <a:t>1222</a:t>
                    </a:r>
                    <a:endParaRPr lang="pt-BR" sz="2400" dirty="0"/>
                  </a:p>
                </p:txBody>
              </p:sp>
            </p:grpSp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F5721667-F861-8AE3-8B9C-CAA12A2B9FE0}"/>
                    </a:ext>
                  </a:extLst>
                </p:cNvPr>
                <p:cNvSpPr txBox="1"/>
                <p:nvPr/>
              </p:nvSpPr>
              <p:spPr>
                <a:xfrm>
                  <a:off x="805706" y="3646673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inicio</a:t>
                  </a:r>
                  <a:endParaRPr lang="pt-BR" sz="2400" dirty="0"/>
                </a:p>
              </p:txBody>
            </p:sp>
            <p:sp>
              <p:nvSpPr>
                <p:cNvPr id="13" name="CaixaDeTexto 1">
                  <a:extLst>
                    <a:ext uri="{FF2B5EF4-FFF2-40B4-BE49-F238E27FC236}">
                      <a16:creationId xmlns:a16="http://schemas.microsoft.com/office/drawing/2014/main" id="{BCBA3999-57F9-4DB9-A270-2F87AA758BA9}"/>
                    </a:ext>
                  </a:extLst>
                </p:cNvPr>
                <p:cNvSpPr txBox="1"/>
                <p:nvPr/>
              </p:nvSpPr>
              <p:spPr>
                <a:xfrm>
                  <a:off x="834460" y="4164258"/>
                  <a:ext cx="899843" cy="461665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pt-BR" sz="2400" dirty="0">
                      <a:cs typeface="Calibri"/>
                    </a:rPr>
                    <a:t>fim</a:t>
                  </a:r>
                  <a:endParaRPr lang="pt-BR" dirty="0">
                    <a:cs typeface="Calibri"/>
                  </a:endParaRPr>
                </a:p>
              </p:txBody>
            </p:sp>
          </p:grpSp>
          <p:grpSp>
            <p:nvGrpSpPr>
              <p:cNvPr id="26" name="Agrupar 25">
                <a:extLst>
                  <a:ext uri="{FF2B5EF4-FFF2-40B4-BE49-F238E27FC236}">
                    <a16:creationId xmlns:a16="http://schemas.microsoft.com/office/drawing/2014/main" id="{B06DE434-DFC2-3AFD-9892-ECDD9B4AFC58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400749" cy="1207697"/>
                <a:chOff x="4186686" y="3776929"/>
                <a:chExt cx="1400749" cy="1207697"/>
              </a:xfrm>
            </p:grpSpPr>
            <p:grpSp>
              <p:nvGrpSpPr>
                <p:cNvPr id="21" name="Agrupar 20">
                  <a:extLst>
                    <a:ext uri="{FF2B5EF4-FFF2-40B4-BE49-F238E27FC236}">
                      <a16:creationId xmlns:a16="http://schemas.microsoft.com/office/drawing/2014/main" id="{8D9F576D-DD22-0258-1B68-88058736B639}"/>
                    </a:ext>
                  </a:extLst>
                </p:cNvPr>
                <p:cNvGrpSpPr/>
                <p:nvPr/>
              </p:nvGrpSpPr>
              <p:grpSpPr>
                <a:xfrm>
                  <a:off x="4186686" y="3776929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24" name="Retângulo 23">
                    <a:extLst>
                      <a:ext uri="{FF2B5EF4-FFF2-40B4-BE49-F238E27FC236}">
                        <a16:creationId xmlns:a16="http://schemas.microsoft.com/office/drawing/2014/main" id="{C0C6F2F2-B384-BD67-C693-5D2C2F093694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25" name="Retângulo 24">
                    <a:extLst>
                      <a:ext uri="{FF2B5EF4-FFF2-40B4-BE49-F238E27FC236}">
                        <a16:creationId xmlns:a16="http://schemas.microsoft.com/office/drawing/2014/main" id="{91397D5A-9EC2-E47B-A7FD-32B91C574918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0FB3E619-AEDE-090A-6533-C8A40640AFBE}"/>
                    </a:ext>
                  </a:extLst>
                </p:cNvPr>
                <p:cNvSpPr txBox="1"/>
                <p:nvPr/>
              </p:nvSpPr>
              <p:spPr>
                <a:xfrm>
                  <a:off x="4687592" y="384795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5</a:t>
                  </a:r>
                  <a:endParaRPr lang="pt-BR" sz="2400" dirty="0"/>
                </a:p>
              </p:txBody>
            </p:sp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77EC8737-82E9-5E90-DAA4-640EC12B91FE}"/>
                    </a:ext>
                  </a:extLst>
                </p:cNvPr>
                <p:cNvSpPr txBox="1"/>
                <p:nvPr/>
              </p:nvSpPr>
              <p:spPr>
                <a:xfrm>
                  <a:off x="4400044" y="4437426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1050</a:t>
                  </a:r>
                  <a:endParaRPr lang="pt-BR" sz="2400" dirty="0"/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141B298C-AE3A-5A1E-0AFD-42CCCA0AEE3E}"/>
                  </a:ext>
                </a:extLst>
              </p:cNvPr>
              <p:cNvGrpSpPr/>
              <p:nvPr/>
            </p:nvGrpSpPr>
            <p:grpSpPr>
              <a:xfrm>
                <a:off x="6041365" y="3776928"/>
                <a:ext cx="1400749" cy="1207697"/>
                <a:chOff x="4186686" y="3776929"/>
                <a:chExt cx="1400749" cy="1207697"/>
              </a:xfrm>
            </p:grpSpPr>
            <p:grpSp>
              <p:nvGrpSpPr>
                <p:cNvPr id="28" name="Agrupar 27">
                  <a:extLst>
                    <a:ext uri="{FF2B5EF4-FFF2-40B4-BE49-F238E27FC236}">
                      <a16:creationId xmlns:a16="http://schemas.microsoft.com/office/drawing/2014/main" id="{B7D48F40-CCDA-3B19-85F5-8CA690AC8B78}"/>
                    </a:ext>
                  </a:extLst>
                </p:cNvPr>
                <p:cNvGrpSpPr/>
                <p:nvPr/>
              </p:nvGrpSpPr>
              <p:grpSpPr>
                <a:xfrm>
                  <a:off x="4186686" y="3776929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31" name="Retângulo 30">
                    <a:extLst>
                      <a:ext uri="{FF2B5EF4-FFF2-40B4-BE49-F238E27FC236}">
                        <a16:creationId xmlns:a16="http://schemas.microsoft.com/office/drawing/2014/main" id="{6E5E1089-1E62-BF7D-162A-60263D90F0DD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32" name="Retângulo 31">
                    <a:extLst>
                      <a:ext uri="{FF2B5EF4-FFF2-40B4-BE49-F238E27FC236}">
                        <a16:creationId xmlns:a16="http://schemas.microsoft.com/office/drawing/2014/main" id="{B28A759C-AC41-6AED-5BC8-77446942C468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A2554A52-837A-EB09-00D6-E34C1087E36A}"/>
                    </a:ext>
                  </a:extLst>
                </p:cNvPr>
                <p:cNvSpPr txBox="1"/>
                <p:nvPr/>
              </p:nvSpPr>
              <p:spPr>
                <a:xfrm>
                  <a:off x="4687592" y="384795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7</a:t>
                  </a:r>
                  <a:endParaRPr lang="pt-BR" sz="2400" dirty="0"/>
                </a:p>
              </p:txBody>
            </p:sp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1E48B69E-B006-FA24-5AC6-8392805154E5}"/>
                    </a:ext>
                  </a:extLst>
                </p:cNvPr>
                <p:cNvSpPr txBox="1"/>
                <p:nvPr/>
              </p:nvSpPr>
              <p:spPr>
                <a:xfrm>
                  <a:off x="4400044" y="4437426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1222</a:t>
                  </a:r>
                  <a:endParaRPr lang="pt-BR" sz="2400" dirty="0"/>
                </a:p>
              </p:txBody>
            </p:sp>
          </p:grpSp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F1519F7F-2FD9-1767-B540-9E76369CC56A}"/>
                  </a:ext>
                </a:extLst>
              </p:cNvPr>
              <p:cNvGrpSpPr/>
              <p:nvPr/>
            </p:nvGrpSpPr>
            <p:grpSpPr>
              <a:xfrm>
                <a:off x="7781025" y="3820061"/>
                <a:ext cx="1400749" cy="1207697"/>
                <a:chOff x="4186686" y="3776929"/>
                <a:chExt cx="1400749" cy="1207697"/>
              </a:xfrm>
            </p:grpSpPr>
            <p:grpSp>
              <p:nvGrpSpPr>
                <p:cNvPr id="34" name="Agrupar 33">
                  <a:extLst>
                    <a:ext uri="{FF2B5EF4-FFF2-40B4-BE49-F238E27FC236}">
                      <a16:creationId xmlns:a16="http://schemas.microsoft.com/office/drawing/2014/main" id="{A949A7BC-27F3-D5B5-5150-C9BFE15A1ADF}"/>
                    </a:ext>
                  </a:extLst>
                </p:cNvPr>
                <p:cNvGrpSpPr/>
                <p:nvPr/>
              </p:nvGrpSpPr>
              <p:grpSpPr>
                <a:xfrm>
                  <a:off x="4186686" y="3776929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37" name="Retângulo 36">
                    <a:extLst>
                      <a:ext uri="{FF2B5EF4-FFF2-40B4-BE49-F238E27FC236}">
                        <a16:creationId xmlns:a16="http://schemas.microsoft.com/office/drawing/2014/main" id="{2BD06081-D06C-8103-0E3E-518346A53CEC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38" name="Retângulo 37">
                    <a:extLst>
                      <a:ext uri="{FF2B5EF4-FFF2-40B4-BE49-F238E27FC236}">
                        <a16:creationId xmlns:a16="http://schemas.microsoft.com/office/drawing/2014/main" id="{E2AC0695-92B7-6FE3-4D22-F75096E53969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EB894968-E937-677D-781F-7CD2C36BDE23}"/>
                    </a:ext>
                  </a:extLst>
                </p:cNvPr>
                <p:cNvSpPr txBox="1"/>
                <p:nvPr/>
              </p:nvSpPr>
              <p:spPr>
                <a:xfrm>
                  <a:off x="4687592" y="384795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6</a:t>
                  </a:r>
                  <a:endParaRPr lang="pt-BR" sz="2400" dirty="0"/>
                </a:p>
              </p:txBody>
            </p:sp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6617308E-AAB6-E56C-361B-845555F7D3E9}"/>
                    </a:ext>
                  </a:extLst>
                </p:cNvPr>
                <p:cNvSpPr txBox="1"/>
                <p:nvPr/>
              </p:nvSpPr>
              <p:spPr>
                <a:xfrm>
                  <a:off x="4586950" y="4379917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 err="1">
                      <a:cs typeface="Calibri"/>
                    </a:rPr>
                    <a:t>null</a:t>
                  </a:r>
                  <a:endParaRPr lang="pt-BR" sz="2400" dirty="0" err="1"/>
                </a:p>
              </p:txBody>
            </p:sp>
          </p:grpSp>
          <p:cxnSp>
            <p:nvCxnSpPr>
              <p:cNvPr id="39" name="Conector de Seta Reta 38">
                <a:extLst>
                  <a:ext uri="{FF2B5EF4-FFF2-40B4-BE49-F238E27FC236}">
                    <a16:creationId xmlns:a16="http://schemas.microsoft.com/office/drawing/2014/main" id="{3989ACC2-F010-90D3-9F56-AF7AE99949A9}"/>
                  </a:ext>
                </a:extLst>
              </p:cNvPr>
              <p:cNvCxnSpPr/>
              <p:nvPr/>
            </p:nvCxnSpPr>
            <p:spPr>
              <a:xfrm>
                <a:off x="3049079" y="4148946"/>
                <a:ext cx="1086928" cy="862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ector de Seta Reta 39">
                <a:extLst>
                  <a:ext uri="{FF2B5EF4-FFF2-40B4-BE49-F238E27FC236}">
                    <a16:creationId xmlns:a16="http://schemas.microsoft.com/office/drawing/2014/main" id="{9088C288-5870-5ACB-FDBF-F375BE2E5B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21451" y="4251159"/>
                <a:ext cx="526744" cy="401526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ector de Seta Reta 40">
                <a:extLst>
                  <a:ext uri="{FF2B5EF4-FFF2-40B4-BE49-F238E27FC236}">
                    <a16:creationId xmlns:a16="http://schemas.microsoft.com/office/drawing/2014/main" id="{7A6E908B-DEC5-703B-0752-878AF7A330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1041" y="4344479"/>
                <a:ext cx="339306" cy="33642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Conector de Seta Reta 42">
                <a:extLst>
                  <a:ext uri="{FF2B5EF4-FFF2-40B4-BE49-F238E27FC236}">
                    <a16:creationId xmlns:a16="http://schemas.microsoft.com/office/drawing/2014/main" id="{D821E0FD-A581-0294-68BD-B0A4284AAE6B}"/>
                  </a:ext>
                </a:extLst>
              </p:cNvPr>
              <p:cNvCxnSpPr/>
              <p:nvPr/>
            </p:nvCxnSpPr>
            <p:spPr>
              <a:xfrm flipV="1">
                <a:off x="9186412" y="4808506"/>
                <a:ext cx="67573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e Seta Reta 43">
                <a:extLst>
                  <a:ext uri="{FF2B5EF4-FFF2-40B4-BE49-F238E27FC236}">
                    <a16:creationId xmlns:a16="http://schemas.microsoft.com/office/drawing/2014/main" id="{E61E7B21-88E0-1531-446A-CBAEC89080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33391" y="4808506"/>
                <a:ext cx="1" cy="50320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e Seta Reta 44">
                <a:extLst>
                  <a:ext uri="{FF2B5EF4-FFF2-40B4-BE49-F238E27FC236}">
                    <a16:creationId xmlns:a16="http://schemas.microsoft.com/office/drawing/2014/main" id="{E110D0CB-92A7-A021-386D-2210D7BBDD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03355" y="5297336"/>
                <a:ext cx="43132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de Seta Reta 45">
                <a:extLst>
                  <a:ext uri="{FF2B5EF4-FFF2-40B4-BE49-F238E27FC236}">
                    <a16:creationId xmlns:a16="http://schemas.microsoft.com/office/drawing/2014/main" id="{86205624-C6A4-22D6-A8B8-FC7497ACDE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17732" y="5441109"/>
                <a:ext cx="43132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de Seta Reta 49">
                <a:extLst>
                  <a:ext uri="{FF2B5EF4-FFF2-40B4-BE49-F238E27FC236}">
                    <a16:creationId xmlns:a16="http://schemas.microsoft.com/office/drawing/2014/main" id="{237CB683-A265-998B-59D9-81C09B1ACA6D}"/>
                  </a:ext>
                </a:extLst>
              </p:cNvPr>
              <p:cNvCxnSpPr/>
              <p:nvPr/>
            </p:nvCxnSpPr>
            <p:spPr>
              <a:xfrm>
                <a:off x="3101197" y="4689894"/>
                <a:ext cx="761999" cy="77637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de Seta Reta 50">
                <a:extLst>
                  <a:ext uri="{FF2B5EF4-FFF2-40B4-BE49-F238E27FC236}">
                    <a16:creationId xmlns:a16="http://schemas.microsoft.com/office/drawing/2014/main" id="{A87C2B1A-2685-7F45-5417-5342207193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22137" y="5447552"/>
                <a:ext cx="4083168" cy="28754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de Seta Reta 51">
                <a:extLst>
                  <a:ext uri="{FF2B5EF4-FFF2-40B4-BE49-F238E27FC236}">
                    <a16:creationId xmlns:a16="http://schemas.microsoft.com/office/drawing/2014/main" id="{7D981DB2-21E2-E83F-EA26-A2934BE923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77874" y="5028869"/>
                <a:ext cx="416917" cy="4493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C653D483-CBCB-8C22-91D6-F3573616C290}"/>
                </a:ext>
              </a:extLst>
            </p:cNvPr>
            <p:cNvSpPr txBox="1"/>
            <p:nvPr/>
          </p:nvSpPr>
          <p:spPr>
            <a:xfrm>
              <a:off x="4435927" y="3592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1010</a:t>
              </a: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981E35A8-E674-51F4-F58A-0EBE62641EB3}"/>
                </a:ext>
              </a:extLst>
            </p:cNvPr>
            <p:cNvSpPr txBox="1"/>
            <p:nvPr/>
          </p:nvSpPr>
          <p:spPr>
            <a:xfrm>
              <a:off x="6327319" y="3592284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1050</a:t>
              </a: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14F4C7B9-CA22-8060-DD19-0A39B56ACA5A}"/>
                </a:ext>
              </a:extLst>
            </p:cNvPr>
            <p:cNvSpPr txBox="1"/>
            <p:nvPr/>
          </p:nvSpPr>
          <p:spPr>
            <a:xfrm>
              <a:off x="8069034" y="3592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101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Haverá 2 campos para guardar os endereços de quem está no início e no quem está no fim da fila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Cada elemento aponta seu sucessor</a:t>
            </a:r>
            <a:endParaRPr lang="pt-BR" dirty="0"/>
          </a:p>
          <a:p>
            <a:r>
              <a:rPr lang="pt-BR" sz="3200" b="1" dirty="0">
                <a:cs typeface="Calibri"/>
              </a:rPr>
              <a:t>Como inserir o elemento 8?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A12BD92-666D-D0C4-30A4-38ADFD4E57A7}"/>
              </a:ext>
            </a:extLst>
          </p:cNvPr>
          <p:cNvGrpSpPr/>
          <p:nvPr/>
        </p:nvGrpSpPr>
        <p:grpSpPr>
          <a:xfrm>
            <a:off x="832920" y="4525322"/>
            <a:ext cx="2245170" cy="1207697"/>
            <a:chOff x="805706" y="3518138"/>
            <a:chExt cx="2245170" cy="1207697"/>
          </a:xfrm>
        </p:grpSpPr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86582DEE-93C3-017C-126D-5572FA02BBA3}"/>
                </a:ext>
              </a:extLst>
            </p:cNvPr>
            <p:cNvGrpSpPr/>
            <p:nvPr/>
          </p:nvGrpSpPr>
          <p:grpSpPr>
            <a:xfrm>
              <a:off x="1713781" y="3518138"/>
              <a:ext cx="1337095" cy="1207697"/>
              <a:chOff x="1713781" y="3518138"/>
              <a:chExt cx="1337095" cy="1207697"/>
            </a:xfrm>
          </p:grpSpPr>
          <p:grpSp>
            <p:nvGrpSpPr>
              <p:cNvPr id="81" name="Agrupar 80">
                <a:extLst>
                  <a:ext uri="{FF2B5EF4-FFF2-40B4-BE49-F238E27FC236}">
                    <a16:creationId xmlns:a16="http://schemas.microsoft.com/office/drawing/2014/main" id="{A9CF5C23-602E-828F-43C5-213B11EE651F}"/>
                  </a:ext>
                </a:extLst>
              </p:cNvPr>
              <p:cNvGrpSpPr/>
              <p:nvPr/>
            </p:nvGrpSpPr>
            <p:grpSpPr>
              <a:xfrm>
                <a:off x="1713781" y="3518138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84" name="Retângulo 83">
                  <a:extLst>
                    <a:ext uri="{FF2B5EF4-FFF2-40B4-BE49-F238E27FC236}">
                      <a16:creationId xmlns:a16="http://schemas.microsoft.com/office/drawing/2014/main" id="{49887EAE-FA1B-9A38-40C9-038E22AD4B4A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85" name="Retângulo 84">
                  <a:extLst>
                    <a:ext uri="{FF2B5EF4-FFF2-40B4-BE49-F238E27FC236}">
                      <a16:creationId xmlns:a16="http://schemas.microsoft.com/office/drawing/2014/main" id="{759ED5E5-1311-96A6-8E09-D39368172C23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B3E5F44B-61C3-B808-9501-17611621E67B}"/>
                  </a:ext>
                </a:extLst>
              </p:cNvPr>
              <p:cNvSpPr txBox="1"/>
              <p:nvPr/>
            </p:nvSpPr>
            <p:spPr>
              <a:xfrm>
                <a:off x="1970272" y="3646673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1010</a:t>
                </a:r>
                <a:endParaRPr lang="pt-BR" sz="2400" dirty="0"/>
              </a:p>
            </p:txBody>
          </p:sp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8D3EF329-2EB8-A389-13AD-1572F7CCAACC}"/>
                  </a:ext>
                </a:extLst>
              </p:cNvPr>
              <p:cNvSpPr txBox="1"/>
              <p:nvPr/>
            </p:nvSpPr>
            <p:spPr>
              <a:xfrm>
                <a:off x="1927139" y="417863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1222</a:t>
                </a:r>
                <a:endParaRPr lang="pt-BR" sz="2400" dirty="0"/>
              </a:p>
            </p:txBody>
          </p:sp>
        </p:grp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59E3574D-EB58-C908-D694-A8E0A65E743D}"/>
                </a:ext>
              </a:extLst>
            </p:cNvPr>
            <p:cNvSpPr txBox="1"/>
            <p:nvPr/>
          </p:nvSpPr>
          <p:spPr>
            <a:xfrm>
              <a:off x="805706" y="3646673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inicio</a:t>
              </a:r>
              <a:endParaRPr lang="pt-BR" sz="2400" dirty="0"/>
            </a:p>
          </p:txBody>
        </p:sp>
        <p:sp>
          <p:nvSpPr>
            <p:cNvPr id="80" name="CaixaDeTexto 1">
              <a:extLst>
                <a:ext uri="{FF2B5EF4-FFF2-40B4-BE49-F238E27FC236}">
                  <a16:creationId xmlns:a16="http://schemas.microsoft.com/office/drawing/2014/main" id="{21B5DF71-D5DA-834C-7382-44890068D21A}"/>
                </a:ext>
              </a:extLst>
            </p:cNvPr>
            <p:cNvSpPr txBox="1"/>
            <p:nvPr/>
          </p:nvSpPr>
          <p:spPr>
            <a:xfrm>
              <a:off x="834460" y="4164258"/>
              <a:ext cx="899843" cy="46166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dirty="0">
                  <a:cs typeface="Calibri"/>
                </a:rPr>
                <a:t>fim</a:t>
              </a:r>
              <a:endParaRPr lang="pt-BR" dirty="0">
                <a:cs typeface="Calibri"/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1400656E-4EDE-A92E-5456-7CD2E24BCC77}"/>
              </a:ext>
            </a:extLst>
          </p:cNvPr>
          <p:cNvGrpSpPr/>
          <p:nvPr/>
        </p:nvGrpSpPr>
        <p:grpSpPr>
          <a:xfrm>
            <a:off x="4213900" y="4525321"/>
            <a:ext cx="1400749" cy="1207697"/>
            <a:chOff x="4186686" y="3776929"/>
            <a:chExt cx="1400749" cy="1207697"/>
          </a:xfrm>
        </p:grpSpPr>
        <p:grpSp>
          <p:nvGrpSpPr>
            <p:cNvPr id="73" name="Agrupar 72">
              <a:extLst>
                <a:ext uri="{FF2B5EF4-FFF2-40B4-BE49-F238E27FC236}">
                  <a16:creationId xmlns:a16="http://schemas.microsoft.com/office/drawing/2014/main" id="{2C5E5651-B562-7860-1264-8C593A569499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27285626-DBAE-E99D-5ECA-5F4AD830DE6C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081A2376-ADF1-4BAB-C3C2-6348BFD37A11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A62C30CB-219F-B0C7-9AB0-CC2E52CCE3CE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5</a:t>
              </a:r>
              <a:endParaRPr lang="pt-BR" sz="2400" dirty="0"/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ECBBF2BD-3A5C-1847-A14C-DD30818CF645}"/>
                </a:ext>
              </a:extLst>
            </p:cNvPr>
            <p:cNvSpPr txBox="1"/>
            <p:nvPr/>
          </p:nvSpPr>
          <p:spPr>
            <a:xfrm>
              <a:off x="4400044" y="4437426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1050</a:t>
              </a:r>
              <a:endParaRPr lang="pt-BR" sz="240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E8081643-67A7-842A-8EE4-9E7BF5147E7C}"/>
              </a:ext>
            </a:extLst>
          </p:cNvPr>
          <p:cNvGrpSpPr/>
          <p:nvPr/>
        </p:nvGrpSpPr>
        <p:grpSpPr>
          <a:xfrm>
            <a:off x="6068579" y="4525320"/>
            <a:ext cx="1400749" cy="1207697"/>
            <a:chOff x="4186686" y="3776929"/>
            <a:chExt cx="1400749" cy="1207697"/>
          </a:xfrm>
        </p:grpSpPr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2A009EDC-8E02-4BD9-4F9F-5D7DE8E6A29D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C85E9267-DED7-929B-D323-095074ECF67A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72" name="Retângulo 71">
                <a:extLst>
                  <a:ext uri="{FF2B5EF4-FFF2-40B4-BE49-F238E27FC236}">
                    <a16:creationId xmlns:a16="http://schemas.microsoft.com/office/drawing/2014/main" id="{0D79618E-77BB-E5F3-07D4-61BE00E2AB7A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70BE7BA0-EC08-1DC7-0D41-BF64CEC8CA6E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7</a:t>
              </a:r>
              <a:endParaRPr lang="pt-BR" sz="2400" dirty="0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4BB75657-76E6-92FA-867E-A6F0CE60B100}"/>
                </a:ext>
              </a:extLst>
            </p:cNvPr>
            <p:cNvSpPr txBox="1"/>
            <p:nvPr/>
          </p:nvSpPr>
          <p:spPr>
            <a:xfrm>
              <a:off x="4400044" y="4437426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  <a:endParaRPr lang="pt-BR" sz="2400" dirty="0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AC4B3B5A-1BC0-2BBD-26B1-F11A335CBDF0}"/>
              </a:ext>
            </a:extLst>
          </p:cNvPr>
          <p:cNvGrpSpPr/>
          <p:nvPr/>
        </p:nvGrpSpPr>
        <p:grpSpPr>
          <a:xfrm>
            <a:off x="7808239" y="4568453"/>
            <a:ext cx="1400749" cy="1207697"/>
            <a:chOff x="4186686" y="3776929"/>
            <a:chExt cx="1400749" cy="1207697"/>
          </a:xfrm>
        </p:grpSpPr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id="{A907C59C-EE77-838D-7330-A58878B47C8A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F70CA9DA-D73E-6E74-72BF-6083F5C0E290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6B10949C-569C-2FC5-622D-B342789F3940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DEB016C4-56E6-FCFB-BE19-ED6FFE4B88A1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6</a:t>
              </a:r>
              <a:endParaRPr lang="pt-BR" sz="2400" dirty="0"/>
            </a:p>
          </p:txBody>
        </p: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BE1A3640-DB3A-817A-3206-EC925598761C}"/>
                </a:ext>
              </a:extLst>
            </p:cNvPr>
            <p:cNvSpPr txBox="1"/>
            <p:nvPr/>
          </p:nvSpPr>
          <p:spPr>
            <a:xfrm>
              <a:off x="4586950" y="4379917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 err="1">
                  <a:cs typeface="Calibri"/>
                </a:rPr>
                <a:t>null</a:t>
              </a:r>
              <a:endParaRPr lang="pt-BR" sz="2400" dirty="0" err="1"/>
            </a:p>
          </p:txBody>
        </p:sp>
      </p:grp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5DBF3E4C-609A-7AF8-96B6-6741423E3A06}"/>
              </a:ext>
            </a:extLst>
          </p:cNvPr>
          <p:cNvCxnSpPr/>
          <p:nvPr/>
        </p:nvCxnSpPr>
        <p:spPr>
          <a:xfrm>
            <a:off x="3076293" y="4897338"/>
            <a:ext cx="1086928" cy="86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790F068F-A71A-8743-D5CE-C2CC4C539B77}"/>
              </a:ext>
            </a:extLst>
          </p:cNvPr>
          <p:cNvCxnSpPr>
            <a:cxnSpLocks/>
          </p:cNvCxnSpPr>
          <p:nvPr/>
        </p:nvCxnSpPr>
        <p:spPr>
          <a:xfrm flipV="1">
            <a:off x="5548665" y="4999551"/>
            <a:ext cx="526744" cy="40152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42C26173-2D86-75BB-FBDF-53AF7EC27A09}"/>
              </a:ext>
            </a:extLst>
          </p:cNvPr>
          <p:cNvCxnSpPr>
            <a:cxnSpLocks/>
          </p:cNvCxnSpPr>
          <p:nvPr/>
        </p:nvCxnSpPr>
        <p:spPr>
          <a:xfrm flipV="1">
            <a:off x="7418255" y="5092871"/>
            <a:ext cx="339306" cy="3364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E9A74A3-9B72-B359-FD8A-F22442BE90B6}"/>
              </a:ext>
            </a:extLst>
          </p:cNvPr>
          <p:cNvCxnSpPr/>
          <p:nvPr/>
        </p:nvCxnSpPr>
        <p:spPr>
          <a:xfrm flipV="1">
            <a:off x="10853081" y="5442763"/>
            <a:ext cx="675734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B1A9F2B6-A9F9-0C96-3A1F-AD2C9FA027F6}"/>
              </a:ext>
            </a:extLst>
          </p:cNvPr>
          <p:cNvGrpSpPr/>
          <p:nvPr/>
        </p:nvGrpSpPr>
        <p:grpSpPr>
          <a:xfrm>
            <a:off x="11283631" y="5418269"/>
            <a:ext cx="445697" cy="632603"/>
            <a:chOff x="9630569" y="5556898"/>
            <a:chExt cx="445697" cy="632603"/>
          </a:xfrm>
        </p:grpSpPr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0A41FA59-1F50-EB2B-493E-F3FD7D6F8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0605" y="5556898"/>
              <a:ext cx="1" cy="503207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51231010-E94D-9B44-FF10-3F81047A7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0569" y="6045728"/>
              <a:ext cx="431320" cy="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42BA1A06-B761-FA5E-8CCF-78795374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4946" y="6189501"/>
              <a:ext cx="431320" cy="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9E0D1E3B-AF58-ED5F-2692-5AFAD542C807}"/>
              </a:ext>
            </a:extLst>
          </p:cNvPr>
          <p:cNvCxnSpPr/>
          <p:nvPr/>
        </p:nvCxnSpPr>
        <p:spPr>
          <a:xfrm>
            <a:off x="3128411" y="5438286"/>
            <a:ext cx="761999" cy="77637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7D3F4E32-4B42-CCEA-2AC3-71F9E57A32B0}"/>
              </a:ext>
            </a:extLst>
          </p:cNvPr>
          <p:cNvCxnSpPr>
            <a:cxnSpLocks/>
          </p:cNvCxnSpPr>
          <p:nvPr/>
        </p:nvCxnSpPr>
        <p:spPr>
          <a:xfrm>
            <a:off x="3849351" y="6195944"/>
            <a:ext cx="4083168" cy="2875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68E8D9E2-25A5-158C-ACB0-20787B418AA9}"/>
              </a:ext>
            </a:extLst>
          </p:cNvPr>
          <p:cNvCxnSpPr>
            <a:cxnSpLocks/>
          </p:cNvCxnSpPr>
          <p:nvPr/>
        </p:nvCxnSpPr>
        <p:spPr>
          <a:xfrm flipV="1">
            <a:off x="7905088" y="5777261"/>
            <a:ext cx="416917" cy="44931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CED53BA-B3F4-CB6A-B6AD-72D67EC18FA9}"/>
              </a:ext>
            </a:extLst>
          </p:cNvPr>
          <p:cNvSpPr txBox="1"/>
          <p:nvPr/>
        </p:nvSpPr>
        <p:spPr>
          <a:xfrm>
            <a:off x="4435927" y="3973285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1010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96445AB-6A5D-21AD-7F91-9F6CD48CE62E}"/>
              </a:ext>
            </a:extLst>
          </p:cNvPr>
          <p:cNvSpPr txBox="1"/>
          <p:nvPr/>
        </p:nvSpPr>
        <p:spPr>
          <a:xfrm>
            <a:off x="6327319" y="3973284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1050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E293633-7155-1153-1117-9A3A76C122EE}"/>
              </a:ext>
            </a:extLst>
          </p:cNvPr>
          <p:cNvSpPr txBox="1"/>
          <p:nvPr/>
        </p:nvSpPr>
        <p:spPr>
          <a:xfrm>
            <a:off x="8069034" y="3973285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1222</a:t>
            </a:r>
          </a:p>
        </p:txBody>
      </p: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6A9C8B05-A207-89B5-92A2-C237248CFC48}"/>
              </a:ext>
            </a:extLst>
          </p:cNvPr>
          <p:cNvGrpSpPr/>
          <p:nvPr/>
        </p:nvGrpSpPr>
        <p:grpSpPr>
          <a:xfrm>
            <a:off x="9551602" y="4568453"/>
            <a:ext cx="1400749" cy="1207697"/>
            <a:chOff x="4186686" y="3776929"/>
            <a:chExt cx="1400749" cy="1207697"/>
          </a:xfrm>
        </p:grpSpPr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953F04ED-F1E4-D136-3F7C-98CF10334166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83AD4F9E-7B58-73F3-98E7-A093DC79470E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94" name="Retângulo 93">
                <a:extLst>
                  <a:ext uri="{FF2B5EF4-FFF2-40B4-BE49-F238E27FC236}">
                    <a16:creationId xmlns:a16="http://schemas.microsoft.com/office/drawing/2014/main" id="{357843DA-896B-5758-FC3B-8C9506578925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id="{51A98BDF-8A21-FE9C-8EB3-C93014CF128C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8</a:t>
              </a:r>
              <a:endParaRPr lang="pt-BR" sz="2400" dirty="0"/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FB2B1AB9-5A3E-21BD-A5FB-F9511109DCB4}"/>
                </a:ext>
              </a:extLst>
            </p:cNvPr>
            <p:cNvSpPr txBox="1"/>
            <p:nvPr/>
          </p:nvSpPr>
          <p:spPr>
            <a:xfrm>
              <a:off x="4586950" y="4379917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 err="1">
                  <a:cs typeface="Calibri"/>
                </a:rPr>
                <a:t>null</a:t>
              </a:r>
              <a:endParaRPr lang="pt-BR" sz="2400" dirty="0" err="1"/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DBAEECF1-B441-FE2B-F070-04BE27A1B6A0}"/>
              </a:ext>
            </a:extLst>
          </p:cNvPr>
          <p:cNvSpPr txBox="1"/>
          <p:nvPr/>
        </p:nvSpPr>
        <p:spPr>
          <a:xfrm>
            <a:off x="9696943" y="3927103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2350</a:t>
            </a:r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774DF275-F198-2FCA-2D79-3587B6580773}"/>
              </a:ext>
            </a:extLst>
          </p:cNvPr>
          <p:cNvCxnSpPr>
            <a:cxnSpLocks/>
          </p:cNvCxnSpPr>
          <p:nvPr/>
        </p:nvCxnSpPr>
        <p:spPr>
          <a:xfrm flipV="1">
            <a:off x="9144024" y="5540734"/>
            <a:ext cx="305620" cy="1088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209ED74F-D7BA-33AF-A0D4-04DFB4C5651A}"/>
              </a:ext>
            </a:extLst>
          </p:cNvPr>
          <p:cNvGrpSpPr/>
          <p:nvPr/>
        </p:nvGrpSpPr>
        <p:grpSpPr>
          <a:xfrm>
            <a:off x="9204460" y="5505355"/>
            <a:ext cx="445697" cy="632603"/>
            <a:chOff x="9630569" y="5556898"/>
            <a:chExt cx="445697" cy="632603"/>
          </a:xfrm>
        </p:grpSpPr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3046D4D4-27D0-8A7B-A0E6-7EE330144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0605" y="5556898"/>
              <a:ext cx="1" cy="503207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55AF0C0F-2801-D307-1318-D39396E04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0569" y="6045728"/>
              <a:ext cx="431320" cy="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55611BA9-B3D7-E2C1-6716-0F2E9851A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4946" y="6189501"/>
              <a:ext cx="431320" cy="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431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Haverá 2 campos para guardar os endereços de quem está no início e no quem está no fim da fila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Cada elemento aponta seu sucessor</a:t>
            </a:r>
            <a:endParaRPr lang="pt-BR" dirty="0"/>
          </a:p>
          <a:p>
            <a:r>
              <a:rPr lang="pt-BR" sz="3200" b="1" dirty="0">
                <a:cs typeface="Calibri"/>
              </a:rPr>
              <a:t>Como inserir o elemento 8?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355D5F0-90A6-CCCB-B706-32BEF24FFAFC}"/>
              </a:ext>
            </a:extLst>
          </p:cNvPr>
          <p:cNvGrpSpPr/>
          <p:nvPr/>
        </p:nvGrpSpPr>
        <p:grpSpPr>
          <a:xfrm>
            <a:off x="832920" y="3927103"/>
            <a:ext cx="10896408" cy="2299475"/>
            <a:chOff x="832920" y="3927103"/>
            <a:chExt cx="10896408" cy="2299475"/>
          </a:xfrm>
        </p:grpSpPr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AA12BD92-666D-D0C4-30A4-38ADFD4E57A7}"/>
                </a:ext>
              </a:extLst>
            </p:cNvPr>
            <p:cNvGrpSpPr/>
            <p:nvPr/>
          </p:nvGrpSpPr>
          <p:grpSpPr>
            <a:xfrm>
              <a:off x="832920" y="4525322"/>
              <a:ext cx="2245170" cy="1207697"/>
              <a:chOff x="805706" y="3518138"/>
              <a:chExt cx="2245170" cy="1207697"/>
            </a:xfrm>
          </p:grpSpPr>
          <p:grpSp>
            <p:nvGrpSpPr>
              <p:cNvPr id="78" name="Agrupar 77">
                <a:extLst>
                  <a:ext uri="{FF2B5EF4-FFF2-40B4-BE49-F238E27FC236}">
                    <a16:creationId xmlns:a16="http://schemas.microsoft.com/office/drawing/2014/main" id="{86582DEE-93C3-017C-126D-5572FA02BBA3}"/>
                  </a:ext>
                </a:extLst>
              </p:cNvPr>
              <p:cNvGrpSpPr/>
              <p:nvPr/>
            </p:nvGrpSpPr>
            <p:grpSpPr>
              <a:xfrm>
                <a:off x="1713781" y="3518138"/>
                <a:ext cx="1337095" cy="1207697"/>
                <a:chOff x="1713781" y="3518138"/>
                <a:chExt cx="1337095" cy="1207697"/>
              </a:xfrm>
            </p:grpSpPr>
            <p:grpSp>
              <p:nvGrpSpPr>
                <p:cNvPr id="81" name="Agrupar 80">
                  <a:extLst>
                    <a:ext uri="{FF2B5EF4-FFF2-40B4-BE49-F238E27FC236}">
                      <a16:creationId xmlns:a16="http://schemas.microsoft.com/office/drawing/2014/main" id="{A9CF5C23-602E-828F-43C5-213B11EE651F}"/>
                    </a:ext>
                  </a:extLst>
                </p:cNvPr>
                <p:cNvGrpSpPr/>
                <p:nvPr/>
              </p:nvGrpSpPr>
              <p:grpSpPr>
                <a:xfrm>
                  <a:off x="1713781" y="3518138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84" name="Retângulo 83">
                    <a:extLst>
                      <a:ext uri="{FF2B5EF4-FFF2-40B4-BE49-F238E27FC236}">
                        <a16:creationId xmlns:a16="http://schemas.microsoft.com/office/drawing/2014/main" id="{49887EAE-FA1B-9A38-40C9-038E22AD4B4A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85" name="Retângulo 84">
                    <a:extLst>
                      <a:ext uri="{FF2B5EF4-FFF2-40B4-BE49-F238E27FC236}">
                        <a16:creationId xmlns:a16="http://schemas.microsoft.com/office/drawing/2014/main" id="{759ED5E5-1311-96A6-8E09-D39368172C23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82" name="CaixaDeTexto 81">
                  <a:extLst>
                    <a:ext uri="{FF2B5EF4-FFF2-40B4-BE49-F238E27FC236}">
                      <a16:creationId xmlns:a16="http://schemas.microsoft.com/office/drawing/2014/main" id="{B3E5F44B-61C3-B808-9501-17611621E67B}"/>
                    </a:ext>
                  </a:extLst>
                </p:cNvPr>
                <p:cNvSpPr txBox="1"/>
                <p:nvPr/>
              </p:nvSpPr>
              <p:spPr>
                <a:xfrm>
                  <a:off x="1970272" y="3646673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1010</a:t>
                  </a:r>
                  <a:endParaRPr lang="pt-BR" sz="2400" dirty="0"/>
                </a:p>
              </p:txBody>
            </p:sp>
            <p:sp>
              <p:nvSpPr>
                <p:cNvPr id="83" name="CaixaDeTexto 82">
                  <a:extLst>
                    <a:ext uri="{FF2B5EF4-FFF2-40B4-BE49-F238E27FC236}">
                      <a16:creationId xmlns:a16="http://schemas.microsoft.com/office/drawing/2014/main" id="{8D3EF329-2EB8-A389-13AD-1572F7CCAACC}"/>
                    </a:ext>
                  </a:extLst>
                </p:cNvPr>
                <p:cNvSpPr txBox="1"/>
                <p:nvPr/>
              </p:nvSpPr>
              <p:spPr>
                <a:xfrm>
                  <a:off x="1927139" y="417863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1222</a:t>
                  </a:r>
                  <a:endParaRPr lang="pt-BR" sz="2400" dirty="0"/>
                </a:p>
              </p:txBody>
            </p:sp>
          </p:grp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59E3574D-EB58-C908-D694-A8E0A65E743D}"/>
                  </a:ext>
                </a:extLst>
              </p:cNvPr>
              <p:cNvSpPr txBox="1"/>
              <p:nvPr/>
            </p:nvSpPr>
            <p:spPr>
              <a:xfrm>
                <a:off x="805706" y="3646673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inicio</a:t>
                </a:r>
                <a:endParaRPr lang="pt-BR" sz="2400" dirty="0"/>
              </a:p>
            </p:txBody>
          </p:sp>
          <p:sp>
            <p:nvSpPr>
              <p:cNvPr id="80" name="CaixaDeTexto 1">
                <a:extLst>
                  <a:ext uri="{FF2B5EF4-FFF2-40B4-BE49-F238E27FC236}">
                    <a16:creationId xmlns:a16="http://schemas.microsoft.com/office/drawing/2014/main" id="{21B5DF71-D5DA-834C-7382-44890068D21A}"/>
                  </a:ext>
                </a:extLst>
              </p:cNvPr>
              <p:cNvSpPr txBox="1"/>
              <p:nvPr/>
            </p:nvSpPr>
            <p:spPr>
              <a:xfrm>
                <a:off x="834460" y="4164258"/>
                <a:ext cx="899843" cy="461665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>
                    <a:cs typeface="Calibri"/>
                  </a:rPr>
                  <a:t>fim</a:t>
                </a:r>
                <a:endParaRPr lang="pt-BR" dirty="0">
                  <a:cs typeface="Calibri"/>
                </a:endParaRPr>
              </a:p>
            </p:txBody>
          </p:sp>
        </p:grpSp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1400656E-4EDE-A92E-5456-7CD2E24BCC77}"/>
                </a:ext>
              </a:extLst>
            </p:cNvPr>
            <p:cNvGrpSpPr/>
            <p:nvPr/>
          </p:nvGrpSpPr>
          <p:grpSpPr>
            <a:xfrm>
              <a:off x="4213900" y="4525321"/>
              <a:ext cx="1400749" cy="1207697"/>
              <a:chOff x="4186686" y="3776929"/>
              <a:chExt cx="1400749" cy="1207697"/>
            </a:xfrm>
          </p:grpSpPr>
          <p:grpSp>
            <p:nvGrpSpPr>
              <p:cNvPr id="73" name="Agrupar 72">
                <a:extLst>
                  <a:ext uri="{FF2B5EF4-FFF2-40B4-BE49-F238E27FC236}">
                    <a16:creationId xmlns:a16="http://schemas.microsoft.com/office/drawing/2014/main" id="{2C5E5651-B562-7860-1264-8C593A569499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76" name="Retângulo 75">
                  <a:extLst>
                    <a:ext uri="{FF2B5EF4-FFF2-40B4-BE49-F238E27FC236}">
                      <a16:creationId xmlns:a16="http://schemas.microsoft.com/office/drawing/2014/main" id="{27285626-DBAE-E99D-5ECA-5F4AD830DE6C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77" name="Retângulo 76">
                  <a:extLst>
                    <a:ext uri="{FF2B5EF4-FFF2-40B4-BE49-F238E27FC236}">
                      <a16:creationId xmlns:a16="http://schemas.microsoft.com/office/drawing/2014/main" id="{081A2376-ADF1-4BAB-C3C2-6348BFD37A11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62C30CB-219F-B0C7-9AB0-CC2E52CCE3CE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5</a:t>
                </a:r>
                <a:endParaRPr lang="pt-BR" sz="2400" dirty="0"/>
              </a:p>
            </p:txBody>
          </p:sp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ECBBF2BD-3A5C-1847-A14C-DD30818CF645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1050</a:t>
                </a:r>
                <a:endParaRPr lang="pt-BR" sz="2400" dirty="0"/>
              </a:p>
            </p:txBody>
          </p:sp>
        </p:grp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E8081643-67A7-842A-8EE4-9E7BF5147E7C}"/>
                </a:ext>
              </a:extLst>
            </p:cNvPr>
            <p:cNvGrpSpPr/>
            <p:nvPr/>
          </p:nvGrpSpPr>
          <p:grpSpPr>
            <a:xfrm>
              <a:off x="6068579" y="4525320"/>
              <a:ext cx="1400749" cy="1207697"/>
              <a:chOff x="4186686" y="3776929"/>
              <a:chExt cx="1400749" cy="1207697"/>
            </a:xfrm>
          </p:grpSpPr>
          <p:grpSp>
            <p:nvGrpSpPr>
              <p:cNvPr id="68" name="Agrupar 67">
                <a:extLst>
                  <a:ext uri="{FF2B5EF4-FFF2-40B4-BE49-F238E27FC236}">
                    <a16:creationId xmlns:a16="http://schemas.microsoft.com/office/drawing/2014/main" id="{2A009EDC-8E02-4BD9-4F9F-5D7DE8E6A29D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71" name="Retângulo 70">
                  <a:extLst>
                    <a:ext uri="{FF2B5EF4-FFF2-40B4-BE49-F238E27FC236}">
                      <a16:creationId xmlns:a16="http://schemas.microsoft.com/office/drawing/2014/main" id="{C85E9267-DED7-929B-D323-095074ECF67A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72" name="Retângulo 71">
                  <a:extLst>
                    <a:ext uri="{FF2B5EF4-FFF2-40B4-BE49-F238E27FC236}">
                      <a16:creationId xmlns:a16="http://schemas.microsoft.com/office/drawing/2014/main" id="{0D79618E-77BB-E5F3-07D4-61BE00E2AB7A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70BE7BA0-EC08-1DC7-0D41-BF64CEC8CA6E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7</a:t>
                </a:r>
                <a:endParaRPr lang="pt-BR" sz="2400" dirty="0"/>
              </a:p>
            </p:txBody>
          </p:sp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4BB75657-76E6-92FA-867E-A6F0CE60B100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1222</a:t>
                </a:r>
                <a:endParaRPr lang="pt-BR" sz="2400" dirty="0"/>
              </a:p>
            </p:txBody>
          </p:sp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AC4B3B5A-1BC0-2BBD-26B1-F11A335CBDF0}"/>
                </a:ext>
              </a:extLst>
            </p:cNvPr>
            <p:cNvGrpSpPr/>
            <p:nvPr/>
          </p:nvGrpSpPr>
          <p:grpSpPr>
            <a:xfrm>
              <a:off x="7808239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63" name="Agrupar 62">
                <a:extLst>
                  <a:ext uri="{FF2B5EF4-FFF2-40B4-BE49-F238E27FC236}">
                    <a16:creationId xmlns:a16="http://schemas.microsoft.com/office/drawing/2014/main" id="{A907C59C-EE77-838D-7330-A58878B47C8A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66" name="Retângulo 65">
                  <a:extLst>
                    <a:ext uri="{FF2B5EF4-FFF2-40B4-BE49-F238E27FC236}">
                      <a16:creationId xmlns:a16="http://schemas.microsoft.com/office/drawing/2014/main" id="{F70CA9DA-D73E-6E74-72BF-6083F5C0E290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67" name="Retângulo 66">
                  <a:extLst>
                    <a:ext uri="{FF2B5EF4-FFF2-40B4-BE49-F238E27FC236}">
                      <a16:creationId xmlns:a16="http://schemas.microsoft.com/office/drawing/2014/main" id="{6B10949C-569C-2FC5-622D-B342789F3940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DEB016C4-56E6-FCFB-BE19-ED6FFE4B88A1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6</a:t>
                </a:r>
                <a:endParaRPr lang="pt-BR" sz="2400" dirty="0"/>
              </a:p>
            </p:txBody>
          </p:sp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BE1A3640-DB3A-817A-3206-EC925598761C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2350</a:t>
                </a:r>
              </a:p>
            </p:txBody>
          </p:sp>
        </p:grp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5DBF3E4C-609A-7AF8-96B6-6741423E3A06}"/>
                </a:ext>
              </a:extLst>
            </p:cNvPr>
            <p:cNvCxnSpPr/>
            <p:nvPr/>
          </p:nvCxnSpPr>
          <p:spPr>
            <a:xfrm>
              <a:off x="3076293" y="4897338"/>
              <a:ext cx="1086928" cy="862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790F068F-A71A-8743-D5CE-C2CC4C539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8665" y="4999551"/>
              <a:ext cx="526744" cy="4015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42C26173-2D86-75BB-FBDF-53AF7EC27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8255" y="50928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8" name="Agrupar 87">
              <a:extLst>
                <a:ext uri="{FF2B5EF4-FFF2-40B4-BE49-F238E27FC236}">
                  <a16:creationId xmlns:a16="http://schemas.microsoft.com/office/drawing/2014/main" id="{41A4F20E-9F71-9892-78CA-BDAD9BFC213E}"/>
                </a:ext>
              </a:extLst>
            </p:cNvPr>
            <p:cNvGrpSpPr/>
            <p:nvPr/>
          </p:nvGrpSpPr>
          <p:grpSpPr>
            <a:xfrm>
              <a:off x="10853081" y="5396498"/>
              <a:ext cx="876247" cy="632603"/>
              <a:chOff x="9213626" y="5488862"/>
              <a:chExt cx="876247" cy="632603"/>
            </a:xfrm>
          </p:grpSpPr>
          <p:cxnSp>
            <p:nvCxnSpPr>
              <p:cNvPr id="56" name="Conector de Seta Reta 55">
                <a:extLst>
                  <a:ext uri="{FF2B5EF4-FFF2-40B4-BE49-F238E27FC236}">
                    <a16:creationId xmlns:a16="http://schemas.microsoft.com/office/drawing/2014/main" id="{2E9A74A3-9B72-B359-FD8A-F22442BE90B6}"/>
                  </a:ext>
                </a:extLst>
              </p:cNvPr>
              <p:cNvCxnSpPr/>
              <p:nvPr/>
            </p:nvCxnSpPr>
            <p:spPr>
              <a:xfrm flipV="1">
                <a:off x="9213626" y="5556898"/>
                <a:ext cx="67573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7" name="Agrupar 86">
                <a:extLst>
                  <a:ext uri="{FF2B5EF4-FFF2-40B4-BE49-F238E27FC236}">
                    <a16:creationId xmlns:a16="http://schemas.microsoft.com/office/drawing/2014/main" id="{B1A9F2B6-A9F9-0C96-3A1F-AD2C9FA027F6}"/>
                  </a:ext>
                </a:extLst>
              </p:cNvPr>
              <p:cNvGrpSpPr/>
              <p:nvPr/>
            </p:nvGrpSpPr>
            <p:grpSpPr>
              <a:xfrm>
                <a:off x="9644176" y="5488862"/>
                <a:ext cx="445697" cy="632603"/>
                <a:chOff x="9630569" y="5556898"/>
                <a:chExt cx="445697" cy="632603"/>
              </a:xfrm>
            </p:grpSpPr>
            <p:cxnSp>
              <p:nvCxnSpPr>
                <p:cNvPr id="57" name="Conector de Seta Reta 56">
                  <a:extLst>
                    <a:ext uri="{FF2B5EF4-FFF2-40B4-BE49-F238E27FC236}">
                      <a16:creationId xmlns:a16="http://schemas.microsoft.com/office/drawing/2014/main" id="{0A41FA59-1F50-EB2B-493E-F3FD7D6F81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60605" y="5556898"/>
                  <a:ext cx="1" cy="503207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de Seta Reta 57">
                  <a:extLst>
                    <a:ext uri="{FF2B5EF4-FFF2-40B4-BE49-F238E27FC236}">
                      <a16:creationId xmlns:a16="http://schemas.microsoft.com/office/drawing/2014/main" id="{51231010-E94D-9B44-FF10-3F81047A7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30569" y="6045728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de Seta Reta 58">
                  <a:extLst>
                    <a:ext uri="{FF2B5EF4-FFF2-40B4-BE49-F238E27FC236}">
                      <a16:creationId xmlns:a16="http://schemas.microsoft.com/office/drawing/2014/main" id="{42BA1A06-B761-FA5E-8CCF-787953740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44946" y="6189501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9E0D1E3B-AF58-ED5F-2692-5AFAD542C807}"/>
                </a:ext>
              </a:extLst>
            </p:cNvPr>
            <p:cNvCxnSpPr/>
            <p:nvPr/>
          </p:nvCxnSpPr>
          <p:spPr>
            <a:xfrm>
              <a:off x="3128411" y="5438286"/>
              <a:ext cx="761999" cy="776377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7D3F4E32-4B42-CCEA-2AC3-71F9E57A32B0}"/>
                </a:ext>
              </a:extLst>
            </p:cNvPr>
            <p:cNvCxnSpPr>
              <a:cxnSpLocks/>
            </p:cNvCxnSpPr>
            <p:nvPr/>
          </p:nvCxnSpPr>
          <p:spPr>
            <a:xfrm>
              <a:off x="3849351" y="6195944"/>
              <a:ext cx="4083168" cy="28754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68E8D9E2-25A5-158C-ACB0-20787B418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5088" y="5777261"/>
              <a:ext cx="416917" cy="44931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FCED53BA-B3F4-CB6A-B6AD-72D67EC18FA9}"/>
                </a:ext>
              </a:extLst>
            </p:cNvPr>
            <p:cNvSpPr txBox="1"/>
            <p:nvPr/>
          </p:nvSpPr>
          <p:spPr>
            <a:xfrm>
              <a:off x="4435927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1010</a:t>
              </a: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096445AB-6A5D-21AD-7F91-9F6CD48CE62E}"/>
                </a:ext>
              </a:extLst>
            </p:cNvPr>
            <p:cNvSpPr txBox="1"/>
            <p:nvPr/>
          </p:nvSpPr>
          <p:spPr>
            <a:xfrm>
              <a:off x="6327319" y="3973284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1050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EE293633-7155-1153-1117-9A3A76C122EE}"/>
                </a:ext>
              </a:extLst>
            </p:cNvPr>
            <p:cNvSpPr txBox="1"/>
            <p:nvPr/>
          </p:nvSpPr>
          <p:spPr>
            <a:xfrm>
              <a:off x="8069034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</a:p>
          </p:txBody>
        </p:sp>
        <p:grpSp>
          <p:nvGrpSpPr>
            <p:cNvPr id="89" name="Agrupar 88">
              <a:extLst>
                <a:ext uri="{FF2B5EF4-FFF2-40B4-BE49-F238E27FC236}">
                  <a16:creationId xmlns:a16="http://schemas.microsoft.com/office/drawing/2014/main" id="{6A9C8B05-A207-89B5-92A2-C237248CFC48}"/>
                </a:ext>
              </a:extLst>
            </p:cNvPr>
            <p:cNvGrpSpPr/>
            <p:nvPr/>
          </p:nvGrpSpPr>
          <p:grpSpPr>
            <a:xfrm>
              <a:off x="9551602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id="{953F04ED-F1E4-D136-3F7C-98CF10334166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93" name="Retângulo 92">
                  <a:extLst>
                    <a:ext uri="{FF2B5EF4-FFF2-40B4-BE49-F238E27FC236}">
                      <a16:creationId xmlns:a16="http://schemas.microsoft.com/office/drawing/2014/main" id="{83AD4F9E-7B58-73F3-98E7-A093DC79470E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94" name="Retângulo 93">
                  <a:extLst>
                    <a:ext uri="{FF2B5EF4-FFF2-40B4-BE49-F238E27FC236}">
                      <a16:creationId xmlns:a16="http://schemas.microsoft.com/office/drawing/2014/main" id="{357843DA-896B-5758-FC3B-8C9506578925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51A98BDF-8A21-FE9C-8EB3-C93014CF128C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8</a:t>
                </a:r>
                <a:endParaRPr lang="pt-BR" sz="2400" dirty="0"/>
              </a:p>
            </p:txBody>
          </p:sp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FB2B1AB9-5A3E-21BD-A5FB-F9511109DCB4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 err="1">
                    <a:cs typeface="Calibri"/>
                  </a:rPr>
                  <a:t>null</a:t>
                </a:r>
                <a:endParaRPr lang="pt-BR" sz="2400" dirty="0" err="1"/>
              </a:p>
            </p:txBody>
          </p:sp>
        </p:grp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DBAEECF1-B441-FE2B-F070-04BE27A1B6A0}"/>
                </a:ext>
              </a:extLst>
            </p:cNvPr>
            <p:cNvSpPr txBox="1"/>
            <p:nvPr/>
          </p:nvSpPr>
          <p:spPr>
            <a:xfrm>
              <a:off x="9696943" y="3927103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2350</a:t>
              </a: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B7FD7F39-8965-08A1-71AD-192CC6350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969" y="51690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958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Haverá 2 campos para guardar os endereços de quem está no início e no quem está no fim da fila</a:t>
            </a:r>
            <a:endParaRPr lang="en-US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Cada elemento aponta seu sucessor</a:t>
            </a:r>
            <a:endParaRPr lang="pt-BR" dirty="0"/>
          </a:p>
          <a:p>
            <a:r>
              <a:rPr lang="pt-BR" sz="3200" b="1" dirty="0">
                <a:cs typeface="Calibri"/>
              </a:rPr>
              <a:t>Como inserir o elemento 8?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355D5F0-90A6-CCCB-B706-32BEF24FFAFC}"/>
              </a:ext>
            </a:extLst>
          </p:cNvPr>
          <p:cNvGrpSpPr/>
          <p:nvPr/>
        </p:nvGrpSpPr>
        <p:grpSpPr>
          <a:xfrm>
            <a:off x="832920" y="3927103"/>
            <a:ext cx="10896408" cy="2325285"/>
            <a:chOff x="832920" y="3927103"/>
            <a:chExt cx="10896408" cy="2325285"/>
          </a:xfrm>
        </p:grpSpPr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AA12BD92-666D-D0C4-30A4-38ADFD4E57A7}"/>
                </a:ext>
              </a:extLst>
            </p:cNvPr>
            <p:cNvGrpSpPr/>
            <p:nvPr/>
          </p:nvGrpSpPr>
          <p:grpSpPr>
            <a:xfrm>
              <a:off x="832920" y="4525322"/>
              <a:ext cx="2245170" cy="1207697"/>
              <a:chOff x="805706" y="3518138"/>
              <a:chExt cx="2245170" cy="1207697"/>
            </a:xfrm>
          </p:grpSpPr>
          <p:grpSp>
            <p:nvGrpSpPr>
              <p:cNvPr id="78" name="Agrupar 77">
                <a:extLst>
                  <a:ext uri="{FF2B5EF4-FFF2-40B4-BE49-F238E27FC236}">
                    <a16:creationId xmlns:a16="http://schemas.microsoft.com/office/drawing/2014/main" id="{86582DEE-93C3-017C-126D-5572FA02BBA3}"/>
                  </a:ext>
                </a:extLst>
              </p:cNvPr>
              <p:cNvGrpSpPr/>
              <p:nvPr/>
            </p:nvGrpSpPr>
            <p:grpSpPr>
              <a:xfrm>
                <a:off x="1713781" y="3518138"/>
                <a:ext cx="1337095" cy="1207697"/>
                <a:chOff x="1713781" y="3518138"/>
                <a:chExt cx="1337095" cy="1207697"/>
              </a:xfrm>
            </p:grpSpPr>
            <p:grpSp>
              <p:nvGrpSpPr>
                <p:cNvPr id="81" name="Agrupar 80">
                  <a:extLst>
                    <a:ext uri="{FF2B5EF4-FFF2-40B4-BE49-F238E27FC236}">
                      <a16:creationId xmlns:a16="http://schemas.microsoft.com/office/drawing/2014/main" id="{A9CF5C23-602E-828F-43C5-213B11EE651F}"/>
                    </a:ext>
                  </a:extLst>
                </p:cNvPr>
                <p:cNvGrpSpPr/>
                <p:nvPr/>
              </p:nvGrpSpPr>
              <p:grpSpPr>
                <a:xfrm>
                  <a:off x="1713781" y="3518138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84" name="Retângulo 83">
                    <a:extLst>
                      <a:ext uri="{FF2B5EF4-FFF2-40B4-BE49-F238E27FC236}">
                        <a16:creationId xmlns:a16="http://schemas.microsoft.com/office/drawing/2014/main" id="{49887EAE-FA1B-9A38-40C9-038E22AD4B4A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85" name="Retângulo 84">
                    <a:extLst>
                      <a:ext uri="{FF2B5EF4-FFF2-40B4-BE49-F238E27FC236}">
                        <a16:creationId xmlns:a16="http://schemas.microsoft.com/office/drawing/2014/main" id="{759ED5E5-1311-96A6-8E09-D39368172C23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82" name="CaixaDeTexto 81">
                  <a:extLst>
                    <a:ext uri="{FF2B5EF4-FFF2-40B4-BE49-F238E27FC236}">
                      <a16:creationId xmlns:a16="http://schemas.microsoft.com/office/drawing/2014/main" id="{B3E5F44B-61C3-B808-9501-17611621E67B}"/>
                    </a:ext>
                  </a:extLst>
                </p:cNvPr>
                <p:cNvSpPr txBox="1"/>
                <p:nvPr/>
              </p:nvSpPr>
              <p:spPr>
                <a:xfrm>
                  <a:off x="1970272" y="3646673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1010</a:t>
                  </a:r>
                  <a:endParaRPr lang="pt-BR" sz="2400" dirty="0"/>
                </a:p>
              </p:txBody>
            </p:sp>
            <p:sp>
              <p:nvSpPr>
                <p:cNvPr id="83" name="CaixaDeTexto 82">
                  <a:extLst>
                    <a:ext uri="{FF2B5EF4-FFF2-40B4-BE49-F238E27FC236}">
                      <a16:creationId xmlns:a16="http://schemas.microsoft.com/office/drawing/2014/main" id="{8D3EF329-2EB8-A389-13AD-1572F7CCAACC}"/>
                    </a:ext>
                  </a:extLst>
                </p:cNvPr>
                <p:cNvSpPr txBox="1"/>
                <p:nvPr/>
              </p:nvSpPr>
              <p:spPr>
                <a:xfrm>
                  <a:off x="1927139" y="417863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2350</a:t>
                  </a:r>
                  <a:endParaRPr lang="pt-BR" sz="2400" dirty="0"/>
                </a:p>
              </p:txBody>
            </p:sp>
          </p:grp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59E3574D-EB58-C908-D694-A8E0A65E743D}"/>
                  </a:ext>
                </a:extLst>
              </p:cNvPr>
              <p:cNvSpPr txBox="1"/>
              <p:nvPr/>
            </p:nvSpPr>
            <p:spPr>
              <a:xfrm>
                <a:off x="805706" y="3646673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inicio</a:t>
                </a:r>
                <a:endParaRPr lang="pt-BR" sz="2400" dirty="0"/>
              </a:p>
            </p:txBody>
          </p:sp>
          <p:sp>
            <p:nvSpPr>
              <p:cNvPr id="80" name="CaixaDeTexto 1">
                <a:extLst>
                  <a:ext uri="{FF2B5EF4-FFF2-40B4-BE49-F238E27FC236}">
                    <a16:creationId xmlns:a16="http://schemas.microsoft.com/office/drawing/2014/main" id="{21B5DF71-D5DA-834C-7382-44890068D21A}"/>
                  </a:ext>
                </a:extLst>
              </p:cNvPr>
              <p:cNvSpPr txBox="1"/>
              <p:nvPr/>
            </p:nvSpPr>
            <p:spPr>
              <a:xfrm>
                <a:off x="834460" y="4164258"/>
                <a:ext cx="899843" cy="461665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>
                    <a:cs typeface="Calibri"/>
                  </a:rPr>
                  <a:t>fim</a:t>
                </a:r>
                <a:endParaRPr lang="pt-BR" dirty="0">
                  <a:cs typeface="Calibri"/>
                </a:endParaRPr>
              </a:p>
            </p:txBody>
          </p:sp>
        </p:grpSp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1400656E-4EDE-A92E-5456-7CD2E24BCC77}"/>
                </a:ext>
              </a:extLst>
            </p:cNvPr>
            <p:cNvGrpSpPr/>
            <p:nvPr/>
          </p:nvGrpSpPr>
          <p:grpSpPr>
            <a:xfrm>
              <a:off x="4213900" y="4525321"/>
              <a:ext cx="1400749" cy="1207697"/>
              <a:chOff x="4186686" y="3776929"/>
              <a:chExt cx="1400749" cy="1207697"/>
            </a:xfrm>
          </p:grpSpPr>
          <p:grpSp>
            <p:nvGrpSpPr>
              <p:cNvPr id="73" name="Agrupar 72">
                <a:extLst>
                  <a:ext uri="{FF2B5EF4-FFF2-40B4-BE49-F238E27FC236}">
                    <a16:creationId xmlns:a16="http://schemas.microsoft.com/office/drawing/2014/main" id="{2C5E5651-B562-7860-1264-8C593A569499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76" name="Retângulo 75">
                  <a:extLst>
                    <a:ext uri="{FF2B5EF4-FFF2-40B4-BE49-F238E27FC236}">
                      <a16:creationId xmlns:a16="http://schemas.microsoft.com/office/drawing/2014/main" id="{27285626-DBAE-E99D-5ECA-5F4AD830DE6C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77" name="Retângulo 76">
                  <a:extLst>
                    <a:ext uri="{FF2B5EF4-FFF2-40B4-BE49-F238E27FC236}">
                      <a16:creationId xmlns:a16="http://schemas.microsoft.com/office/drawing/2014/main" id="{081A2376-ADF1-4BAB-C3C2-6348BFD37A11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A62C30CB-219F-B0C7-9AB0-CC2E52CCE3CE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5</a:t>
                </a:r>
                <a:endParaRPr lang="pt-BR" sz="2400" dirty="0"/>
              </a:p>
            </p:txBody>
          </p:sp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ECBBF2BD-3A5C-1847-A14C-DD30818CF645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1050</a:t>
                </a:r>
                <a:endParaRPr lang="pt-BR" sz="2400" dirty="0"/>
              </a:p>
            </p:txBody>
          </p:sp>
        </p:grp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E8081643-67A7-842A-8EE4-9E7BF5147E7C}"/>
                </a:ext>
              </a:extLst>
            </p:cNvPr>
            <p:cNvGrpSpPr/>
            <p:nvPr/>
          </p:nvGrpSpPr>
          <p:grpSpPr>
            <a:xfrm>
              <a:off x="6068579" y="4525320"/>
              <a:ext cx="1400749" cy="1207697"/>
              <a:chOff x="4186686" y="3776929"/>
              <a:chExt cx="1400749" cy="1207697"/>
            </a:xfrm>
          </p:grpSpPr>
          <p:grpSp>
            <p:nvGrpSpPr>
              <p:cNvPr id="68" name="Agrupar 67">
                <a:extLst>
                  <a:ext uri="{FF2B5EF4-FFF2-40B4-BE49-F238E27FC236}">
                    <a16:creationId xmlns:a16="http://schemas.microsoft.com/office/drawing/2014/main" id="{2A009EDC-8E02-4BD9-4F9F-5D7DE8E6A29D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71" name="Retângulo 70">
                  <a:extLst>
                    <a:ext uri="{FF2B5EF4-FFF2-40B4-BE49-F238E27FC236}">
                      <a16:creationId xmlns:a16="http://schemas.microsoft.com/office/drawing/2014/main" id="{C85E9267-DED7-929B-D323-095074ECF67A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72" name="Retângulo 71">
                  <a:extLst>
                    <a:ext uri="{FF2B5EF4-FFF2-40B4-BE49-F238E27FC236}">
                      <a16:creationId xmlns:a16="http://schemas.microsoft.com/office/drawing/2014/main" id="{0D79618E-77BB-E5F3-07D4-61BE00E2AB7A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70BE7BA0-EC08-1DC7-0D41-BF64CEC8CA6E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7</a:t>
                </a:r>
                <a:endParaRPr lang="pt-BR" sz="2400" dirty="0"/>
              </a:p>
            </p:txBody>
          </p:sp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4BB75657-76E6-92FA-867E-A6F0CE60B100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1222</a:t>
                </a:r>
                <a:endParaRPr lang="pt-BR" sz="2400" dirty="0"/>
              </a:p>
            </p:txBody>
          </p:sp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AC4B3B5A-1BC0-2BBD-26B1-F11A335CBDF0}"/>
                </a:ext>
              </a:extLst>
            </p:cNvPr>
            <p:cNvGrpSpPr/>
            <p:nvPr/>
          </p:nvGrpSpPr>
          <p:grpSpPr>
            <a:xfrm>
              <a:off x="7808239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63" name="Agrupar 62">
                <a:extLst>
                  <a:ext uri="{FF2B5EF4-FFF2-40B4-BE49-F238E27FC236}">
                    <a16:creationId xmlns:a16="http://schemas.microsoft.com/office/drawing/2014/main" id="{A907C59C-EE77-838D-7330-A58878B47C8A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66" name="Retângulo 65">
                  <a:extLst>
                    <a:ext uri="{FF2B5EF4-FFF2-40B4-BE49-F238E27FC236}">
                      <a16:creationId xmlns:a16="http://schemas.microsoft.com/office/drawing/2014/main" id="{F70CA9DA-D73E-6E74-72BF-6083F5C0E290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67" name="Retângulo 66">
                  <a:extLst>
                    <a:ext uri="{FF2B5EF4-FFF2-40B4-BE49-F238E27FC236}">
                      <a16:creationId xmlns:a16="http://schemas.microsoft.com/office/drawing/2014/main" id="{6B10949C-569C-2FC5-622D-B342789F3940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DEB016C4-56E6-FCFB-BE19-ED6FFE4B88A1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6</a:t>
                </a:r>
                <a:endParaRPr lang="pt-BR" sz="2400" dirty="0"/>
              </a:p>
            </p:txBody>
          </p:sp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BE1A3640-DB3A-817A-3206-EC925598761C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2350</a:t>
                </a:r>
              </a:p>
            </p:txBody>
          </p:sp>
        </p:grp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5DBF3E4C-609A-7AF8-96B6-6741423E3A06}"/>
                </a:ext>
              </a:extLst>
            </p:cNvPr>
            <p:cNvCxnSpPr/>
            <p:nvPr/>
          </p:nvCxnSpPr>
          <p:spPr>
            <a:xfrm>
              <a:off x="3076293" y="4897338"/>
              <a:ext cx="1086928" cy="862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790F068F-A71A-8743-D5CE-C2CC4C539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8665" y="4999551"/>
              <a:ext cx="526744" cy="4015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42C26173-2D86-75BB-FBDF-53AF7EC27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8255" y="50928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8" name="Agrupar 87">
              <a:extLst>
                <a:ext uri="{FF2B5EF4-FFF2-40B4-BE49-F238E27FC236}">
                  <a16:creationId xmlns:a16="http://schemas.microsoft.com/office/drawing/2014/main" id="{41A4F20E-9F71-9892-78CA-BDAD9BFC213E}"/>
                </a:ext>
              </a:extLst>
            </p:cNvPr>
            <p:cNvGrpSpPr/>
            <p:nvPr/>
          </p:nvGrpSpPr>
          <p:grpSpPr>
            <a:xfrm>
              <a:off x="10853081" y="5396498"/>
              <a:ext cx="876247" cy="632603"/>
              <a:chOff x="9213626" y="5488862"/>
              <a:chExt cx="876247" cy="632603"/>
            </a:xfrm>
          </p:grpSpPr>
          <p:cxnSp>
            <p:nvCxnSpPr>
              <p:cNvPr id="56" name="Conector de Seta Reta 55">
                <a:extLst>
                  <a:ext uri="{FF2B5EF4-FFF2-40B4-BE49-F238E27FC236}">
                    <a16:creationId xmlns:a16="http://schemas.microsoft.com/office/drawing/2014/main" id="{2E9A74A3-9B72-B359-FD8A-F22442BE90B6}"/>
                  </a:ext>
                </a:extLst>
              </p:cNvPr>
              <p:cNvCxnSpPr/>
              <p:nvPr/>
            </p:nvCxnSpPr>
            <p:spPr>
              <a:xfrm flipV="1">
                <a:off x="9213626" y="5556898"/>
                <a:ext cx="67573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7" name="Agrupar 86">
                <a:extLst>
                  <a:ext uri="{FF2B5EF4-FFF2-40B4-BE49-F238E27FC236}">
                    <a16:creationId xmlns:a16="http://schemas.microsoft.com/office/drawing/2014/main" id="{B1A9F2B6-A9F9-0C96-3A1F-AD2C9FA027F6}"/>
                  </a:ext>
                </a:extLst>
              </p:cNvPr>
              <p:cNvGrpSpPr/>
              <p:nvPr/>
            </p:nvGrpSpPr>
            <p:grpSpPr>
              <a:xfrm>
                <a:off x="9644176" y="5488862"/>
                <a:ext cx="445697" cy="632603"/>
                <a:chOff x="9630569" y="5556898"/>
                <a:chExt cx="445697" cy="632603"/>
              </a:xfrm>
            </p:grpSpPr>
            <p:cxnSp>
              <p:nvCxnSpPr>
                <p:cNvPr id="57" name="Conector de Seta Reta 56">
                  <a:extLst>
                    <a:ext uri="{FF2B5EF4-FFF2-40B4-BE49-F238E27FC236}">
                      <a16:creationId xmlns:a16="http://schemas.microsoft.com/office/drawing/2014/main" id="{0A41FA59-1F50-EB2B-493E-F3FD7D6F81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60605" y="5556898"/>
                  <a:ext cx="1" cy="503207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de Seta Reta 57">
                  <a:extLst>
                    <a:ext uri="{FF2B5EF4-FFF2-40B4-BE49-F238E27FC236}">
                      <a16:creationId xmlns:a16="http://schemas.microsoft.com/office/drawing/2014/main" id="{51231010-E94D-9B44-FF10-3F81047A7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30569" y="6045728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de Seta Reta 58">
                  <a:extLst>
                    <a:ext uri="{FF2B5EF4-FFF2-40B4-BE49-F238E27FC236}">
                      <a16:creationId xmlns:a16="http://schemas.microsoft.com/office/drawing/2014/main" id="{42BA1A06-B761-FA5E-8CCF-787953740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44946" y="6189501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9E0D1E3B-AF58-ED5F-2692-5AFAD542C807}"/>
                </a:ext>
              </a:extLst>
            </p:cNvPr>
            <p:cNvCxnSpPr/>
            <p:nvPr/>
          </p:nvCxnSpPr>
          <p:spPr>
            <a:xfrm>
              <a:off x="3128411" y="5438286"/>
              <a:ext cx="761999" cy="776377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>
              <a:extLst>
                <a:ext uri="{FF2B5EF4-FFF2-40B4-BE49-F238E27FC236}">
                  <a16:creationId xmlns:a16="http://schemas.microsoft.com/office/drawing/2014/main" id="{7D3F4E32-4B42-CCEA-2AC3-71F9E57A3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51" y="6210587"/>
              <a:ext cx="5762390" cy="41801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68E8D9E2-25A5-158C-ACB0-20787B418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8421" y="5777261"/>
              <a:ext cx="416917" cy="44931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FCED53BA-B3F4-CB6A-B6AD-72D67EC18FA9}"/>
                </a:ext>
              </a:extLst>
            </p:cNvPr>
            <p:cNvSpPr txBox="1"/>
            <p:nvPr/>
          </p:nvSpPr>
          <p:spPr>
            <a:xfrm>
              <a:off x="4435927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1010</a:t>
              </a: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096445AB-6A5D-21AD-7F91-9F6CD48CE62E}"/>
                </a:ext>
              </a:extLst>
            </p:cNvPr>
            <p:cNvSpPr txBox="1"/>
            <p:nvPr/>
          </p:nvSpPr>
          <p:spPr>
            <a:xfrm>
              <a:off x="6327319" y="3973284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1050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EE293633-7155-1153-1117-9A3A76C122EE}"/>
                </a:ext>
              </a:extLst>
            </p:cNvPr>
            <p:cNvSpPr txBox="1"/>
            <p:nvPr/>
          </p:nvSpPr>
          <p:spPr>
            <a:xfrm>
              <a:off x="8069034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</a:p>
          </p:txBody>
        </p:sp>
        <p:grpSp>
          <p:nvGrpSpPr>
            <p:cNvPr id="89" name="Agrupar 88">
              <a:extLst>
                <a:ext uri="{FF2B5EF4-FFF2-40B4-BE49-F238E27FC236}">
                  <a16:creationId xmlns:a16="http://schemas.microsoft.com/office/drawing/2014/main" id="{6A9C8B05-A207-89B5-92A2-C237248CFC48}"/>
                </a:ext>
              </a:extLst>
            </p:cNvPr>
            <p:cNvGrpSpPr/>
            <p:nvPr/>
          </p:nvGrpSpPr>
          <p:grpSpPr>
            <a:xfrm>
              <a:off x="9551602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id="{953F04ED-F1E4-D136-3F7C-98CF10334166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93" name="Retângulo 92">
                  <a:extLst>
                    <a:ext uri="{FF2B5EF4-FFF2-40B4-BE49-F238E27FC236}">
                      <a16:creationId xmlns:a16="http://schemas.microsoft.com/office/drawing/2014/main" id="{83AD4F9E-7B58-73F3-98E7-A093DC79470E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94" name="Retângulo 93">
                  <a:extLst>
                    <a:ext uri="{FF2B5EF4-FFF2-40B4-BE49-F238E27FC236}">
                      <a16:creationId xmlns:a16="http://schemas.microsoft.com/office/drawing/2014/main" id="{357843DA-896B-5758-FC3B-8C9506578925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51A98BDF-8A21-FE9C-8EB3-C93014CF128C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8</a:t>
                </a:r>
                <a:endParaRPr lang="pt-BR" sz="2400" dirty="0"/>
              </a:p>
            </p:txBody>
          </p:sp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FB2B1AB9-5A3E-21BD-A5FB-F9511109DCB4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 err="1">
                    <a:cs typeface="Calibri"/>
                  </a:rPr>
                  <a:t>null</a:t>
                </a:r>
                <a:endParaRPr lang="pt-BR" sz="2400" dirty="0" err="1"/>
              </a:p>
            </p:txBody>
          </p:sp>
        </p:grp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DBAEECF1-B441-FE2B-F070-04BE27A1B6A0}"/>
                </a:ext>
              </a:extLst>
            </p:cNvPr>
            <p:cNvSpPr txBox="1"/>
            <p:nvPr/>
          </p:nvSpPr>
          <p:spPr>
            <a:xfrm>
              <a:off x="9696943" y="3927103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2350</a:t>
              </a: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B7FD7F39-8965-08A1-71AD-192CC6350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969" y="51690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676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651454"/>
            <a:ext cx="1037182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 dirty="0">
                <a:cs typeface="Calibri"/>
              </a:rPr>
              <a:t>Como excluímos um elemento?</a:t>
            </a:r>
            <a:endParaRPr lang="pt-BR"/>
          </a:p>
          <a:p>
            <a:r>
              <a:rPr lang="pt-BR" sz="3200" dirty="0">
                <a:cs typeface="Calibri"/>
              </a:rPr>
              <a:t>Atualizar o fim para a segunda posição e apagar o primeiro elemento da Fila</a:t>
            </a:r>
            <a:endParaRPr lang="pt-BR" sz="3200" b="1" dirty="0">
              <a:cs typeface="Calibri"/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3A7D3705-1CA5-7E27-038C-71D85E197129}"/>
              </a:ext>
            </a:extLst>
          </p:cNvPr>
          <p:cNvGrpSpPr/>
          <p:nvPr/>
        </p:nvGrpSpPr>
        <p:grpSpPr>
          <a:xfrm>
            <a:off x="832920" y="3927103"/>
            <a:ext cx="10896408" cy="2287560"/>
            <a:chOff x="832920" y="3927103"/>
            <a:chExt cx="10896408" cy="2287560"/>
          </a:xfrm>
        </p:grpSpPr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EF59890A-9A09-DA6C-40D4-63732A0E6E3F}"/>
                </a:ext>
              </a:extLst>
            </p:cNvPr>
            <p:cNvGrpSpPr/>
            <p:nvPr/>
          </p:nvGrpSpPr>
          <p:grpSpPr>
            <a:xfrm>
              <a:off x="832920" y="4525322"/>
              <a:ext cx="2245170" cy="1207697"/>
              <a:chOff x="805706" y="3518138"/>
              <a:chExt cx="2245170" cy="1207697"/>
            </a:xfrm>
          </p:grpSpPr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id="{1BA54BAB-AB38-E9E6-5611-AE4B83DD3876}"/>
                  </a:ext>
                </a:extLst>
              </p:cNvPr>
              <p:cNvGrpSpPr/>
              <p:nvPr/>
            </p:nvGrpSpPr>
            <p:grpSpPr>
              <a:xfrm>
                <a:off x="1713781" y="3518138"/>
                <a:ext cx="1337095" cy="1207697"/>
                <a:chOff x="1713781" y="3518138"/>
                <a:chExt cx="1337095" cy="1207697"/>
              </a:xfrm>
            </p:grpSpPr>
            <p:grpSp>
              <p:nvGrpSpPr>
                <p:cNvPr id="51" name="Agrupar 50">
                  <a:extLst>
                    <a:ext uri="{FF2B5EF4-FFF2-40B4-BE49-F238E27FC236}">
                      <a16:creationId xmlns:a16="http://schemas.microsoft.com/office/drawing/2014/main" id="{7BDE8DEE-8A81-2A87-0F19-82088C21BCE2}"/>
                    </a:ext>
                  </a:extLst>
                </p:cNvPr>
                <p:cNvGrpSpPr/>
                <p:nvPr/>
              </p:nvGrpSpPr>
              <p:grpSpPr>
                <a:xfrm>
                  <a:off x="1713781" y="3518138"/>
                  <a:ext cx="1337095" cy="1207697"/>
                  <a:chOff x="1210573" y="3705044"/>
                  <a:chExt cx="1337095" cy="1207697"/>
                </a:xfrm>
              </p:grpSpPr>
              <p:sp>
                <p:nvSpPr>
                  <p:cNvPr id="54" name="Retângulo 53">
                    <a:extLst>
                      <a:ext uri="{FF2B5EF4-FFF2-40B4-BE49-F238E27FC236}">
                        <a16:creationId xmlns:a16="http://schemas.microsoft.com/office/drawing/2014/main" id="{E99492FE-50CA-1414-9CF8-912962F9FD6A}"/>
                      </a:ext>
                    </a:extLst>
                  </p:cNvPr>
                  <p:cNvSpPr/>
                  <p:nvPr/>
                </p:nvSpPr>
                <p:spPr>
                  <a:xfrm>
                    <a:off x="1210574" y="3705044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cs typeface="Calibri"/>
                      </a:rPr>
                      <a:t>10</a:t>
                    </a:r>
                    <a:endParaRPr lang="pt-BR" dirty="0"/>
                  </a:p>
                </p:txBody>
              </p:sp>
              <p:sp>
                <p:nvSpPr>
                  <p:cNvPr id="55" name="Retângulo 54">
                    <a:extLst>
                      <a:ext uri="{FF2B5EF4-FFF2-40B4-BE49-F238E27FC236}">
                        <a16:creationId xmlns:a16="http://schemas.microsoft.com/office/drawing/2014/main" id="{BB3D36CE-34BB-EBF0-663E-DFF8D4F9592F}"/>
                      </a:ext>
                    </a:extLst>
                  </p:cNvPr>
                  <p:cNvSpPr/>
                  <p:nvPr/>
                </p:nvSpPr>
                <p:spPr>
                  <a:xfrm>
                    <a:off x="1210573" y="4308892"/>
                    <a:ext cx="1337094" cy="60384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52" name="CaixaDeTexto 51">
                  <a:extLst>
                    <a:ext uri="{FF2B5EF4-FFF2-40B4-BE49-F238E27FC236}">
                      <a16:creationId xmlns:a16="http://schemas.microsoft.com/office/drawing/2014/main" id="{BA2EF626-2F18-9677-694B-4A8A0CE09B91}"/>
                    </a:ext>
                  </a:extLst>
                </p:cNvPr>
                <p:cNvSpPr txBox="1"/>
                <p:nvPr/>
              </p:nvSpPr>
              <p:spPr>
                <a:xfrm>
                  <a:off x="1970272" y="3646673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b="1" dirty="0">
                      <a:solidFill>
                        <a:srgbClr val="FF0000"/>
                      </a:solidFill>
                      <a:cs typeface="Calibri"/>
                    </a:rPr>
                    <a:t>1050</a:t>
                  </a:r>
                  <a:endParaRPr lang="pt-BR" sz="24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id="{D9A4BBFB-EE9B-096D-A8DF-185C861ECB73}"/>
                    </a:ext>
                  </a:extLst>
                </p:cNvPr>
                <p:cNvSpPr txBox="1"/>
                <p:nvPr/>
              </p:nvSpPr>
              <p:spPr>
                <a:xfrm>
                  <a:off x="1927139" y="4178635"/>
                  <a:ext cx="899843" cy="47604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pt-BR" sz="2400" dirty="0">
                      <a:cs typeface="Calibri"/>
                    </a:rPr>
                    <a:t>2350</a:t>
                  </a:r>
                  <a:endParaRPr lang="pt-BR" sz="2400" dirty="0"/>
                </a:p>
              </p:txBody>
            </p:sp>
          </p:grp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18E3B3F4-E25C-1C6B-63F7-032B76DCA4AD}"/>
                  </a:ext>
                </a:extLst>
              </p:cNvPr>
              <p:cNvSpPr txBox="1"/>
              <p:nvPr/>
            </p:nvSpPr>
            <p:spPr>
              <a:xfrm>
                <a:off x="805706" y="3646673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inicio</a:t>
                </a:r>
                <a:endParaRPr lang="pt-BR" sz="2400" dirty="0"/>
              </a:p>
            </p:txBody>
          </p:sp>
          <p:sp>
            <p:nvSpPr>
              <p:cNvPr id="50" name="CaixaDeTexto 1">
                <a:extLst>
                  <a:ext uri="{FF2B5EF4-FFF2-40B4-BE49-F238E27FC236}">
                    <a16:creationId xmlns:a16="http://schemas.microsoft.com/office/drawing/2014/main" id="{2386A840-4F47-475F-0C23-EC8F7F1D5B9B}"/>
                  </a:ext>
                </a:extLst>
              </p:cNvPr>
              <p:cNvSpPr txBox="1"/>
              <p:nvPr/>
            </p:nvSpPr>
            <p:spPr>
              <a:xfrm>
                <a:off x="834460" y="4164258"/>
                <a:ext cx="899843" cy="461665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>
                    <a:cs typeface="Calibri"/>
                  </a:rPr>
                  <a:t>fim</a:t>
                </a:r>
                <a:endParaRPr lang="pt-BR" dirty="0">
                  <a:cs typeface="Calibri"/>
                </a:endParaRPr>
              </a:p>
            </p:txBody>
          </p:sp>
        </p:grp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EEDFAEF0-168A-F5B1-5C9A-4E03964D4DFF}"/>
                </a:ext>
              </a:extLst>
            </p:cNvPr>
            <p:cNvGrpSpPr/>
            <p:nvPr/>
          </p:nvGrpSpPr>
          <p:grpSpPr>
            <a:xfrm>
              <a:off x="4213900" y="4525321"/>
              <a:ext cx="1400749" cy="1207697"/>
              <a:chOff x="4186686" y="3776929"/>
              <a:chExt cx="1400749" cy="1207697"/>
            </a:xfrm>
          </p:grpSpPr>
          <p:grpSp>
            <p:nvGrpSpPr>
              <p:cNvPr id="43" name="Agrupar 42">
                <a:extLst>
                  <a:ext uri="{FF2B5EF4-FFF2-40B4-BE49-F238E27FC236}">
                    <a16:creationId xmlns:a16="http://schemas.microsoft.com/office/drawing/2014/main" id="{9130CAC0-6D5B-03F3-D018-0EFA4F7C3CD3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46" name="Retângulo 45">
                  <a:extLst>
                    <a:ext uri="{FF2B5EF4-FFF2-40B4-BE49-F238E27FC236}">
                      <a16:creationId xmlns:a16="http://schemas.microsoft.com/office/drawing/2014/main" id="{9873DFB1-133A-05EB-C99A-C043110F15B2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47" name="Retângulo 46">
                  <a:extLst>
                    <a:ext uri="{FF2B5EF4-FFF2-40B4-BE49-F238E27FC236}">
                      <a16:creationId xmlns:a16="http://schemas.microsoft.com/office/drawing/2014/main" id="{DF235258-07BF-C984-2B5D-16B2B7E6B7C1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1E1A80B8-FFAE-40B7-69E5-3511FFA84073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5</a:t>
                </a:r>
                <a:endParaRPr lang="pt-BR" sz="2400" dirty="0"/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42F6371-706E-76D0-E020-BEEB4F450B9A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1050</a:t>
                </a:r>
                <a:endParaRPr lang="pt-BR" sz="2400" dirty="0"/>
              </a:p>
            </p:txBody>
          </p:sp>
        </p:grp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E785052B-ED7E-E27E-3442-A912E7177724}"/>
                </a:ext>
              </a:extLst>
            </p:cNvPr>
            <p:cNvGrpSpPr/>
            <p:nvPr/>
          </p:nvGrpSpPr>
          <p:grpSpPr>
            <a:xfrm>
              <a:off x="6068579" y="4525320"/>
              <a:ext cx="1400749" cy="1207697"/>
              <a:chOff x="4186686" y="3776929"/>
              <a:chExt cx="1400749" cy="1207697"/>
            </a:xfrm>
          </p:grpSpPr>
          <p:grpSp>
            <p:nvGrpSpPr>
              <p:cNvPr id="38" name="Agrupar 37">
                <a:extLst>
                  <a:ext uri="{FF2B5EF4-FFF2-40B4-BE49-F238E27FC236}">
                    <a16:creationId xmlns:a16="http://schemas.microsoft.com/office/drawing/2014/main" id="{0826A245-0D52-EF7A-ADF4-CA7813D1E361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41" name="Retângulo 40">
                  <a:extLst>
                    <a:ext uri="{FF2B5EF4-FFF2-40B4-BE49-F238E27FC236}">
                      <a16:creationId xmlns:a16="http://schemas.microsoft.com/office/drawing/2014/main" id="{177423EA-4EF9-6E4E-D467-736E8FAAE5BF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42" name="Retângulo 41">
                  <a:extLst>
                    <a:ext uri="{FF2B5EF4-FFF2-40B4-BE49-F238E27FC236}">
                      <a16:creationId xmlns:a16="http://schemas.microsoft.com/office/drawing/2014/main" id="{AA69E63C-A999-8C1F-CB13-8AF9CE94FE5A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CCFC877-FD87-2A8D-8D71-CE50B31D7EA2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7</a:t>
                </a:r>
                <a:endParaRPr lang="pt-BR" sz="2400" dirty="0"/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23E6838-1262-E6F7-79A3-24C122556F74}"/>
                  </a:ext>
                </a:extLst>
              </p:cNvPr>
              <p:cNvSpPr txBox="1"/>
              <p:nvPr/>
            </p:nvSpPr>
            <p:spPr>
              <a:xfrm>
                <a:off x="4400044" y="4437426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1222</a:t>
                </a:r>
                <a:endParaRPr lang="pt-BR" sz="2400" dirty="0"/>
              </a:p>
            </p:txBody>
          </p:sp>
        </p:grp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F814B472-1C58-B9FF-271B-2EF1AB510797}"/>
                </a:ext>
              </a:extLst>
            </p:cNvPr>
            <p:cNvGrpSpPr/>
            <p:nvPr/>
          </p:nvGrpSpPr>
          <p:grpSpPr>
            <a:xfrm>
              <a:off x="7808239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6C4CCE51-5EF5-31F2-B657-C819584CF356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36" name="Retângulo 35">
                  <a:extLst>
                    <a:ext uri="{FF2B5EF4-FFF2-40B4-BE49-F238E27FC236}">
                      <a16:creationId xmlns:a16="http://schemas.microsoft.com/office/drawing/2014/main" id="{A3972C8E-6DEF-6BE3-8239-907F342A3F5D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37" name="Retângulo 36">
                  <a:extLst>
                    <a:ext uri="{FF2B5EF4-FFF2-40B4-BE49-F238E27FC236}">
                      <a16:creationId xmlns:a16="http://schemas.microsoft.com/office/drawing/2014/main" id="{C3E2B3BF-E476-5820-ACD9-1B292442CC80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6B4F1B3C-D4DD-9234-F97B-0ADFBEF56A3D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6</a:t>
                </a:r>
                <a:endParaRPr lang="pt-BR" sz="2400" dirty="0"/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06A8851-910F-A767-CCB2-DA324E5D6CDE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2350</a:t>
                </a:r>
              </a:p>
            </p:txBody>
          </p:sp>
        </p:grp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3EFF6266-EE36-5759-676C-C6A1EEB86D8B}"/>
                </a:ext>
              </a:extLst>
            </p:cNvPr>
            <p:cNvCxnSpPr/>
            <p:nvPr/>
          </p:nvCxnSpPr>
          <p:spPr>
            <a:xfrm>
              <a:off x="3076293" y="4897338"/>
              <a:ext cx="1086928" cy="862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C198E3AE-D2CD-2767-3022-3BFC8B4D8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8665" y="4999551"/>
              <a:ext cx="526744" cy="4015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31C965F-52DF-A5A1-D86E-9EF7625A2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8255" y="50928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96F47935-396B-0AD0-AD6D-22B79F80D67C}"/>
                </a:ext>
              </a:extLst>
            </p:cNvPr>
            <p:cNvGrpSpPr/>
            <p:nvPr/>
          </p:nvGrpSpPr>
          <p:grpSpPr>
            <a:xfrm>
              <a:off x="10853081" y="5396498"/>
              <a:ext cx="876247" cy="632603"/>
              <a:chOff x="9213626" y="5488862"/>
              <a:chExt cx="876247" cy="632603"/>
            </a:xfrm>
          </p:grpSpPr>
          <p:cxnSp>
            <p:nvCxnSpPr>
              <p:cNvPr id="28" name="Conector de Seta Reta 27">
                <a:extLst>
                  <a:ext uri="{FF2B5EF4-FFF2-40B4-BE49-F238E27FC236}">
                    <a16:creationId xmlns:a16="http://schemas.microsoft.com/office/drawing/2014/main" id="{C6EECA22-DB14-A85C-A7AD-A3953E037883}"/>
                  </a:ext>
                </a:extLst>
              </p:cNvPr>
              <p:cNvCxnSpPr/>
              <p:nvPr/>
            </p:nvCxnSpPr>
            <p:spPr>
              <a:xfrm flipV="1">
                <a:off x="9213626" y="5556898"/>
                <a:ext cx="675734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Agrupar 28">
                <a:extLst>
                  <a:ext uri="{FF2B5EF4-FFF2-40B4-BE49-F238E27FC236}">
                    <a16:creationId xmlns:a16="http://schemas.microsoft.com/office/drawing/2014/main" id="{06C3C70B-3310-5052-2BB3-2D68F53FB775}"/>
                  </a:ext>
                </a:extLst>
              </p:cNvPr>
              <p:cNvGrpSpPr/>
              <p:nvPr/>
            </p:nvGrpSpPr>
            <p:grpSpPr>
              <a:xfrm>
                <a:off x="9644176" y="5488862"/>
                <a:ext cx="445697" cy="632603"/>
                <a:chOff x="9630569" y="5556898"/>
                <a:chExt cx="445697" cy="632603"/>
              </a:xfrm>
            </p:grpSpPr>
            <p:cxnSp>
              <p:nvCxnSpPr>
                <p:cNvPr id="30" name="Conector de Seta Reta 29">
                  <a:extLst>
                    <a:ext uri="{FF2B5EF4-FFF2-40B4-BE49-F238E27FC236}">
                      <a16:creationId xmlns:a16="http://schemas.microsoft.com/office/drawing/2014/main" id="{72CCD6F5-B277-DEBC-9E6D-7F0380C9FE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60605" y="5556898"/>
                  <a:ext cx="1" cy="503207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Conector de Seta Reta 30">
                  <a:extLst>
                    <a:ext uri="{FF2B5EF4-FFF2-40B4-BE49-F238E27FC236}">
                      <a16:creationId xmlns:a16="http://schemas.microsoft.com/office/drawing/2014/main" id="{8DFA223B-D5D5-4458-64DB-5E7332028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30569" y="6045728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ector de Seta Reta 31">
                  <a:extLst>
                    <a:ext uri="{FF2B5EF4-FFF2-40B4-BE49-F238E27FC236}">
                      <a16:creationId xmlns:a16="http://schemas.microsoft.com/office/drawing/2014/main" id="{757634FE-04A4-5548-F489-270FFFEC3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44946" y="6189501"/>
                  <a:ext cx="43132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80961701-A0F2-C75C-C57A-8A91377686CA}"/>
                </a:ext>
              </a:extLst>
            </p:cNvPr>
            <p:cNvCxnSpPr/>
            <p:nvPr/>
          </p:nvCxnSpPr>
          <p:spPr>
            <a:xfrm>
              <a:off x="3128411" y="5438286"/>
              <a:ext cx="761999" cy="776377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6A543E73-0232-2676-778D-8A411A99B4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51" y="6140032"/>
              <a:ext cx="5649501" cy="55912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77D3CBF8-A41B-22D3-7B9C-8A98A22F43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5532" y="5720817"/>
              <a:ext cx="416917" cy="44931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AD91FEC1-BAC9-6CCF-6218-728AF1FFA8A5}"/>
                </a:ext>
              </a:extLst>
            </p:cNvPr>
            <p:cNvSpPr txBox="1"/>
            <p:nvPr/>
          </p:nvSpPr>
          <p:spPr>
            <a:xfrm>
              <a:off x="4435927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1010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EEF907D-EAF8-4AF6-A553-FEEB4E18A21B}"/>
                </a:ext>
              </a:extLst>
            </p:cNvPr>
            <p:cNvSpPr txBox="1"/>
            <p:nvPr/>
          </p:nvSpPr>
          <p:spPr>
            <a:xfrm>
              <a:off x="6327319" y="3973284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1050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03679E19-8ED4-7E86-9758-EB43910111C3}"/>
                </a:ext>
              </a:extLst>
            </p:cNvPr>
            <p:cNvSpPr txBox="1"/>
            <p:nvPr/>
          </p:nvSpPr>
          <p:spPr>
            <a:xfrm>
              <a:off x="8069034" y="3973285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</a:p>
          </p:txBody>
        </p: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E8BA87C-9658-C495-89BC-797F0A44BCD7}"/>
                </a:ext>
              </a:extLst>
            </p:cNvPr>
            <p:cNvGrpSpPr/>
            <p:nvPr/>
          </p:nvGrpSpPr>
          <p:grpSpPr>
            <a:xfrm>
              <a:off x="9551602" y="4568453"/>
              <a:ext cx="1400749" cy="1207697"/>
              <a:chOff x="4186686" y="3776929"/>
              <a:chExt cx="1400749" cy="1207697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1620B7DE-CA9A-6F8D-00AC-BCC3981A7668}"/>
                  </a:ext>
                </a:extLst>
              </p:cNvPr>
              <p:cNvGrpSpPr/>
              <p:nvPr/>
            </p:nvGrpSpPr>
            <p:grpSpPr>
              <a:xfrm>
                <a:off x="4186686" y="3776929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26" name="Retângulo 25">
                  <a:extLst>
                    <a:ext uri="{FF2B5EF4-FFF2-40B4-BE49-F238E27FC236}">
                      <a16:creationId xmlns:a16="http://schemas.microsoft.com/office/drawing/2014/main" id="{30844EFA-013F-3890-1026-5466E5FF2E92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27" name="Retângulo 26">
                  <a:extLst>
                    <a:ext uri="{FF2B5EF4-FFF2-40B4-BE49-F238E27FC236}">
                      <a16:creationId xmlns:a16="http://schemas.microsoft.com/office/drawing/2014/main" id="{F104DC8F-E65C-C933-749D-37B216A88047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24AC888-A744-E982-09DD-75862BB1E101}"/>
                  </a:ext>
                </a:extLst>
              </p:cNvPr>
              <p:cNvSpPr txBox="1"/>
              <p:nvPr/>
            </p:nvSpPr>
            <p:spPr>
              <a:xfrm>
                <a:off x="4687592" y="384795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8</a:t>
                </a:r>
                <a:endParaRPr lang="pt-BR" sz="2400" dirty="0"/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DB83E94-FA09-8596-060A-CCB25D5594ED}"/>
                  </a:ext>
                </a:extLst>
              </p:cNvPr>
              <p:cNvSpPr txBox="1"/>
              <p:nvPr/>
            </p:nvSpPr>
            <p:spPr>
              <a:xfrm>
                <a:off x="4586950" y="4379917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 err="1">
                    <a:cs typeface="Calibri"/>
                  </a:rPr>
                  <a:t>null</a:t>
                </a:r>
                <a:endParaRPr lang="pt-BR" sz="2400" dirty="0" err="1"/>
              </a:p>
            </p:txBody>
          </p:sp>
        </p:grp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2534B66-B5C8-3712-FCB7-CE2DECF73420}"/>
                </a:ext>
              </a:extLst>
            </p:cNvPr>
            <p:cNvSpPr txBox="1"/>
            <p:nvPr/>
          </p:nvSpPr>
          <p:spPr>
            <a:xfrm>
              <a:off x="9696943" y="3927103"/>
              <a:ext cx="144643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2350</a:t>
              </a:r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62C45956-FB6B-21BE-D102-B92FC9D54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969" y="5169071"/>
              <a:ext cx="339306" cy="3364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EEB9A144-0653-A16C-650A-802A41B091D1}"/>
              </a:ext>
            </a:extLst>
          </p:cNvPr>
          <p:cNvCxnSpPr/>
          <p:nvPr/>
        </p:nvCxnSpPr>
        <p:spPr>
          <a:xfrm>
            <a:off x="4041057" y="4348315"/>
            <a:ext cx="1585450" cy="161003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6C68D7F5-09D3-F6AF-C89B-2B739B4081AE}"/>
              </a:ext>
            </a:extLst>
          </p:cNvPr>
          <p:cNvCxnSpPr>
            <a:cxnSpLocks/>
          </p:cNvCxnSpPr>
          <p:nvPr/>
        </p:nvCxnSpPr>
        <p:spPr>
          <a:xfrm flipH="1">
            <a:off x="4090216" y="4262281"/>
            <a:ext cx="1757518" cy="156087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43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09329-B2C2-BC93-6568-B0DFC2D8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959D0-5D83-5900-DA84-A4A2F7248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651454"/>
            <a:ext cx="1037182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3200" b="1" dirty="0">
                <a:cs typeface="Calibri"/>
              </a:rPr>
              <a:t>Como excluímos um elemento?</a:t>
            </a:r>
            <a:endParaRPr lang="pt-BR"/>
          </a:p>
          <a:p>
            <a:r>
              <a:rPr lang="pt-BR" sz="3200" dirty="0">
                <a:cs typeface="Calibri"/>
              </a:rPr>
              <a:t>Atualizar o fim para a segunda posição e apagar o primeiro elemento da Fila</a:t>
            </a:r>
            <a:endParaRPr lang="pt-BR" sz="3200" b="1" dirty="0">
              <a:cs typeface="Calibri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F59890A-9A09-DA6C-40D4-63732A0E6E3F}"/>
              </a:ext>
            </a:extLst>
          </p:cNvPr>
          <p:cNvGrpSpPr/>
          <p:nvPr/>
        </p:nvGrpSpPr>
        <p:grpSpPr>
          <a:xfrm>
            <a:off x="832920" y="4525322"/>
            <a:ext cx="2245170" cy="1207697"/>
            <a:chOff x="805706" y="3518138"/>
            <a:chExt cx="2245170" cy="1207697"/>
          </a:xfrm>
        </p:grpSpPr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1BA54BAB-AB38-E9E6-5611-AE4B83DD3876}"/>
                </a:ext>
              </a:extLst>
            </p:cNvPr>
            <p:cNvGrpSpPr/>
            <p:nvPr/>
          </p:nvGrpSpPr>
          <p:grpSpPr>
            <a:xfrm>
              <a:off x="1713781" y="3518138"/>
              <a:ext cx="1337095" cy="1207697"/>
              <a:chOff x="1713781" y="3518138"/>
              <a:chExt cx="1337095" cy="1207697"/>
            </a:xfrm>
          </p:grpSpPr>
          <p:grpSp>
            <p:nvGrpSpPr>
              <p:cNvPr id="51" name="Agrupar 50">
                <a:extLst>
                  <a:ext uri="{FF2B5EF4-FFF2-40B4-BE49-F238E27FC236}">
                    <a16:creationId xmlns:a16="http://schemas.microsoft.com/office/drawing/2014/main" id="{7BDE8DEE-8A81-2A87-0F19-82088C21BCE2}"/>
                  </a:ext>
                </a:extLst>
              </p:cNvPr>
              <p:cNvGrpSpPr/>
              <p:nvPr/>
            </p:nvGrpSpPr>
            <p:grpSpPr>
              <a:xfrm>
                <a:off x="1713781" y="3518138"/>
                <a:ext cx="1337095" cy="1207697"/>
                <a:chOff x="1210573" y="3705044"/>
                <a:chExt cx="1337095" cy="1207697"/>
              </a:xfrm>
            </p:grpSpPr>
            <p:sp>
              <p:nvSpPr>
                <p:cNvPr id="54" name="Retângulo 53">
                  <a:extLst>
                    <a:ext uri="{FF2B5EF4-FFF2-40B4-BE49-F238E27FC236}">
                      <a16:creationId xmlns:a16="http://schemas.microsoft.com/office/drawing/2014/main" id="{E99492FE-50CA-1414-9CF8-912962F9FD6A}"/>
                    </a:ext>
                  </a:extLst>
                </p:cNvPr>
                <p:cNvSpPr/>
                <p:nvPr/>
              </p:nvSpPr>
              <p:spPr>
                <a:xfrm>
                  <a:off x="1210574" y="3705044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cs typeface="Calibri"/>
                    </a:rPr>
                    <a:t>10</a:t>
                  </a:r>
                  <a:endParaRPr lang="pt-BR" dirty="0"/>
                </a:p>
              </p:txBody>
            </p:sp>
            <p:sp>
              <p:nvSpPr>
                <p:cNvPr id="55" name="Retângulo 54">
                  <a:extLst>
                    <a:ext uri="{FF2B5EF4-FFF2-40B4-BE49-F238E27FC236}">
                      <a16:creationId xmlns:a16="http://schemas.microsoft.com/office/drawing/2014/main" id="{BB3D36CE-34BB-EBF0-663E-DFF8D4F9592F}"/>
                    </a:ext>
                  </a:extLst>
                </p:cNvPr>
                <p:cNvSpPr/>
                <p:nvPr/>
              </p:nvSpPr>
              <p:spPr>
                <a:xfrm>
                  <a:off x="1210573" y="4308892"/>
                  <a:ext cx="1337094" cy="60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BA2EF626-2F18-9677-694B-4A8A0CE09B91}"/>
                  </a:ext>
                </a:extLst>
              </p:cNvPr>
              <p:cNvSpPr txBox="1"/>
              <p:nvPr/>
            </p:nvSpPr>
            <p:spPr>
              <a:xfrm>
                <a:off x="1970272" y="3646673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b="1" dirty="0">
                    <a:solidFill>
                      <a:srgbClr val="FF0000"/>
                    </a:solidFill>
                    <a:cs typeface="Calibri"/>
                  </a:rPr>
                  <a:t>1050</a:t>
                </a:r>
                <a:endParaRPr lang="pt-BR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D9A4BBFB-EE9B-096D-A8DF-185C861ECB73}"/>
                  </a:ext>
                </a:extLst>
              </p:cNvPr>
              <p:cNvSpPr txBox="1"/>
              <p:nvPr/>
            </p:nvSpPr>
            <p:spPr>
              <a:xfrm>
                <a:off x="1927139" y="4178635"/>
                <a:ext cx="899843" cy="4760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pt-BR" sz="2400" dirty="0">
                    <a:cs typeface="Calibri"/>
                  </a:rPr>
                  <a:t>2350</a:t>
                </a:r>
                <a:endParaRPr lang="pt-BR" sz="2400" dirty="0"/>
              </a:p>
            </p:txBody>
          </p:sp>
        </p:grp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18E3B3F4-E25C-1C6B-63F7-032B76DCA4AD}"/>
                </a:ext>
              </a:extLst>
            </p:cNvPr>
            <p:cNvSpPr txBox="1"/>
            <p:nvPr/>
          </p:nvSpPr>
          <p:spPr>
            <a:xfrm>
              <a:off x="805706" y="3646673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inicio</a:t>
              </a:r>
              <a:endParaRPr lang="pt-BR" sz="2400" dirty="0"/>
            </a:p>
          </p:txBody>
        </p:sp>
        <p:sp>
          <p:nvSpPr>
            <p:cNvPr id="50" name="CaixaDeTexto 1">
              <a:extLst>
                <a:ext uri="{FF2B5EF4-FFF2-40B4-BE49-F238E27FC236}">
                  <a16:creationId xmlns:a16="http://schemas.microsoft.com/office/drawing/2014/main" id="{2386A840-4F47-475F-0C23-EC8F7F1D5B9B}"/>
                </a:ext>
              </a:extLst>
            </p:cNvPr>
            <p:cNvSpPr txBox="1"/>
            <p:nvPr/>
          </p:nvSpPr>
          <p:spPr>
            <a:xfrm>
              <a:off x="834460" y="4164258"/>
              <a:ext cx="899843" cy="46166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dirty="0">
                  <a:cs typeface="Calibri"/>
                </a:rPr>
                <a:t>fim</a:t>
              </a:r>
              <a:endParaRPr lang="pt-BR" dirty="0">
                <a:cs typeface="Calibri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785052B-ED7E-E27E-3442-A912E7177724}"/>
              </a:ext>
            </a:extLst>
          </p:cNvPr>
          <p:cNvGrpSpPr/>
          <p:nvPr/>
        </p:nvGrpSpPr>
        <p:grpSpPr>
          <a:xfrm>
            <a:off x="6068579" y="4525320"/>
            <a:ext cx="1400749" cy="1207697"/>
            <a:chOff x="4186686" y="3776929"/>
            <a:chExt cx="1400749" cy="1207697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0826A245-0D52-EF7A-ADF4-CA7813D1E361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177423EA-4EF9-6E4E-D467-736E8FAAE5BF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AA69E63C-A999-8C1F-CB13-8AF9CE94FE5A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7CCFC877-FD87-2A8D-8D71-CE50B31D7EA2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7</a:t>
              </a:r>
              <a:endParaRPr lang="pt-BR" sz="2400" dirty="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F23E6838-1262-E6F7-79A3-24C122556F74}"/>
                </a:ext>
              </a:extLst>
            </p:cNvPr>
            <p:cNvSpPr txBox="1"/>
            <p:nvPr/>
          </p:nvSpPr>
          <p:spPr>
            <a:xfrm>
              <a:off x="4400044" y="4437426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1222</a:t>
              </a:r>
              <a:endParaRPr lang="pt-BR" sz="2400" dirty="0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814B472-1C58-B9FF-271B-2EF1AB510797}"/>
              </a:ext>
            </a:extLst>
          </p:cNvPr>
          <p:cNvGrpSpPr/>
          <p:nvPr/>
        </p:nvGrpSpPr>
        <p:grpSpPr>
          <a:xfrm>
            <a:off x="7808239" y="4568453"/>
            <a:ext cx="1400749" cy="1207697"/>
            <a:chOff x="4186686" y="3776929"/>
            <a:chExt cx="1400749" cy="1207697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6C4CCE51-5EF5-31F2-B657-C819584CF356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36" name="Retângulo 35">
                <a:extLst>
                  <a:ext uri="{FF2B5EF4-FFF2-40B4-BE49-F238E27FC236}">
                    <a16:creationId xmlns:a16="http://schemas.microsoft.com/office/drawing/2014/main" id="{A3972C8E-6DEF-6BE3-8239-907F342A3F5D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C3E2B3BF-E476-5820-ACD9-1B292442CC80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6B4F1B3C-D4DD-9234-F97B-0ADFBEF56A3D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6</a:t>
              </a:r>
              <a:endParaRPr lang="pt-BR" sz="24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806A8851-910F-A767-CCB2-DA324E5D6CDE}"/>
                </a:ext>
              </a:extLst>
            </p:cNvPr>
            <p:cNvSpPr txBox="1"/>
            <p:nvPr/>
          </p:nvSpPr>
          <p:spPr>
            <a:xfrm>
              <a:off x="4586950" y="4379917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2350</a:t>
              </a:r>
            </a:p>
          </p:txBody>
        </p:sp>
      </p:grp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EFF6266-EE36-5759-676C-C6A1EEB86D8B}"/>
              </a:ext>
            </a:extLst>
          </p:cNvPr>
          <p:cNvCxnSpPr/>
          <p:nvPr/>
        </p:nvCxnSpPr>
        <p:spPr>
          <a:xfrm>
            <a:off x="3064003" y="4897338"/>
            <a:ext cx="3028798" cy="86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31C965F-52DF-A5A1-D86E-9EF7625A23FA}"/>
              </a:ext>
            </a:extLst>
          </p:cNvPr>
          <p:cNvCxnSpPr>
            <a:cxnSpLocks/>
          </p:cNvCxnSpPr>
          <p:nvPr/>
        </p:nvCxnSpPr>
        <p:spPr>
          <a:xfrm flipV="1">
            <a:off x="7418255" y="5092871"/>
            <a:ext cx="339306" cy="3364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6F47935-396B-0AD0-AD6D-22B79F80D67C}"/>
              </a:ext>
            </a:extLst>
          </p:cNvPr>
          <p:cNvGrpSpPr/>
          <p:nvPr/>
        </p:nvGrpSpPr>
        <p:grpSpPr>
          <a:xfrm>
            <a:off x="10853081" y="5396498"/>
            <a:ext cx="876247" cy="632603"/>
            <a:chOff x="9213626" y="5488862"/>
            <a:chExt cx="876247" cy="632603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C6EECA22-DB14-A85C-A7AD-A3953E037883}"/>
                </a:ext>
              </a:extLst>
            </p:cNvPr>
            <p:cNvCxnSpPr/>
            <p:nvPr/>
          </p:nvCxnSpPr>
          <p:spPr>
            <a:xfrm flipV="1">
              <a:off x="9213626" y="5556898"/>
              <a:ext cx="675734" cy="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06C3C70B-3310-5052-2BB3-2D68F53FB775}"/>
                </a:ext>
              </a:extLst>
            </p:cNvPr>
            <p:cNvGrpSpPr/>
            <p:nvPr/>
          </p:nvGrpSpPr>
          <p:grpSpPr>
            <a:xfrm>
              <a:off x="9644176" y="5488862"/>
              <a:ext cx="445697" cy="632603"/>
              <a:chOff x="9630569" y="5556898"/>
              <a:chExt cx="445697" cy="632603"/>
            </a:xfrm>
          </p:grpSpPr>
          <p:cxnSp>
            <p:nvCxnSpPr>
              <p:cNvPr id="30" name="Conector de Seta Reta 29">
                <a:extLst>
                  <a:ext uri="{FF2B5EF4-FFF2-40B4-BE49-F238E27FC236}">
                    <a16:creationId xmlns:a16="http://schemas.microsoft.com/office/drawing/2014/main" id="{72CCD6F5-B277-DEBC-9E6D-7F0380C9FE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60605" y="5556898"/>
                <a:ext cx="1" cy="50320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de Seta Reta 30">
                <a:extLst>
                  <a:ext uri="{FF2B5EF4-FFF2-40B4-BE49-F238E27FC236}">
                    <a16:creationId xmlns:a16="http://schemas.microsoft.com/office/drawing/2014/main" id="{8DFA223B-D5D5-4458-64DB-5E73320282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30569" y="6045728"/>
                <a:ext cx="43132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de Seta Reta 31">
                <a:extLst>
                  <a:ext uri="{FF2B5EF4-FFF2-40B4-BE49-F238E27FC236}">
                    <a16:creationId xmlns:a16="http://schemas.microsoft.com/office/drawing/2014/main" id="{757634FE-04A4-5548-F489-270FFFEC33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44946" y="6189501"/>
                <a:ext cx="43132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0961701-A0F2-C75C-C57A-8A91377686CA}"/>
              </a:ext>
            </a:extLst>
          </p:cNvPr>
          <p:cNvCxnSpPr/>
          <p:nvPr/>
        </p:nvCxnSpPr>
        <p:spPr>
          <a:xfrm>
            <a:off x="3128411" y="5438286"/>
            <a:ext cx="761999" cy="77637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A543E73-0232-2676-778D-8A411A99B406}"/>
              </a:ext>
            </a:extLst>
          </p:cNvPr>
          <p:cNvCxnSpPr>
            <a:cxnSpLocks/>
          </p:cNvCxnSpPr>
          <p:nvPr/>
        </p:nvCxnSpPr>
        <p:spPr>
          <a:xfrm>
            <a:off x="3948128" y="6097167"/>
            <a:ext cx="5564835" cy="141642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7D3CBF8-A41B-22D3-7B9C-8A98A22F431B}"/>
              </a:ext>
            </a:extLst>
          </p:cNvPr>
          <p:cNvCxnSpPr>
            <a:cxnSpLocks/>
          </p:cNvCxnSpPr>
          <p:nvPr/>
        </p:nvCxnSpPr>
        <p:spPr>
          <a:xfrm flipV="1">
            <a:off x="9485532" y="5805483"/>
            <a:ext cx="416917" cy="44931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EF907D-EAF8-4AF6-A553-FEEB4E18A21B}"/>
              </a:ext>
            </a:extLst>
          </p:cNvPr>
          <p:cNvSpPr txBox="1"/>
          <p:nvPr/>
        </p:nvSpPr>
        <p:spPr>
          <a:xfrm>
            <a:off x="6327319" y="3973284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1050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679E19-8ED4-7E86-9758-EB43910111C3}"/>
              </a:ext>
            </a:extLst>
          </p:cNvPr>
          <p:cNvSpPr txBox="1"/>
          <p:nvPr/>
        </p:nvSpPr>
        <p:spPr>
          <a:xfrm>
            <a:off x="8069034" y="3973285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1222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E8BA87C-9658-C495-89BC-797F0A44BCD7}"/>
              </a:ext>
            </a:extLst>
          </p:cNvPr>
          <p:cNvGrpSpPr/>
          <p:nvPr/>
        </p:nvGrpSpPr>
        <p:grpSpPr>
          <a:xfrm>
            <a:off x="9551602" y="4568453"/>
            <a:ext cx="1400749" cy="1207697"/>
            <a:chOff x="4186686" y="3776929"/>
            <a:chExt cx="1400749" cy="1207697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1620B7DE-CA9A-6F8D-00AC-BCC3981A7668}"/>
                </a:ext>
              </a:extLst>
            </p:cNvPr>
            <p:cNvGrpSpPr/>
            <p:nvPr/>
          </p:nvGrpSpPr>
          <p:grpSpPr>
            <a:xfrm>
              <a:off x="4186686" y="3776929"/>
              <a:ext cx="1337095" cy="1207697"/>
              <a:chOff x="1210573" y="3705044"/>
              <a:chExt cx="1337095" cy="1207697"/>
            </a:xfrm>
          </p:grpSpPr>
          <p:sp>
            <p:nvSpPr>
              <p:cNvPr id="26" name="Retângulo 25">
                <a:extLst>
                  <a:ext uri="{FF2B5EF4-FFF2-40B4-BE49-F238E27FC236}">
                    <a16:creationId xmlns:a16="http://schemas.microsoft.com/office/drawing/2014/main" id="{30844EFA-013F-3890-1026-5466E5FF2E92}"/>
                  </a:ext>
                </a:extLst>
              </p:cNvPr>
              <p:cNvSpPr/>
              <p:nvPr/>
            </p:nvSpPr>
            <p:spPr>
              <a:xfrm>
                <a:off x="1210574" y="3705044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cs typeface="Calibri"/>
                  </a:rPr>
                  <a:t>10</a:t>
                </a:r>
                <a:endParaRPr lang="pt-BR" dirty="0"/>
              </a:p>
            </p:txBody>
          </p:sp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F104DC8F-E65C-C933-749D-37B216A88047}"/>
                  </a:ext>
                </a:extLst>
              </p:cNvPr>
              <p:cNvSpPr/>
              <p:nvPr/>
            </p:nvSpPr>
            <p:spPr>
              <a:xfrm>
                <a:off x="1210573" y="4308892"/>
                <a:ext cx="1337094" cy="603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24AC888-A744-E982-09DD-75862BB1E101}"/>
                </a:ext>
              </a:extLst>
            </p:cNvPr>
            <p:cNvSpPr txBox="1"/>
            <p:nvPr/>
          </p:nvSpPr>
          <p:spPr>
            <a:xfrm>
              <a:off x="4687592" y="3847955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>
                  <a:cs typeface="Calibri"/>
                </a:rPr>
                <a:t>8</a:t>
              </a:r>
              <a:endParaRPr lang="pt-BR" sz="24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BDB83E94-FA09-8596-060A-CCB25D5594ED}"/>
                </a:ext>
              </a:extLst>
            </p:cNvPr>
            <p:cNvSpPr txBox="1"/>
            <p:nvPr/>
          </p:nvSpPr>
          <p:spPr>
            <a:xfrm>
              <a:off x="4586950" y="4379917"/>
              <a:ext cx="899843" cy="47604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400" dirty="0" err="1">
                  <a:cs typeface="Calibri"/>
                </a:rPr>
                <a:t>null</a:t>
              </a:r>
              <a:endParaRPr lang="pt-BR" sz="2400" dirty="0" err="1"/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2534B66-B5C8-3712-FCB7-CE2DECF73420}"/>
              </a:ext>
            </a:extLst>
          </p:cNvPr>
          <p:cNvSpPr txBox="1"/>
          <p:nvPr/>
        </p:nvSpPr>
        <p:spPr>
          <a:xfrm>
            <a:off x="9696943" y="3927103"/>
            <a:ext cx="14464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cs typeface="Calibri"/>
              </a:rPr>
              <a:t>2350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62C45956-FB6B-21BE-D102-B92FC9D54BB8}"/>
              </a:ext>
            </a:extLst>
          </p:cNvPr>
          <p:cNvCxnSpPr>
            <a:cxnSpLocks/>
          </p:cNvCxnSpPr>
          <p:nvPr/>
        </p:nvCxnSpPr>
        <p:spPr>
          <a:xfrm flipV="1">
            <a:off x="9159969" y="5169071"/>
            <a:ext cx="339306" cy="33642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36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2629D-8973-22AF-577D-646FA583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Modelagem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D1E794-E071-2B69-9D1F-4B6E07BD5D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pt-BR" dirty="0">
                <a:ea typeface="+mn-lt"/>
                <a:cs typeface="+mn-lt"/>
              </a:rPr>
              <a:t>#include &lt;</a:t>
            </a:r>
            <a:r>
              <a:rPr lang="pt-BR" dirty="0" err="1">
                <a:ea typeface="+mn-lt"/>
                <a:cs typeface="+mn-lt"/>
              </a:rPr>
              <a:t>stdio.h</a:t>
            </a:r>
            <a:r>
              <a:rPr lang="pt-BR" dirty="0">
                <a:ea typeface="+mn-lt"/>
                <a:cs typeface="+mn-lt"/>
              </a:rPr>
              <a:t>&gt;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#include &lt;</a:t>
            </a:r>
            <a:r>
              <a:rPr lang="pt-BR" dirty="0" err="1">
                <a:ea typeface="+mn-lt"/>
                <a:cs typeface="+mn-lt"/>
              </a:rPr>
              <a:t>malloc.h</a:t>
            </a:r>
            <a:r>
              <a:rPr lang="pt-BR" dirty="0">
                <a:ea typeface="+mn-lt"/>
                <a:cs typeface="+mn-lt"/>
              </a:rPr>
              <a:t>&gt;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#define </a:t>
            </a:r>
            <a:r>
              <a:rPr lang="pt-BR" dirty="0" err="1">
                <a:ea typeface="+mn-lt"/>
                <a:cs typeface="+mn-lt"/>
              </a:rPr>
              <a:t>true</a:t>
            </a:r>
            <a:r>
              <a:rPr lang="pt-BR" dirty="0">
                <a:ea typeface="+mn-lt"/>
                <a:cs typeface="+mn-lt"/>
              </a:rPr>
              <a:t> 1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#define false 0;</a:t>
            </a:r>
            <a:br>
              <a:rPr lang="en-US" dirty="0"/>
            </a:br>
            <a:endParaRPr lang="en-US">
              <a:cs typeface="Calibri"/>
            </a:endParaRP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typedef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TIPOCHAVE;</a:t>
            </a:r>
            <a:endParaRPr lang="pt-BR" dirty="0"/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typedef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bool</a:t>
            </a:r>
            <a:r>
              <a:rPr lang="pt-BR" dirty="0">
                <a:ea typeface="+mn-lt"/>
                <a:cs typeface="+mn-lt"/>
              </a:rPr>
              <a:t>;</a:t>
            </a:r>
            <a:br>
              <a:rPr lang="en-US" dirty="0"/>
            </a:br>
            <a:endParaRPr lang="en-US">
              <a:cs typeface="Calibri"/>
            </a:endParaRP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typedef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struct</a:t>
            </a:r>
            <a:r>
              <a:rPr lang="pt-BR" dirty="0">
                <a:ea typeface="+mn-lt"/>
                <a:cs typeface="+mn-lt"/>
              </a:rPr>
              <a:t>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TIPOCHAVE chave; 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// outros campos ...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 REGISTRO;</a:t>
            </a:r>
            <a:endParaRPr lang="pt-BR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6BD201-7AAD-18F9-DE13-F1A93B9FBA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typedef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struct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aux</a:t>
            </a:r>
            <a:r>
              <a:rPr lang="pt-BR" dirty="0">
                <a:ea typeface="+mn-lt"/>
                <a:cs typeface="+mn-lt"/>
              </a:rPr>
              <a:t>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REGISTRO 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struct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aux</a:t>
            </a:r>
            <a:r>
              <a:rPr lang="pt-BR" dirty="0">
                <a:ea typeface="+mn-lt"/>
                <a:cs typeface="+mn-lt"/>
              </a:rPr>
              <a:t> *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 ELEMENTO, *PONT;</a:t>
            </a:r>
            <a:endParaRPr lang="pt-BR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typedef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struct</a:t>
            </a:r>
            <a:r>
              <a:rPr lang="pt-BR" dirty="0">
                <a:ea typeface="+mn-lt"/>
                <a:cs typeface="+mn-lt"/>
              </a:rPr>
              <a:t>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fim;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 FILA;</a:t>
            </a:r>
            <a:endParaRPr lang="pt-BR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58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625C0-2265-B346-8BD1-311C54E3D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Inicialização 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636E9-7AB9-D456-1B58-B0534521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/>
              </a:rPr>
              <a:t>Precisamos:</a:t>
            </a:r>
            <a:endParaRPr lang="pt-BR" dirty="0"/>
          </a:p>
          <a:p>
            <a:r>
              <a:rPr lang="pt-BR" dirty="0">
                <a:cs typeface="Calibri"/>
              </a:rPr>
              <a:t>Atribuir o valor NULL para inicio </a:t>
            </a:r>
          </a:p>
          <a:p>
            <a:r>
              <a:rPr lang="pt-BR" dirty="0">
                <a:cs typeface="Calibri"/>
              </a:rPr>
              <a:t>Atribuir o valor </a:t>
            </a:r>
            <a:r>
              <a:rPr lang="pt-BR" dirty="0">
                <a:ea typeface="+mn-lt"/>
                <a:cs typeface="+mn-lt"/>
              </a:rPr>
              <a:t>NULL para</a:t>
            </a:r>
            <a:r>
              <a:rPr lang="pt-BR" dirty="0">
                <a:cs typeface="Calibri"/>
              </a:rPr>
              <a:t> fim</a:t>
            </a:r>
          </a:p>
          <a:p>
            <a:pPr>
              <a:buNone/>
            </a:pPr>
            <a:endParaRPr lang="pt-BR" dirty="0">
              <a:ea typeface="+mn-lt"/>
              <a:cs typeface="+mn-lt"/>
            </a:endParaRP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void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inicializarFila</a:t>
            </a:r>
            <a:r>
              <a:rPr lang="pt-BR" dirty="0">
                <a:ea typeface="+mn-lt"/>
                <a:cs typeface="+mn-lt"/>
              </a:rPr>
              <a:t>(FILA *f) {</a:t>
            </a:r>
            <a:endParaRPr lang="pt-BR" dirty="0">
              <a:cs typeface="Calibri"/>
            </a:endParaRPr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  f-&gt;inicio=NULL;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f-&gt;fim=NULL;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832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954D2-0960-51E2-2DC3-58854501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Quantidade de elementos 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8D7255-C7B8-31BE-057F-97D288948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>
                <a:cs typeface="Calibri" panose="020F0502020204030204"/>
              </a:rPr>
              <a:t>Percorrer todos os elementos até o fim da fila e contar.</a:t>
            </a: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tamanho(FILA *f){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f-&gt;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int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tam</a:t>
            </a:r>
            <a:r>
              <a:rPr lang="pt-BR" dirty="0">
                <a:ea typeface="+mn-lt"/>
                <a:cs typeface="+mn-lt"/>
              </a:rPr>
              <a:t> = 0;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while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!= NULL)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tam</a:t>
            </a:r>
            <a:r>
              <a:rPr lang="pt-BR" dirty="0">
                <a:ea typeface="+mn-lt"/>
                <a:cs typeface="+mn-lt"/>
              </a:rPr>
              <a:t>++;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-&gt; 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}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return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tam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682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41FD9-40EF-F0C3-0DBB-5CD9D210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Listagem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20B246-ECE7-9777-2F93-BFDECF7CF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pt-BR" dirty="0">
                <a:cs typeface="Calibri"/>
              </a:rPr>
              <a:t>Percorrer todos os elementos da lista do início até o fim</a:t>
            </a: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void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listaFila</a:t>
            </a:r>
            <a:r>
              <a:rPr lang="pt-BR" dirty="0">
                <a:ea typeface="+mn-lt"/>
                <a:cs typeface="+mn-lt"/>
              </a:rPr>
              <a:t>(FILA *f)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f-&gt;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printf</a:t>
            </a:r>
            <a:r>
              <a:rPr lang="pt-BR" dirty="0">
                <a:ea typeface="+mn-lt"/>
                <a:cs typeface="+mn-lt"/>
              </a:rPr>
              <a:t>("Fila [ ");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while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!= NULL)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printf</a:t>
            </a:r>
            <a:r>
              <a:rPr lang="pt-BR" dirty="0">
                <a:ea typeface="+mn-lt"/>
                <a:cs typeface="+mn-lt"/>
              </a:rPr>
              <a:t>("%i ",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reg.chave</a:t>
            </a:r>
            <a:r>
              <a:rPr lang="pt-BR" dirty="0">
                <a:ea typeface="+mn-lt"/>
                <a:cs typeface="+mn-lt"/>
              </a:rPr>
              <a:t>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}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printf</a:t>
            </a:r>
            <a:r>
              <a:rPr lang="pt-BR" dirty="0">
                <a:ea typeface="+mn-lt"/>
                <a:cs typeface="+mn-lt"/>
              </a:rPr>
              <a:t>("]\n");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12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C834D-D9BE-6CCB-0312-56F02BAC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Inserção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23A594-5073-4C4D-A59F-71FB11C07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cs typeface="Calibri"/>
              </a:rPr>
              <a:t>Passos</a:t>
            </a:r>
          </a:p>
          <a:p>
            <a:r>
              <a:rPr lang="pt-BR" dirty="0">
                <a:cs typeface="Calibri"/>
              </a:rPr>
              <a:t>Alocar memória para o novo elemento</a:t>
            </a:r>
          </a:p>
          <a:p>
            <a:r>
              <a:rPr lang="pt-BR" dirty="0">
                <a:cs typeface="Calibri"/>
              </a:rPr>
              <a:t>Colocá-lo no final da fila</a:t>
            </a:r>
          </a:p>
          <a:p>
            <a:r>
              <a:rPr lang="pt-BR" dirty="0">
                <a:cs typeface="Calibri"/>
              </a:rPr>
              <a:t>Alterar o campo Fim</a:t>
            </a:r>
          </a:p>
          <a:p>
            <a:r>
              <a:rPr lang="pt-BR" dirty="0">
                <a:cs typeface="Calibri"/>
              </a:rPr>
              <a:t>Se fila vazia o início também deve apontar para este novo campo </a:t>
            </a:r>
          </a:p>
        </p:txBody>
      </p:sp>
    </p:spTree>
    <p:extLst>
      <p:ext uri="{BB962C8B-B14F-4D97-AF65-F5344CB8AC3E}">
        <p14:creationId xmlns:p14="http://schemas.microsoft.com/office/powerpoint/2010/main" val="1251785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697AF-0D4F-AD41-E50E-740187C3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Inserção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43DBCE-2701-943E-4DA1-18DDE7EF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bool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inserirFila</a:t>
            </a:r>
            <a:r>
              <a:rPr lang="pt-BR" dirty="0">
                <a:ea typeface="+mn-lt"/>
                <a:cs typeface="+mn-lt"/>
              </a:rPr>
              <a:t>(FILA *f, REGISTRO 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)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novo = (PONT) </a:t>
            </a:r>
            <a:r>
              <a:rPr lang="pt-BR" dirty="0" err="1">
                <a:ea typeface="+mn-lt"/>
                <a:cs typeface="+mn-lt"/>
              </a:rPr>
              <a:t>malloc</a:t>
            </a:r>
            <a:r>
              <a:rPr lang="pt-BR" dirty="0">
                <a:ea typeface="+mn-lt"/>
                <a:cs typeface="+mn-lt"/>
              </a:rPr>
              <a:t>(</a:t>
            </a:r>
            <a:r>
              <a:rPr lang="pt-BR" dirty="0" err="1">
                <a:ea typeface="+mn-lt"/>
                <a:cs typeface="+mn-lt"/>
              </a:rPr>
              <a:t>sizeof</a:t>
            </a:r>
            <a:r>
              <a:rPr lang="pt-BR" dirty="0">
                <a:ea typeface="+mn-lt"/>
                <a:cs typeface="+mn-lt"/>
              </a:rPr>
              <a:t>(ELEMENTO));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novo-&gt;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novo-&gt;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 = NULL;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(f-&gt;inicio==NULL) f-&gt;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=novo; 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else</a:t>
            </a:r>
            <a:r>
              <a:rPr lang="pt-BR" dirty="0">
                <a:ea typeface="+mn-lt"/>
                <a:cs typeface="+mn-lt"/>
              </a:rPr>
              <a:t> f-&gt;fim-&gt;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 = novo;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f-&gt;fim = novo;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return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true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2862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1D8B9-F82B-5025-6F25-EFA2BFAA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Exclusão 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A5B0B-25DB-6EBF-21DD-E330A6C1A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cs typeface="Calibri"/>
              </a:rPr>
              <a:t>Se a fila não estiver vazia</a:t>
            </a:r>
          </a:p>
          <a:p>
            <a:r>
              <a:rPr lang="pt-BR" dirty="0">
                <a:cs typeface="Calibri"/>
              </a:rPr>
              <a:t>Retornar o elemento excluído</a:t>
            </a:r>
          </a:p>
          <a:p>
            <a:r>
              <a:rPr lang="pt-BR" dirty="0">
                <a:cs typeface="Calibri"/>
              </a:rPr>
              <a:t>Corrigir o campo inicio</a:t>
            </a:r>
          </a:p>
          <a:p>
            <a:r>
              <a:rPr lang="pt-BR" dirty="0">
                <a:cs typeface="Calibri"/>
              </a:rPr>
              <a:t>E acertar o campo fim se for o ultimo</a:t>
            </a:r>
          </a:p>
        </p:txBody>
      </p:sp>
    </p:spTree>
    <p:extLst>
      <p:ext uri="{BB962C8B-B14F-4D97-AF65-F5344CB8AC3E}">
        <p14:creationId xmlns:p14="http://schemas.microsoft.com/office/powerpoint/2010/main" val="3562272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DA10F-E97E-4893-ADC1-3414DAA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Exclusão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570C6B-B0A7-FF16-051C-34BC2574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bool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excluirFila</a:t>
            </a:r>
            <a:r>
              <a:rPr lang="pt-BR" dirty="0">
                <a:ea typeface="+mn-lt"/>
                <a:cs typeface="+mn-lt"/>
              </a:rPr>
              <a:t>( FILA *f, REGISTRO *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){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</a:t>
            </a:r>
            <a:r>
              <a:rPr lang="pt-BR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(f-&gt;inicio== NULL) </a:t>
            </a:r>
            <a:r>
              <a:rPr lang="pt-BR" dirty="0" err="1">
                <a:ea typeface="+mn-lt"/>
                <a:cs typeface="+mn-lt"/>
              </a:rPr>
              <a:t>return</a:t>
            </a:r>
            <a:r>
              <a:rPr lang="pt-BR" dirty="0">
                <a:ea typeface="+mn-lt"/>
                <a:cs typeface="+mn-lt"/>
              </a:rPr>
              <a:t> false;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*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 = f-&gt;inicio-&gt;</a:t>
            </a:r>
            <a:r>
              <a:rPr lang="pt-BR" dirty="0" err="1">
                <a:ea typeface="+mn-lt"/>
                <a:cs typeface="+mn-lt"/>
              </a:rPr>
              <a:t>reg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PONT apagar = f-&gt;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f-&gt;inicio = f-&gt;inicio-&gt;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>
              <a:cs typeface="Calibri" panose="020F0502020204030204"/>
            </a:endParaRPr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</a:t>
            </a:r>
            <a:r>
              <a:rPr lang="pt-BR" dirty="0" err="1">
                <a:ea typeface="+mn-lt"/>
                <a:cs typeface="+mn-lt"/>
              </a:rPr>
              <a:t>free</a:t>
            </a:r>
            <a:r>
              <a:rPr lang="pt-BR" dirty="0">
                <a:ea typeface="+mn-lt"/>
                <a:cs typeface="+mn-lt"/>
              </a:rPr>
              <a:t>(apagar);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</a:t>
            </a:r>
            <a:r>
              <a:rPr lang="pt-BR" dirty="0" err="1">
                <a:ea typeface="+mn-lt"/>
                <a:cs typeface="+mn-lt"/>
              </a:rPr>
              <a:t>if</a:t>
            </a:r>
            <a:r>
              <a:rPr lang="pt-BR" dirty="0">
                <a:ea typeface="+mn-lt"/>
                <a:cs typeface="+mn-lt"/>
              </a:rPr>
              <a:t> (f-&gt;inicio==NULL) f-&gt;fim=NULL;</a:t>
            </a:r>
            <a:endParaRPr lang="pt-BR">
              <a:cs typeface="Calibri" panose="020F0502020204030204"/>
            </a:endParaRPr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 </a:t>
            </a:r>
            <a:r>
              <a:rPr lang="pt-BR" dirty="0" err="1">
                <a:ea typeface="+mn-lt"/>
                <a:cs typeface="+mn-lt"/>
              </a:rPr>
              <a:t>return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true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7114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3B22C-FD15-F154-04A6-1AFB189B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 Light"/>
              </a:rPr>
              <a:t>Reinicialização 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A0EEF6-B703-D4F8-AA1D-23A4E2D0F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>
                <a:cs typeface="Calibri"/>
              </a:rPr>
              <a:t>Percorrer toda a fila para excluir um por um</a:t>
            </a:r>
          </a:p>
          <a:p>
            <a:pPr marL="0" indent="0">
              <a:buNone/>
            </a:pPr>
            <a:r>
              <a:rPr lang="pt-BR" dirty="0">
                <a:cs typeface="Calibri"/>
              </a:rPr>
              <a:t>Atribuir para início e fim o valor NULL</a:t>
            </a:r>
          </a:p>
          <a:p>
            <a:pPr>
              <a:buNone/>
            </a:pPr>
            <a:r>
              <a:rPr lang="pt-BR" dirty="0" err="1">
                <a:ea typeface="+mn-lt"/>
                <a:cs typeface="+mn-lt"/>
              </a:rPr>
              <a:t>void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dirty="0" err="1">
                <a:ea typeface="+mn-lt"/>
                <a:cs typeface="+mn-lt"/>
              </a:rPr>
              <a:t>reinicializaFile</a:t>
            </a:r>
            <a:r>
              <a:rPr lang="pt-BR" dirty="0">
                <a:ea typeface="+mn-lt"/>
                <a:cs typeface="+mn-lt"/>
              </a:rPr>
              <a:t> (FILA *f) 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PONT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f-&gt;</a:t>
            </a:r>
            <a:r>
              <a:rPr lang="pt-BR" dirty="0" err="1">
                <a:ea typeface="+mn-lt"/>
                <a:cs typeface="+mn-lt"/>
              </a:rPr>
              <a:t>inicio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</a:t>
            </a:r>
            <a:r>
              <a:rPr lang="pt-BR" dirty="0" err="1">
                <a:ea typeface="+mn-lt"/>
                <a:cs typeface="+mn-lt"/>
              </a:rPr>
              <a:t>while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!= NULL){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PONT apagar =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 = </a:t>
            </a:r>
            <a:r>
              <a:rPr lang="pt-BR" dirty="0" err="1">
                <a:ea typeface="+mn-lt"/>
                <a:cs typeface="+mn-lt"/>
              </a:rPr>
              <a:t>ender</a:t>
            </a:r>
            <a:r>
              <a:rPr lang="pt-BR" dirty="0">
                <a:ea typeface="+mn-lt"/>
                <a:cs typeface="+mn-lt"/>
              </a:rPr>
              <a:t>-&gt;</a:t>
            </a:r>
            <a:r>
              <a:rPr lang="pt-BR" dirty="0" err="1">
                <a:ea typeface="+mn-lt"/>
                <a:cs typeface="+mn-lt"/>
              </a:rPr>
              <a:t>prox</a:t>
            </a:r>
            <a:r>
              <a:rPr lang="pt-BR" dirty="0">
                <a:ea typeface="+mn-lt"/>
                <a:cs typeface="+mn-lt"/>
              </a:rPr>
              <a:t>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    </a:t>
            </a:r>
            <a:r>
              <a:rPr lang="pt-BR" dirty="0" err="1">
                <a:ea typeface="+mn-lt"/>
                <a:cs typeface="+mn-lt"/>
              </a:rPr>
              <a:t>free</a:t>
            </a:r>
            <a:r>
              <a:rPr lang="pt-BR" dirty="0">
                <a:ea typeface="+mn-lt"/>
                <a:cs typeface="+mn-lt"/>
              </a:rPr>
              <a:t>(apagar);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 }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f-&gt;inicio=NULL;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    f-&gt;fim=NULL;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}</a:t>
            </a:r>
            <a:endParaRPr lang="pt-BR" dirty="0"/>
          </a:p>
          <a:p>
            <a:pPr marL="0" indent="0">
              <a:buNone/>
            </a:pP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2807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Fila Dinâmica</vt:lpstr>
      <vt:lpstr>Fila Dinâmica</vt:lpstr>
      <vt:lpstr>Fila Dinâmica</vt:lpstr>
      <vt:lpstr>Fila</vt:lpstr>
      <vt:lpstr>Fila</vt:lpstr>
      <vt:lpstr>Fila</vt:lpstr>
      <vt:lpstr>Fila</vt:lpstr>
      <vt:lpstr>Fila</vt:lpstr>
      <vt:lpstr>Fila</vt:lpstr>
      <vt:lpstr>Modelagem</vt:lpstr>
      <vt:lpstr>Inicialização Fila</vt:lpstr>
      <vt:lpstr>Quantidade de elementos fila</vt:lpstr>
      <vt:lpstr>Listagem</vt:lpstr>
      <vt:lpstr>Inserção</vt:lpstr>
      <vt:lpstr>Inserção </vt:lpstr>
      <vt:lpstr>Exclusão Fila</vt:lpstr>
      <vt:lpstr>Exclusão</vt:lpstr>
      <vt:lpstr>Reinicialização Fila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</dc:title>
  <dc:creator/>
  <cp:lastModifiedBy/>
  <cp:revision>431</cp:revision>
  <dcterms:created xsi:type="dcterms:W3CDTF">2012-07-30T23:50:35Z</dcterms:created>
  <dcterms:modified xsi:type="dcterms:W3CDTF">2024-10-23T17:21:23Z</dcterms:modified>
</cp:coreProperties>
</file>