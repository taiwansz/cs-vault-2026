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</p:sldIdLst>
  <p:sldSz cx="9144000" cy="6858000" type="screen4x3"/>
  <p:notesSz cx="7315200" cy="9601200"/>
  <p:embeddedFontLst>
    <p:embeddedFont>
      <p:font typeface="Noto Sans Symbols" panose="020B0604020202020204" charset="0"/>
      <p:regular r:id="rId128"/>
      <p:bold r:id="rId1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3" roundtripDataSignature="AMtx7mgOL0nm/oTwqedo9qwGKsTd91B7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font" Target="fonts/font1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font" Target="fonts/font2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5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customschemas.google.com/relationships/presentationmetadata" Target="metadata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image" Target="../media/image4.png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image" Target="../media/image4.png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image" Target="../media/image4.png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image" Target="../media/image30.png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1414462" y="836612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" name="Google Shape;5;n"/>
          <p:cNvSpPr txBox="1"/>
          <p:nvPr/>
        </p:nvSpPr>
        <p:spPr>
          <a:xfrm>
            <a:off x="74612" y="96837"/>
            <a:ext cx="1881187" cy="29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Volnys Borges Bernal</a:t>
            </a:r>
            <a:endParaRPr/>
          </a:p>
        </p:txBody>
      </p:sp>
      <p:sp>
        <p:nvSpPr>
          <p:cNvPr id="6" name="Google Shape;6;n"/>
          <p:cNvSpPr txBox="1"/>
          <p:nvPr/>
        </p:nvSpPr>
        <p:spPr>
          <a:xfrm>
            <a:off x="74612" y="9207500"/>
            <a:ext cx="962025" cy="29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" name="Google Shape;7;n"/>
          <p:cNvSpPr txBox="1"/>
          <p:nvPr/>
        </p:nvSpPr>
        <p:spPr>
          <a:xfrm>
            <a:off x="6827837" y="9207500"/>
            <a:ext cx="412750" cy="29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fld id="{00000000-1234-1234-1234-123412341234}" type="slidenum"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5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6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7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8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9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10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1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12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13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14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5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16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7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8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9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20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21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22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23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24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25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26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27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28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p29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30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31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32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p33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p34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2" name="Google Shape;542;p35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3" name="Google Shape;653;p36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9" name="Google Shape;769;p37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5" name="Google Shape;775;p38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1" name="Google Shape;781;p39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2" name="Google Shape;912;p40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5" name="Google Shape;1035;p41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2" name="Google Shape;1182;p42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1" name="Google Shape;1191;p43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5" name="Google Shape;1245;p44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1" name="Google Shape;1251;p45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7" name="Google Shape;1367;p46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3" name="Google Shape;1373;p47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8" name="Google Shape;1378;p48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1" name="Google Shape;1401;p49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2" name="Google Shape;1412;p50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6" name="Google Shape;1446;p51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2" name="Google Shape;1452;p52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8" name="Google Shape;1458;p53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3" name="Google Shape;1463;p54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9" name="Google Shape;1469;p55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8" name="Google Shape;1528;p56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9" name="Google Shape;1539;p57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5" name="Google Shape;1545;p58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1" name="Google Shape;1551;p59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7" name="Google Shape;1557;p60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3" name="Google Shape;1563;p61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8" name="Google Shape;1568;p62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9" name="Google Shape;1589;p63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3" name="Google Shape;1603;p64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1" name="Google Shape;1611;p65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6" name="Google Shape;1616;p66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3" name="Google Shape;1633;p67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0" name="Google Shape;1640;p68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7" name="Google Shape;1647;p69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2" name="Google Shape;1652;p70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3" name="Google Shape;1683;p71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9" name="Google Shape;1689;p72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7" name="Google Shape;1707;p73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3" name="Google Shape;1713;p74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75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0" name="Google Shape;1720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5" name="Google Shape;1725;p76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1" name="Google Shape;1731;p77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7" name="Google Shape;1737;p78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8" name="Google Shape;1758;p79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0" name="Google Shape;1780;p80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5" name="Google Shape;1805;p81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82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1" name="Google Shape;181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6" name="Google Shape;1816;p83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2" name="Google Shape;1822;p84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0" name="Google Shape;1840;p85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6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4" name="Google Shape;1914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9" name="Google Shape;1919;p87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88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5" name="Google Shape;1925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0" name="Google Shape;1930;p89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6" name="Google Shape;1936;p90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0" name="Google Shape;1960;p91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92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7" name="Google Shape;1987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2" name="Google Shape;1992;p93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94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8" name="Google Shape;1998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3" name="Google Shape;2003;p95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9" name="Google Shape;2009;p96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0" name="Google Shape;2030;p97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98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6" name="Google Shape;2036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1" name="Google Shape;2041;p99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3" name="Google Shape;2083;p100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2" name="Google Shape;2152;p101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7" name="Google Shape;2237;p102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3" name="Google Shape;2243;p103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104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9" name="Google Shape;2339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4" name="Google Shape;2344;p105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6" name="Google Shape;2376;p106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0" name="Google Shape;2410;p107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3" name="Google Shape;2433;p108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1" name="Google Shape;2481;p109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7" name="Google Shape;2487;p110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3" name="Google Shape;2493;p111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112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9" name="Google Shape;2499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4" name="Google Shape;2504;p113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1" name="Google Shape;2531;p114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8" name="Google Shape;2558;p115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Google Shape;2563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4" name="Google Shape;2564;p116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0" name="Google Shape;2570;p117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p118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6" name="Google Shape;2576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Google Shape;2580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1" name="Google Shape;2581;p119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7" name="Google Shape;2587;p120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121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9" name="Google Shape;2609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4" name="Google Shape;2614;p122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7" name="Google Shape;2647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8" name="Google Shape;2648;p123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Google Shape;2682;p124:notes"/>
          <p:cNvSpPr txBox="1">
            <a:spLocks noGrp="1"/>
          </p:cNvSpPr>
          <p:nvPr>
            <p:ph type="body" idx="1"/>
          </p:nvPr>
        </p:nvSpPr>
        <p:spPr>
          <a:xfrm>
            <a:off x="974725" y="4564062"/>
            <a:ext cx="5365750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8" name="Google Shape;2688;p125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4" name="Google Shape;2694;p126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836613"/>
            <a:ext cx="4487862" cy="336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0" name="Google Shape;2700;p127:notes"/>
          <p:cNvSpPr txBox="1">
            <a:spLocks noGrp="1"/>
          </p:cNvSpPr>
          <p:nvPr>
            <p:ph type="body" idx="1"/>
          </p:nvPr>
        </p:nvSpPr>
        <p:spPr>
          <a:xfrm>
            <a:off x="976312" y="4564062"/>
            <a:ext cx="53625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5650" rIns="92925" bIns="4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9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29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❑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❖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 dirty="0"/>
          </a:p>
        </p:txBody>
      </p:sp>
      <p:sp>
        <p:nvSpPr>
          <p:cNvPr id="20" name="Google Shape;20;p12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" name="Google Shape;21;p12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129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ayout with centered title and subtitle placeholders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❑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❖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6" name="Google Shape;26;p13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13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13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  only" type="objOnly">
  <p:cSld name="OBJECT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1" name="Google Shape;31;p13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2" name="Google Shape;32;p13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on left, two objects on right" type="txAndTwoObj">
  <p:cSld name="TEXT_AND_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13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6" name="Google Shape;36;p13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on left, text on right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9" name="Google Shape;39;p13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0" name="Google Shape;40;p133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28"/>
          <p:cNvSpPr/>
          <p:nvPr/>
        </p:nvSpPr>
        <p:spPr>
          <a:xfrm>
            <a:off x="0" y="0"/>
            <a:ext cx="539750" cy="6858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128"/>
          <p:cNvSpPr txBox="1"/>
          <p:nvPr/>
        </p:nvSpPr>
        <p:spPr>
          <a:xfrm>
            <a:off x="0" y="6461877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Redes </a:t>
            </a:r>
            <a:r>
              <a:rPr lang="en-US">
                <a:solidFill>
                  <a:schemeClr val="dk1"/>
                </a:solidFill>
              </a:rPr>
              <a:t>Móveis</a:t>
            </a:r>
            <a:endParaRPr/>
          </a:p>
        </p:txBody>
      </p:sp>
      <p:sp>
        <p:nvSpPr>
          <p:cNvPr id="15" name="Google Shape;15;p128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2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ad.lsi.usp.br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8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5.png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6.bin"/><Relationship Id="rId5" Type="http://schemas.openxmlformats.org/officeDocument/2006/relationships/image" Target="../media/image4.png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9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0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30.xml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4.png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2.bin"/><Relationship Id="rId9" Type="http://schemas.openxmlformats.org/officeDocument/2006/relationships/oleObject" Target="../embeddings/oleObject16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31.xml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24.bin"/><Relationship Id="rId5" Type="http://schemas.openxmlformats.org/officeDocument/2006/relationships/image" Target="../media/image4.png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oleObject" Target="../embeddings/oleObject33.bin"/><Relationship Id="rId3" Type="http://schemas.openxmlformats.org/officeDocument/2006/relationships/notesSlide" Target="../notesSlides/notesSlide32.xml"/><Relationship Id="rId7" Type="http://schemas.openxmlformats.org/officeDocument/2006/relationships/oleObject" Target="../embeddings/oleObject27.bin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6.bin"/><Relationship Id="rId11" Type="http://schemas.openxmlformats.org/officeDocument/2006/relationships/oleObject" Target="../embeddings/oleObject31.bin"/><Relationship Id="rId5" Type="http://schemas.openxmlformats.org/officeDocument/2006/relationships/image" Target="../media/image4.png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5.bin"/><Relationship Id="rId9" Type="http://schemas.openxmlformats.org/officeDocument/2006/relationships/oleObject" Target="../embeddings/oleObject29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34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6.png"/><Relationship Id="rId4" Type="http://schemas.openxmlformats.org/officeDocument/2006/relationships/oleObject" Target="../embeddings/oleObject35.bin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notesSlide" Target="../notesSlides/notesSlide76.xml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.png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36.bin"/><Relationship Id="rId9" Type="http://schemas.openxmlformats.org/officeDocument/2006/relationships/oleObject" Target="../embeddings/oleObject40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notesSlide" Target="../notesSlides/notesSlide77.xml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.png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41.bin"/><Relationship Id="rId9" Type="http://schemas.openxmlformats.org/officeDocument/2006/relationships/oleObject" Target="../embeddings/oleObject45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notesSlide" Target="../notesSlides/notesSlide78.xml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4.png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46.bin"/><Relationship Id="rId9" Type="http://schemas.openxmlformats.org/officeDocument/2006/relationships/oleObject" Target="../embeddings/oleObject50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30.png"/><Relationship Id="rId4" Type="http://schemas.openxmlformats.org/officeDocument/2006/relationships/oleObject" Target="../embeddings/oleObject51.bin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notesSlide" Target="../notesSlides/notesSlide97.xml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4.png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3.bin"/><Relationship Id="rId9" Type="http://schemas.openxmlformats.org/officeDocument/2006/relationships/oleObject" Target="../embeddings/oleObject57.bin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notesSlide" Target="../notesSlides/notesSlide98.xml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4.png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59.bin"/><Relationship Id="rId9" Type="http://schemas.openxmlformats.org/officeDocument/2006/relationships/oleObject" Target="../embeddings/oleObject63.bin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notesSlide" Target="../notesSlides/notesSlide99.xml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4.png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5.bin"/><Relationship Id="rId9" Type="http://schemas.openxmlformats.org/officeDocument/2006/relationships/oleObject" Target="../embeddings/oleObject69.bin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3" Type="http://schemas.openxmlformats.org/officeDocument/2006/relationships/notesSlide" Target="../notesSlides/notesSlide101.xml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4.png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1.bin"/><Relationship Id="rId9" Type="http://schemas.openxmlformats.org/officeDocument/2006/relationships/oleObject" Target="../embeddings/oleObject75.bin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03.xml"/><Relationship Id="rId7" Type="http://schemas.openxmlformats.org/officeDocument/2006/relationships/oleObject" Target="../embeddings/oleObject79.bin"/><Relationship Id="rId12" Type="http://schemas.openxmlformats.org/officeDocument/2006/relationships/oleObject" Target="../embeddings/oleObject8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78.bin"/><Relationship Id="rId11" Type="http://schemas.openxmlformats.org/officeDocument/2006/relationships/oleObject" Target="../embeddings/oleObject81.bin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77.bin"/><Relationship Id="rId9" Type="http://schemas.openxmlformats.org/officeDocument/2006/relationships/oleObject" Target="../embeddings/oleObject80.bin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04.xml"/><Relationship Id="rId7" Type="http://schemas.openxmlformats.org/officeDocument/2006/relationships/oleObject" Target="../embeddings/oleObject85.bin"/><Relationship Id="rId12" Type="http://schemas.openxmlformats.org/officeDocument/2006/relationships/oleObject" Target="../embeddings/oleObject8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4.bin"/><Relationship Id="rId11" Type="http://schemas.openxmlformats.org/officeDocument/2006/relationships/oleObject" Target="../embeddings/oleObject87.bin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83.bin"/><Relationship Id="rId9" Type="http://schemas.openxmlformats.org/officeDocument/2006/relationships/oleObject" Target="../embeddings/oleObject86.bin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30.png"/><Relationship Id="rId4" Type="http://schemas.openxmlformats.org/officeDocument/2006/relationships/oleObject" Target="../embeddings/oleObject89.bin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06.xml"/><Relationship Id="rId7" Type="http://schemas.openxmlformats.org/officeDocument/2006/relationships/oleObject" Target="../embeddings/oleObject93.bin"/><Relationship Id="rId12" Type="http://schemas.openxmlformats.org/officeDocument/2006/relationships/oleObject" Target="../embeddings/oleObject9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92.bin"/><Relationship Id="rId11" Type="http://schemas.openxmlformats.org/officeDocument/2006/relationships/oleObject" Target="../embeddings/oleObject95.bin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91.bin"/><Relationship Id="rId9" Type="http://schemas.openxmlformats.org/officeDocument/2006/relationships/oleObject" Target="../embeddings/oleObject94.bin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notesSlide" Target="../notesSlides/notesSlide111.xml"/><Relationship Id="rId7" Type="http://schemas.openxmlformats.org/officeDocument/2006/relationships/oleObject" Target="../embeddings/oleObject9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98.bin"/><Relationship Id="rId5" Type="http://schemas.openxmlformats.org/officeDocument/2006/relationships/image" Target="../media/image4.png"/><Relationship Id="rId10" Type="http://schemas.openxmlformats.org/officeDocument/2006/relationships/oleObject" Target="../embeddings/oleObject102.bin"/><Relationship Id="rId4" Type="http://schemas.openxmlformats.org/officeDocument/2006/relationships/oleObject" Target="../embeddings/oleObject97.bin"/><Relationship Id="rId9" Type="http://schemas.openxmlformats.org/officeDocument/2006/relationships/oleObject" Target="../embeddings/oleObject101.bin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3" Type="http://schemas.openxmlformats.org/officeDocument/2006/relationships/notesSlide" Target="../notesSlides/notesSlide112.xml"/><Relationship Id="rId7" Type="http://schemas.openxmlformats.org/officeDocument/2006/relationships/oleObject" Target="../embeddings/oleObject10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4.png"/><Relationship Id="rId10" Type="http://schemas.openxmlformats.org/officeDocument/2006/relationships/oleObject" Target="../embeddings/oleObject108.bin"/><Relationship Id="rId4" Type="http://schemas.openxmlformats.org/officeDocument/2006/relationships/oleObject" Target="../embeddings/oleObject103.bin"/><Relationship Id="rId9" Type="http://schemas.openxmlformats.org/officeDocument/2006/relationships/oleObject" Target="../embeddings/oleObject107.bin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0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109.bin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110.bin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>
            <a:spLocks noGrp="1"/>
          </p:cNvSpPr>
          <p:nvPr>
            <p:ph type="body" idx="1"/>
          </p:nvPr>
        </p:nvSpPr>
        <p:spPr>
          <a:xfrm>
            <a:off x="611187" y="1885950"/>
            <a:ext cx="8532812" cy="379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9527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Noto Sans Symbols"/>
              <a:buNone/>
            </a:pPr>
            <a:endParaRPr sz="1000" b="1" i="0" u="none" strike="noStrike" cap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Redes </a:t>
            </a:r>
            <a:r>
              <a:rPr lang="en-US" sz="2400" b="0"/>
              <a:t>Móveis</a:t>
            </a:r>
            <a:endParaRPr/>
          </a:p>
          <a:p>
            <a:pPr marL="342900" marR="0" lvl="0" indent="-2286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24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/>
          </a:p>
          <a:p>
            <a:pPr marL="342900" marR="0" lvl="0" indent="-2286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 b="0"/>
              <a:t>Prof. Msc. Francisco Carlos da Silva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/>
              <a:t>francisco.silva@prof.unieduk.com.br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400" b="1" i="0" u="none" strike="noStrike" cap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sp>
        <p:nvSpPr>
          <p:cNvPr id="46" name="Google Shape;46;p1"/>
          <p:cNvSpPr txBox="1"/>
          <p:nvPr/>
        </p:nvSpPr>
        <p:spPr>
          <a:xfrm>
            <a:off x="612775" y="836612"/>
            <a:ext cx="8531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>
                <a:solidFill>
                  <a:schemeClr val="accent2"/>
                </a:solidFill>
              </a:rPr>
              <a:t>Introdução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/>
        </p:nvSpPr>
        <p:spPr>
          <a:xfrm>
            <a:off x="468312" y="484187"/>
            <a:ext cx="8675687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Ementa 1/2</a:t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468312" y="1125537"/>
            <a:ext cx="8208962" cy="503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Noções básicas de redes de computadores: hardware e software.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Arquitetura de redes locais, longa distância e Internet.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Necessidade de protocolos: o modelo TCP/IP.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nível físico: do par trançado a conexão sem fio. 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nível de enlace: padrões IEEE. 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nível de rede: algoritmos de roteamento; controle de congestionamento; o protocolo IP. 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nível de transporte: os protocolos TCP e UDP. 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nível de aplicação: protocolos de suporte e de serviços; configuração e análise de alguns serviços oferecidos na Internet.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 txBox="1"/>
          <p:nvPr/>
        </p:nvSpPr>
        <p:spPr>
          <a:xfrm>
            <a:off x="539750" y="627062"/>
            <a:ext cx="86042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Sugestões para Apresentação</a:t>
            </a:r>
            <a:endParaRPr/>
          </a:p>
        </p:txBody>
      </p:sp>
      <p:sp>
        <p:nvSpPr>
          <p:cNvPr id="58" name="Google Shape;58;p5"/>
          <p:cNvSpPr txBox="1"/>
          <p:nvPr/>
        </p:nvSpPr>
        <p:spPr>
          <a:xfrm>
            <a:off x="468312" y="1125537"/>
            <a:ext cx="8208962" cy="421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Simulação e Simuladores de ambiente computacional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Gerenciamento de Redes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Aplicações Internet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Segurança em Redes de Computadores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Redes sem fio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Aplicações Internet 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Mecanismos para detecção de intrusos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/>
        </p:nvSpPr>
        <p:spPr>
          <a:xfrm>
            <a:off x="539750" y="549275"/>
            <a:ext cx="86042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Bibliografia</a:t>
            </a:r>
            <a:endParaRPr/>
          </a:p>
        </p:txBody>
      </p:sp>
      <p:sp>
        <p:nvSpPr>
          <p:cNvPr id="64" name="Google Shape;64;p6"/>
          <p:cNvSpPr txBox="1"/>
          <p:nvPr/>
        </p:nvSpPr>
        <p:spPr>
          <a:xfrm>
            <a:off x="468312" y="1247775"/>
            <a:ext cx="8208962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Redes de computadores: das LANs MANs e WANs às redes ATM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SOARES, LUIZ F. G.  Editora Campus. 1995</a:t>
            </a:r>
            <a:endParaRPr/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Computer Networks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TANENBAUM, ANDREW S. 3rd edition. Prentice Hall  1996.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TCP/IP Illustraded Volume 1: The Protocols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STEVENS, W. RICHARD. Addison-Wesley. 1994.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and Computer Comunnication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STALLINGS, Willian.</a:t>
            </a:r>
            <a:r>
              <a:rPr lang="en-US" sz="2400" b="0" i="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Prentice-Hall, 1997.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Internetworking with TCP/IP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COMER, Douglas. Volume I, II e III. Prentice-Hall, 1991.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/>
        </p:nvSpPr>
        <p:spPr>
          <a:xfrm>
            <a:off x="539750" y="549275"/>
            <a:ext cx="86042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Apresentação 1/2</a:t>
            </a:r>
            <a:endParaRPr/>
          </a:p>
        </p:txBody>
      </p:sp>
      <p:sp>
        <p:nvSpPr>
          <p:cNvPr id="70" name="Google Shape;70;p7"/>
          <p:cNvSpPr txBox="1"/>
          <p:nvPr/>
        </p:nvSpPr>
        <p:spPr>
          <a:xfrm>
            <a:off x="468312" y="1247775"/>
            <a:ext cx="8208962" cy="372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ACADÊMICA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Professor das disciplinas: Redes I e Sistemas Operacionais II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Faculdade de Tecnologia de São Vicente</a:t>
            </a:r>
            <a:endParaRPr/>
          </a:p>
          <a:p>
            <a:pPr marL="457200" marR="0" lvl="1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Professor da disciplina: Redes de Computadores e Internet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Instituto Tecnológico de Aeronáutica / Stefanini Training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Mestrando na Escola Politécnica da USP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Engenharia Elétrica – Redes de Sensores Sem Fio (RSSF)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Pesquisador do grupo Pervasive and Distributed Computing Group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www.pad.lsi.usp.br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Redes de Sensores Sem Fio (RSSF)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/>
          <p:nvPr/>
        </p:nvSpPr>
        <p:spPr>
          <a:xfrm>
            <a:off x="539750" y="549275"/>
            <a:ext cx="86042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Apresentação 2/2</a:t>
            </a:r>
            <a:endParaRPr/>
          </a:p>
        </p:txBody>
      </p:sp>
      <p:sp>
        <p:nvSpPr>
          <p:cNvPr id="76" name="Google Shape;76;p8"/>
          <p:cNvSpPr txBox="1"/>
          <p:nvPr/>
        </p:nvSpPr>
        <p:spPr>
          <a:xfrm>
            <a:off x="468312" y="1247775"/>
            <a:ext cx="8208962" cy="4821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PROFISSIONAL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AT&amp;T 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Specialist / Network Services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IBM do Brasil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Specialist @ IBM Global Services / Network Services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EDS do Brasil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Security Analyst @ Information Security / Perimeter Control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Certificações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Point: CCSA e CCSE;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Cisco: CCDA e CCNA;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Sun Certified System Administrator;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IBM: System Support AIX &amp; Administration AIX;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/>
          <p:nvPr/>
        </p:nvSpPr>
        <p:spPr>
          <a:xfrm>
            <a:off x="539750" y="2932112"/>
            <a:ext cx="8748712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9F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rgbClr val="00279F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/>
        </p:nvSpPr>
        <p:spPr>
          <a:xfrm>
            <a:off x="684212" y="1125537"/>
            <a:ext cx="8280400" cy="91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</a:t>
            </a:r>
            <a:r>
              <a:rPr lang="en-US" sz="1800" b="1" i="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Rede de Computadores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formada por um conjunto de módulos processadores (MPs) capazes de trocar informações e compartilhar recursos, interligados por um sistema de comunicação.</a:t>
            </a:r>
            <a:endParaRPr/>
          </a:p>
        </p:txBody>
      </p:sp>
      <p:sp>
        <p:nvSpPr>
          <p:cNvPr id="87" name="Google Shape;87;p10"/>
          <p:cNvSpPr txBox="1"/>
          <p:nvPr/>
        </p:nvSpPr>
        <p:spPr>
          <a:xfrm>
            <a:off x="395287" y="484187"/>
            <a:ext cx="8748712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9F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rgbClr val="00279F"/>
                </a:solidFill>
                <a:latin typeface="Arial"/>
                <a:ea typeface="Arial"/>
                <a:cs typeface="Arial"/>
                <a:sym typeface="Arial"/>
              </a:rPr>
              <a:t>Rede de Computadores</a:t>
            </a:r>
            <a:endParaRPr/>
          </a:p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2987" y="2276475"/>
            <a:ext cx="706120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684212" y="4941887"/>
            <a:ext cx="7991475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Módulos Processadores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qualquer</a:t>
            </a:r>
            <a:r>
              <a:rPr lang="en-US" sz="2400" b="1" i="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dispositivo capaz de se comunicar através do sistema de comunicação por troca de mensagens.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/>
        </p:nvSpPr>
        <p:spPr>
          <a:xfrm>
            <a:off x="611187" y="1377950"/>
            <a:ext cx="8353425" cy="421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lang="en-US" sz="1800" b="1" i="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Sistema de comunicação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consitui-se de um arranjo topológico interligando os vários módulos processadores através de enlaces físicos (meios de transmissão) e de um conjunto de regras com o fim de organizar a comunicação (protocolos).</a:t>
            </a: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Classificação quanto à distância dos MPs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(1) Rede Local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LAN (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Area Network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(2) Rede Metropolitana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MAN (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Metropolitan Area Network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(3) Rede de Longa Distância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Também chamada de Rede Geograficamente Distribuída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WAN (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Wide Area Network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1"/>
          <p:cNvSpPr txBox="1"/>
          <p:nvPr/>
        </p:nvSpPr>
        <p:spPr>
          <a:xfrm>
            <a:off x="539750" y="476250"/>
            <a:ext cx="86042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9F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rgbClr val="00279F"/>
                </a:solidFill>
                <a:latin typeface="Arial"/>
                <a:ea typeface="Arial"/>
                <a:cs typeface="Arial"/>
                <a:sym typeface="Arial"/>
              </a:rPr>
              <a:t>Sistema de Comunicação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/>
          <p:nvPr/>
        </p:nvSpPr>
        <p:spPr>
          <a:xfrm>
            <a:off x="539750" y="2932112"/>
            <a:ext cx="8748712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Meios Físicos de Transmissão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381000" y="476250"/>
            <a:ext cx="8686800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Meios Físicos de Transmissão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195387" y="2959100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Sessão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1195387" y="2349500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1195387" y="1739900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195387" y="3568700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1195387" y="4178300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195387" y="4787900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Enlace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195387" y="5397500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Físico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1192212" y="5937250"/>
            <a:ext cx="20542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 físico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1116012" y="1268412"/>
            <a:ext cx="20542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OSI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4127500" y="1739900"/>
            <a:ext cx="1971675" cy="16256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4127500" y="3568700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4127500" y="4178300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4127500" y="4787900"/>
            <a:ext cx="1971675" cy="10160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Intra-rede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4124325" y="5937250"/>
            <a:ext cx="20542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 físico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3819525" y="1268412"/>
            <a:ext cx="2663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TCP/IP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6496050" y="1746250"/>
            <a:ext cx="1958975" cy="1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FTP, DNS, Telnet, HTTP, SMTP, POP, IMAP, SNMP, ...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6496050" y="3575050"/>
            <a:ext cx="19589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UDP, TCP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6496050" y="4184650"/>
            <a:ext cx="19589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6257925" y="4794250"/>
            <a:ext cx="2892425" cy="10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Ethernet (barramento)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SLIP (ponto-a-ponto)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PPP (ponto-a-ponto)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>
            <a:spLocks noGrp="1"/>
          </p:cNvSpPr>
          <p:nvPr>
            <p:ph type="title"/>
          </p:nvPr>
        </p:nvSpPr>
        <p:spPr>
          <a:xfrm>
            <a:off x="381000" y="476250"/>
            <a:ext cx="8686800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Meios Físicos de Transmissão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468312" y="6010275"/>
            <a:ext cx="1749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 físico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2376487" y="1651000"/>
            <a:ext cx="4410075" cy="7112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 HTTP  FTP Telnet  SMTP  POP  IMAP ...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2376487" y="2565400"/>
            <a:ext cx="4410075" cy="7112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 / UDP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2376487" y="3479800"/>
            <a:ext cx="4410075" cy="7112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3668712" y="1200150"/>
            <a:ext cx="19780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2374900" y="4392612"/>
            <a:ext cx="4413250" cy="162877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Ethernet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1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468312" y="1844675"/>
            <a:ext cx="1825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468312" y="4781550"/>
            <a:ext cx="1901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Intra-Rede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468312" y="3597275"/>
            <a:ext cx="19018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468312" y="2682875"/>
            <a:ext cx="1825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2466975" y="5535612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10Base5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3533775" y="5535612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10Base2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4600575" y="5535612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10BaseT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5667375" y="5535612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10BaseF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6877050" y="5541962"/>
            <a:ext cx="2514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subcamada física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Meios Físicos de Transmissão</a:t>
            </a:r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Ethernet</a:t>
            </a:r>
            <a:endParaRPr/>
          </a:p>
          <a:p>
            <a:pPr marL="342900" marR="0" lvl="0" indent="-247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Tecnologia de interconexão para redes locais baseada no envio de pacotes;</a:t>
            </a: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Padrão que define como os dados são transmitidos desta forma todas as placas que seguem esse padrão são chamadas de placas Ethernet; </a:t>
            </a: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estamos falando de uma marca ou de um fabricante específico;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Meios Físicos de Transmissão</a:t>
            </a:r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SubCamadas</a:t>
            </a:r>
            <a:endParaRPr/>
          </a:p>
          <a:p>
            <a:pPr marL="342900" marR="0" lvl="0" indent="-247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de acesso ao meio/Médium Access Control (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 camada responsável pela organização do acesso ao meio físico compartilhado. Controle é feito por técnicas: CSMA/CD (802.3), Token Bus (802.4), Token Ring (802.5), DQDB (802.6). </a:t>
            </a: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de enlace lógico/Logical Link Control (LLC): camada independente da camada MAC que é responsável pela multiplexação e por controle de erros e de fluxo.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Meios Físicos de Transmissão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68312" y="5949950"/>
            <a:ext cx="1749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 físico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2376487" y="1625600"/>
            <a:ext cx="4410075" cy="7112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 HTTP  FTP Telnet  SMTP  POP  IMAP ...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2376487" y="2540000"/>
            <a:ext cx="4410075" cy="7112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 / UDP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2376487" y="3454400"/>
            <a:ext cx="4410075" cy="7112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2376487" y="4368800"/>
            <a:ext cx="4410075" cy="4064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802.2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2374900" y="4824412"/>
            <a:ext cx="4413250" cy="11684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802.3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CSMA/CD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468312" y="1841500"/>
            <a:ext cx="1825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68312" y="4756150"/>
            <a:ext cx="19018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Intra-rede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68312" y="3594100"/>
            <a:ext cx="19018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468312" y="2679700"/>
            <a:ext cx="1825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2466975" y="5510212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10Base5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533775" y="5510212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10Base2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4600575" y="5510212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10BaseT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667375" y="5510212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10BaseF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953250" y="5364162"/>
            <a:ext cx="2514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subcamada física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953250" y="4906962"/>
            <a:ext cx="2514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subcamada MAC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953250" y="4373562"/>
            <a:ext cx="2514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subcamada LLC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Meios Físicos de Transmissão</a:t>
            </a:r>
            <a:endParaRPr/>
          </a:p>
        </p:txBody>
      </p:sp>
      <p:sp>
        <p:nvSpPr>
          <p:cNvPr id="184" name="Google Shape;184;p18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Meios físicos padronizados pelo IEEE – 10 Mbps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10Base5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Necessita de cabo coaxial grosso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10Base2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Necessita de cabo coaxial fino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10Base-T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Necessita de cabo de par trançado categoria 3 ou superior.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 2 pares.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10Base-F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Necessita de cabo de fibra óptica.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Dividido em três padrões:</a:t>
            </a:r>
            <a:endParaRPr sz="1800" b="0" i="0" u="sng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1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10Base-FB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(pouco utilizado)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1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10Base-FP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(nunca implementado)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Meios Físicos de Transmissão</a:t>
            </a:r>
            <a:endParaRPr/>
          </a:p>
        </p:txBody>
      </p:sp>
      <p:sp>
        <p:nvSpPr>
          <p:cNvPr id="190" name="Google Shape;190;p19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Meios físicos padronizados pelo IEEE – 100 Mbps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100Base-T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 o sistema que opera em 100 Mbps. Variedades: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100Base-Tx</a:t>
            </a:r>
            <a:endParaRPr/>
          </a:p>
          <a:p>
            <a:pPr marL="20574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Necessita de cabo de par trançado categoria 5 ou superior.</a:t>
            </a:r>
            <a:endParaRPr/>
          </a:p>
          <a:p>
            <a:pPr marL="20574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 2 pares. Variedade mais utilizada.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100Base-Fx</a:t>
            </a:r>
            <a:endParaRPr/>
          </a:p>
          <a:p>
            <a:pPr marL="20574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Necessita de cabo de fibra óptica multimodo.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100Base-T4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Necessita de cabo de par trançado categoria 3 ou superior.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 4 pares.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Atualmente não é utilizada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100Base-T2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Necessita de cabo de par trançado categoria 3 ou superior. 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Utilizando 2 pares.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implementada na prática.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Meios Físicos de Transmissão</a:t>
            </a:r>
            <a:endParaRPr/>
          </a:p>
        </p:txBody>
      </p:sp>
      <p:sp>
        <p:nvSpPr>
          <p:cNvPr id="196" name="Google Shape;196;p20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Meios físicos padronizados pelo IEEE – 1000 Mbps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1000Base-X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 sistemas gigabit ethernet.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Variedades: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1000Base-SX</a:t>
            </a:r>
            <a:endParaRPr/>
          </a:p>
          <a:p>
            <a:pPr marL="20574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“S” = Short 🡪 Onda curta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1000Base-LX</a:t>
            </a:r>
            <a:endParaRPr/>
          </a:p>
          <a:p>
            <a:pPr marL="20574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“L” = Long 🡪 Onda longa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1000Base-CX</a:t>
            </a:r>
            <a:endParaRPr/>
          </a:p>
          <a:p>
            <a:pPr marL="20574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“C” = Cobre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1000Base-T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 sistemas gibabit ethernet sobre cabos de par trançado categoria 6 ou superior.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Meios físicos de transmissão definidos pelo padrão IEEE 802.3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Baseado no padrão </a:t>
            </a:r>
            <a:r>
              <a:rPr lang="en-US" sz="18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Ethernet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várias opções de meio físico e taxa de transmissão:</a:t>
            </a:r>
            <a:b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10Base5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Mbps, baseband, 500 m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Meios Físicos de Transmissão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001712" y="3090862"/>
            <a:ext cx="47212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&lt;Taxa&gt; &lt;Sinalização&gt; &lt;Tam&gt;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2297112" y="4233862"/>
            <a:ext cx="63214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Taxa de transmissão em Mbps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3440112" y="3929062"/>
            <a:ext cx="53308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Técnica de sinalização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659312" y="3624262"/>
            <a:ext cx="4264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máximo do segmento * 100</a:t>
            </a:r>
            <a:endParaRPr/>
          </a:p>
        </p:txBody>
      </p:sp>
      <p:cxnSp>
        <p:nvCxnSpPr>
          <p:cNvPr id="207" name="Google Shape;207;p21"/>
          <p:cNvCxnSpPr/>
          <p:nvPr/>
        </p:nvCxnSpPr>
        <p:spPr>
          <a:xfrm>
            <a:off x="1533525" y="3470275"/>
            <a:ext cx="0" cy="914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8" name="Google Shape;208;p21"/>
          <p:cNvCxnSpPr/>
          <p:nvPr/>
        </p:nvCxnSpPr>
        <p:spPr>
          <a:xfrm>
            <a:off x="1533525" y="4384675"/>
            <a:ext cx="762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9" name="Google Shape;209;p21"/>
          <p:cNvCxnSpPr/>
          <p:nvPr/>
        </p:nvCxnSpPr>
        <p:spPr>
          <a:xfrm>
            <a:off x="2752725" y="4079875"/>
            <a:ext cx="685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0" name="Google Shape;210;p21"/>
          <p:cNvCxnSpPr/>
          <p:nvPr/>
        </p:nvCxnSpPr>
        <p:spPr>
          <a:xfrm>
            <a:off x="3971925" y="3775075"/>
            <a:ext cx="609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1" name="Google Shape;211;p21"/>
          <p:cNvCxnSpPr/>
          <p:nvPr/>
        </p:nvCxnSpPr>
        <p:spPr>
          <a:xfrm>
            <a:off x="2752725" y="3470275"/>
            <a:ext cx="0" cy="60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2" name="Google Shape;212;p21"/>
          <p:cNvCxnSpPr/>
          <p:nvPr/>
        </p:nvCxnSpPr>
        <p:spPr>
          <a:xfrm>
            <a:off x="3971925" y="3470275"/>
            <a:ext cx="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13" name="Google Shape;213;p21"/>
          <p:cNvSpPr/>
          <p:nvPr/>
        </p:nvSpPr>
        <p:spPr>
          <a:xfrm>
            <a:off x="900112" y="2708275"/>
            <a:ext cx="7912100" cy="1892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/>
        </p:nvSpPr>
        <p:spPr>
          <a:xfrm>
            <a:off x="539750" y="2932112"/>
            <a:ext cx="8748712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Coaxial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Coaxial</a:t>
            </a:r>
            <a:endParaRPr/>
          </a:p>
        </p:txBody>
      </p:sp>
      <p:sp>
        <p:nvSpPr>
          <p:cNvPr id="224" name="Google Shape;224;p23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Condutor metálico interno com uma blindagem externa separado por isolante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57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Tipo de cabo coaxial para Ethernet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Base5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Base2</a:t>
            </a:r>
            <a:endParaRPr/>
          </a:p>
        </p:txBody>
      </p:sp>
      <p:pic>
        <p:nvPicPr>
          <p:cNvPr id="225" name="Google Shape;225;p23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356100" y="4221162"/>
            <a:ext cx="4392612" cy="203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10base5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258887" y="3573462"/>
            <a:ext cx="2419350" cy="25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1476375" y="6092825"/>
            <a:ext cx="18002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Base5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580062" y="3789362"/>
            <a:ext cx="18002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Base2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Coaxial 10Base5</a:t>
            </a:r>
            <a:endParaRPr/>
          </a:p>
        </p:txBody>
      </p:sp>
      <p:sp>
        <p:nvSpPr>
          <p:cNvPr id="234" name="Google Shape;234;p24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Características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10Base5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Mbps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baseband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500 metros de comprimento do segmento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Chamado de “cabo coaxial grosso” (</a:t>
            </a:r>
            <a:r>
              <a:rPr lang="en-US" sz="16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Thick  cable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457200" marR="0" lvl="1" indent="-37592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Era utilizado em backbones de redes locais com grandes distâncias entre equipamentos</a:t>
            </a:r>
            <a:endParaRPr/>
          </a:p>
          <a:p>
            <a:pPr marL="457200" marR="0" lvl="1" indent="-37592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é mais utilizado atualmente</a:t>
            </a:r>
            <a:endParaRPr/>
          </a:p>
          <a:p>
            <a:pPr marL="457200" marR="0" lvl="1" indent="-37592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Difícil de ser flexionado</a:t>
            </a:r>
            <a:endParaRPr/>
          </a:p>
          <a:p>
            <a:pPr marL="342900" marR="0" lvl="0" indent="-2667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Coaxial 10Base2</a:t>
            </a:r>
            <a:endParaRPr/>
          </a:p>
        </p:txBody>
      </p:sp>
      <p:sp>
        <p:nvSpPr>
          <p:cNvPr id="240" name="Google Shape;240;p25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Cabo coaxial 10Base2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10Base2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Mbps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baseband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185 metros (~200m) de comprimento do segmento</a:t>
            </a:r>
            <a:endParaRPr/>
          </a:p>
          <a:p>
            <a:pPr marL="457200" marR="0" lvl="1" indent="-37592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Chamado de “cabo coaxial fino” (</a:t>
            </a:r>
            <a:r>
              <a:rPr lang="en-US" sz="16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 cable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457200" marR="0" lvl="1" indent="-37592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Era utilizado em de redes locais, não mais utilizado atualmente</a:t>
            </a:r>
            <a:endParaRPr/>
          </a:p>
          <a:p>
            <a:pPr marL="457200" marR="0" lvl="1" indent="-37592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Muitos problemas nas conexões</a:t>
            </a:r>
            <a:endParaRPr/>
          </a:p>
          <a:p>
            <a:pPr marL="457200" marR="0" lvl="1" indent="-37592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uma conexão apresenta problema toda comunicação na rede é afetada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Elementos 1/2</a:t>
            </a:r>
            <a:endParaRPr/>
          </a:p>
        </p:txBody>
      </p:sp>
      <p:cxnSp>
        <p:nvCxnSpPr>
          <p:cNvPr id="246" name="Google Shape;246;p26"/>
          <p:cNvCxnSpPr/>
          <p:nvPr/>
        </p:nvCxnSpPr>
        <p:spPr>
          <a:xfrm>
            <a:off x="401637" y="1952625"/>
            <a:ext cx="84582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47" name="Google Shape;247;p26"/>
          <p:cNvSpPr/>
          <p:nvPr/>
        </p:nvSpPr>
        <p:spPr>
          <a:xfrm>
            <a:off x="941387" y="1958975"/>
            <a:ext cx="444500" cy="2159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2160587" y="1958975"/>
            <a:ext cx="444500" cy="2159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3379787" y="1958975"/>
            <a:ext cx="444500" cy="2159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0" name="Google Shape;250;p26"/>
          <p:cNvGraphicFramePr/>
          <p:nvPr/>
        </p:nvGraphicFramePr>
        <p:xfrm>
          <a:off x="400050" y="2536825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r:id="rId4" imgW="1117600" imgH="877887" progId="MS_ClipArt_Gallery">
                  <p:embed/>
                </p:oleObj>
              </mc:Choice>
              <mc:Fallback>
                <p:oleObj r:id="rId4" imgW="1117600" imgH="877887" progId="MS_ClipArt_Gallery">
                  <p:embed/>
                  <p:pic>
                    <p:nvPicPr>
                      <p:cNvPr id="250" name="Google Shape;250;p2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400050" y="2536825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" name="Google Shape;251;p26"/>
          <p:cNvGraphicFramePr/>
          <p:nvPr/>
        </p:nvGraphicFramePr>
        <p:xfrm>
          <a:off x="7305675" y="3349625"/>
          <a:ext cx="13255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r:id="rId6" imgW="1325562" imgH="490537" progId="MS_ClipArt_Gallery">
                  <p:embed/>
                </p:oleObj>
              </mc:Choice>
              <mc:Fallback>
                <p:oleObj r:id="rId6" imgW="1325562" imgH="490537" progId="MS_ClipArt_Gallery">
                  <p:embed/>
                  <p:pic>
                    <p:nvPicPr>
                      <p:cNvPr id="251" name="Google Shape;251;p26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7305675" y="3349625"/>
                        <a:ext cx="132556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2" name="Google Shape;252;p26"/>
          <p:cNvCxnSpPr/>
          <p:nvPr/>
        </p:nvCxnSpPr>
        <p:spPr>
          <a:xfrm flipH="1">
            <a:off x="1011237" y="2181225"/>
            <a:ext cx="152400" cy="38100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53" name="Google Shape;253;p26"/>
          <p:cNvGraphicFramePr/>
          <p:nvPr/>
        </p:nvGraphicFramePr>
        <p:xfrm>
          <a:off x="1619250" y="2536825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r:id="rId8" imgW="1117600" imgH="877887" progId="MS_ClipArt_Gallery">
                  <p:embed/>
                </p:oleObj>
              </mc:Choice>
              <mc:Fallback>
                <p:oleObj r:id="rId8" imgW="1117600" imgH="877887" progId="MS_ClipArt_Gallery">
                  <p:embed/>
                  <p:pic>
                    <p:nvPicPr>
                      <p:cNvPr id="253" name="Google Shape;253;p2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619250" y="2536825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4" name="Google Shape;254;p26"/>
          <p:cNvCxnSpPr/>
          <p:nvPr/>
        </p:nvCxnSpPr>
        <p:spPr>
          <a:xfrm flipH="1">
            <a:off x="2230437" y="2181225"/>
            <a:ext cx="152400" cy="38100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55" name="Google Shape;255;p26"/>
          <p:cNvGraphicFramePr/>
          <p:nvPr/>
        </p:nvGraphicFramePr>
        <p:xfrm>
          <a:off x="2838450" y="2536825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r:id="rId9" imgW="1117600" imgH="877887" progId="MS_ClipArt_Gallery">
                  <p:embed/>
                </p:oleObj>
              </mc:Choice>
              <mc:Fallback>
                <p:oleObj r:id="rId9" imgW="1117600" imgH="877887" progId="MS_ClipArt_Gallery">
                  <p:embed/>
                  <p:pic>
                    <p:nvPicPr>
                      <p:cNvPr id="255" name="Google Shape;255;p2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838450" y="2536825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6" name="Google Shape;256;p26"/>
          <p:cNvCxnSpPr/>
          <p:nvPr/>
        </p:nvCxnSpPr>
        <p:spPr>
          <a:xfrm flipH="1">
            <a:off x="3449637" y="2181225"/>
            <a:ext cx="152400" cy="38100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57" name="Google Shape;257;p26"/>
          <p:cNvSpPr/>
          <p:nvPr/>
        </p:nvSpPr>
        <p:spPr>
          <a:xfrm>
            <a:off x="4598987" y="1958975"/>
            <a:ext cx="444500" cy="2159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8" name="Google Shape;258;p26"/>
          <p:cNvGraphicFramePr/>
          <p:nvPr/>
        </p:nvGraphicFramePr>
        <p:xfrm>
          <a:off x="4057650" y="2536825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r:id="rId10" imgW="1117600" imgH="877887" progId="MS_ClipArt_Gallery">
                  <p:embed/>
                </p:oleObj>
              </mc:Choice>
              <mc:Fallback>
                <p:oleObj r:id="rId10" imgW="1117600" imgH="877887" progId="MS_ClipArt_Gallery">
                  <p:embed/>
                  <p:pic>
                    <p:nvPicPr>
                      <p:cNvPr id="258" name="Google Shape;258;p2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4057650" y="2536825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9" name="Google Shape;259;p26"/>
          <p:cNvCxnSpPr/>
          <p:nvPr/>
        </p:nvCxnSpPr>
        <p:spPr>
          <a:xfrm flipH="1">
            <a:off x="4668837" y="2181225"/>
            <a:ext cx="152400" cy="38100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60" name="Google Shape;260;p26"/>
          <p:cNvCxnSpPr/>
          <p:nvPr/>
        </p:nvCxnSpPr>
        <p:spPr>
          <a:xfrm>
            <a:off x="477837" y="5000625"/>
            <a:ext cx="84582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61" name="Google Shape;261;p26"/>
          <p:cNvSpPr/>
          <p:nvPr/>
        </p:nvSpPr>
        <p:spPr>
          <a:xfrm>
            <a:off x="1017587" y="5006975"/>
            <a:ext cx="444500" cy="2159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2236787" y="5006975"/>
            <a:ext cx="444500" cy="2159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3455987" y="5006975"/>
            <a:ext cx="444500" cy="2159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4" name="Google Shape;264;p26"/>
          <p:cNvGraphicFramePr/>
          <p:nvPr/>
        </p:nvGraphicFramePr>
        <p:xfrm>
          <a:off x="476250" y="5584825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r:id="rId11" imgW="1117600" imgH="877887" progId="MS_ClipArt_Gallery">
                  <p:embed/>
                </p:oleObj>
              </mc:Choice>
              <mc:Fallback>
                <p:oleObj r:id="rId11" imgW="1117600" imgH="877887" progId="MS_ClipArt_Gallery">
                  <p:embed/>
                  <p:pic>
                    <p:nvPicPr>
                      <p:cNvPr id="264" name="Google Shape;264;p2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476250" y="5584825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5" name="Google Shape;265;p26"/>
          <p:cNvCxnSpPr/>
          <p:nvPr/>
        </p:nvCxnSpPr>
        <p:spPr>
          <a:xfrm flipH="1">
            <a:off x="1087437" y="5229225"/>
            <a:ext cx="152400" cy="38100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66" name="Google Shape;266;p26"/>
          <p:cNvGraphicFramePr/>
          <p:nvPr/>
        </p:nvGraphicFramePr>
        <p:xfrm>
          <a:off x="1695450" y="5584825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r:id="rId12" imgW="1117600" imgH="877887" progId="MS_ClipArt_Gallery">
                  <p:embed/>
                </p:oleObj>
              </mc:Choice>
              <mc:Fallback>
                <p:oleObj r:id="rId12" imgW="1117600" imgH="877887" progId="MS_ClipArt_Gallery">
                  <p:embed/>
                  <p:pic>
                    <p:nvPicPr>
                      <p:cNvPr id="266" name="Google Shape;266;p2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695450" y="5584825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7" name="Google Shape;267;p26"/>
          <p:cNvCxnSpPr/>
          <p:nvPr/>
        </p:nvCxnSpPr>
        <p:spPr>
          <a:xfrm flipH="1">
            <a:off x="2306637" y="5229225"/>
            <a:ext cx="152400" cy="38100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68" name="Google Shape;268;p26"/>
          <p:cNvGraphicFramePr/>
          <p:nvPr/>
        </p:nvGraphicFramePr>
        <p:xfrm>
          <a:off x="2914650" y="5584825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r:id="rId13" imgW="1117600" imgH="877887" progId="MS_ClipArt_Gallery">
                  <p:embed/>
                </p:oleObj>
              </mc:Choice>
              <mc:Fallback>
                <p:oleObj r:id="rId13" imgW="1117600" imgH="877887" progId="MS_ClipArt_Gallery">
                  <p:embed/>
                  <p:pic>
                    <p:nvPicPr>
                      <p:cNvPr id="268" name="Google Shape;268;p2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914650" y="5584825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9" name="Google Shape;269;p26"/>
          <p:cNvCxnSpPr/>
          <p:nvPr/>
        </p:nvCxnSpPr>
        <p:spPr>
          <a:xfrm flipH="1">
            <a:off x="3525837" y="5229225"/>
            <a:ext cx="152400" cy="38100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70" name="Google Shape;270;p26"/>
          <p:cNvSpPr/>
          <p:nvPr/>
        </p:nvSpPr>
        <p:spPr>
          <a:xfrm>
            <a:off x="4675187" y="5006975"/>
            <a:ext cx="444500" cy="2159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1" name="Google Shape;271;p26"/>
          <p:cNvGraphicFramePr/>
          <p:nvPr/>
        </p:nvGraphicFramePr>
        <p:xfrm>
          <a:off x="4133850" y="5584825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r:id="rId14" imgW="1117600" imgH="877887" progId="MS_ClipArt_Gallery">
                  <p:embed/>
                </p:oleObj>
              </mc:Choice>
              <mc:Fallback>
                <p:oleObj r:id="rId14" imgW="1117600" imgH="877887" progId="MS_ClipArt_Gallery">
                  <p:embed/>
                  <p:pic>
                    <p:nvPicPr>
                      <p:cNvPr id="271" name="Google Shape;271;p2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4133850" y="5584825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2" name="Google Shape;272;p26"/>
          <p:cNvCxnSpPr/>
          <p:nvPr/>
        </p:nvCxnSpPr>
        <p:spPr>
          <a:xfrm flipH="1">
            <a:off x="4745037" y="5229225"/>
            <a:ext cx="152400" cy="38100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73" name="Google Shape;273;p26"/>
          <p:cNvSpPr/>
          <p:nvPr/>
        </p:nvSpPr>
        <p:spPr>
          <a:xfrm>
            <a:off x="7875587" y="1958975"/>
            <a:ext cx="444500" cy="2159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4" name="Google Shape;274;p26"/>
          <p:cNvCxnSpPr/>
          <p:nvPr/>
        </p:nvCxnSpPr>
        <p:spPr>
          <a:xfrm>
            <a:off x="8097837" y="2181225"/>
            <a:ext cx="304800" cy="144780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75" name="Google Shape;275;p26"/>
          <p:cNvSpPr/>
          <p:nvPr/>
        </p:nvSpPr>
        <p:spPr>
          <a:xfrm>
            <a:off x="7723187" y="4778375"/>
            <a:ext cx="444500" cy="2159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6" name="Google Shape;276;p26"/>
          <p:cNvCxnSpPr/>
          <p:nvPr/>
        </p:nvCxnSpPr>
        <p:spPr>
          <a:xfrm flipH="1">
            <a:off x="7945437" y="3629025"/>
            <a:ext cx="76200" cy="114300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77" name="Google Shape;277;p26"/>
          <p:cNvSpPr txBox="1"/>
          <p:nvPr/>
        </p:nvSpPr>
        <p:spPr>
          <a:xfrm>
            <a:off x="5356225" y="3783012"/>
            <a:ext cx="1749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 Coaxial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6880225" y="2792412"/>
            <a:ext cx="1749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Repetidor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5356225" y="2487612"/>
            <a:ext cx="1749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Transceiver</a:t>
            </a:r>
            <a:endParaRPr/>
          </a:p>
        </p:txBody>
      </p:sp>
      <p:sp>
        <p:nvSpPr>
          <p:cNvPr id="280" name="Google Shape;280;p26"/>
          <p:cNvSpPr/>
          <p:nvPr/>
        </p:nvSpPr>
        <p:spPr>
          <a:xfrm>
            <a:off x="179387" y="1806575"/>
            <a:ext cx="215900" cy="215900"/>
          </a:xfrm>
          <a:prstGeom prst="rect">
            <a:avLst/>
          </a:prstGeom>
          <a:solidFill>
            <a:schemeClr val="hlink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255587" y="4854575"/>
            <a:ext cx="215900" cy="215900"/>
          </a:xfrm>
          <a:prstGeom prst="rect">
            <a:avLst/>
          </a:prstGeom>
          <a:solidFill>
            <a:schemeClr val="hlink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8789987" y="1806575"/>
            <a:ext cx="215900" cy="215900"/>
          </a:xfrm>
          <a:prstGeom prst="rect">
            <a:avLst/>
          </a:prstGeom>
          <a:solidFill>
            <a:schemeClr val="hlink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8866187" y="4854575"/>
            <a:ext cx="215900" cy="215900"/>
          </a:xfrm>
          <a:prstGeom prst="rect">
            <a:avLst/>
          </a:prstGeom>
          <a:solidFill>
            <a:schemeClr val="hlink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4" name="Google Shape;284;p26"/>
          <p:cNvCxnSpPr/>
          <p:nvPr/>
        </p:nvCxnSpPr>
        <p:spPr>
          <a:xfrm>
            <a:off x="4973637" y="2105025"/>
            <a:ext cx="990600" cy="457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285" name="Google Shape;285;p26"/>
          <p:cNvCxnSpPr/>
          <p:nvPr/>
        </p:nvCxnSpPr>
        <p:spPr>
          <a:xfrm rot="10800000">
            <a:off x="7488237" y="3095625"/>
            <a:ext cx="22860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286" name="Google Shape;286;p26"/>
          <p:cNvCxnSpPr/>
          <p:nvPr/>
        </p:nvCxnSpPr>
        <p:spPr>
          <a:xfrm flipH="1">
            <a:off x="6116637" y="2028825"/>
            <a:ext cx="1143000" cy="1828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287" name="Google Shape;287;p26"/>
          <p:cNvCxnSpPr/>
          <p:nvPr/>
        </p:nvCxnSpPr>
        <p:spPr>
          <a:xfrm rot="10800000">
            <a:off x="6116637" y="4162425"/>
            <a:ext cx="304800" cy="838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288" name="Google Shape;288;p26"/>
          <p:cNvSpPr txBox="1"/>
          <p:nvPr/>
        </p:nvSpPr>
        <p:spPr>
          <a:xfrm>
            <a:off x="555625" y="4164012"/>
            <a:ext cx="1749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Terminador</a:t>
            </a:r>
            <a:endParaRPr/>
          </a:p>
        </p:txBody>
      </p:sp>
      <p:cxnSp>
        <p:nvCxnSpPr>
          <p:cNvPr id="289" name="Google Shape;289;p26"/>
          <p:cNvCxnSpPr/>
          <p:nvPr/>
        </p:nvCxnSpPr>
        <p:spPr>
          <a:xfrm rot="10800000" flipH="1">
            <a:off x="477837" y="4543425"/>
            <a:ext cx="45720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290" name="Google Shape;290;p26"/>
          <p:cNvSpPr txBox="1"/>
          <p:nvPr/>
        </p:nvSpPr>
        <p:spPr>
          <a:xfrm>
            <a:off x="2232025" y="3554412"/>
            <a:ext cx="18256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Nó (computador)</a:t>
            </a:r>
            <a:endParaRPr/>
          </a:p>
        </p:txBody>
      </p:sp>
      <p:cxnSp>
        <p:nvCxnSpPr>
          <p:cNvPr id="291" name="Google Shape;291;p26"/>
          <p:cNvCxnSpPr/>
          <p:nvPr/>
        </p:nvCxnSpPr>
        <p:spPr>
          <a:xfrm>
            <a:off x="2306637" y="3476625"/>
            <a:ext cx="6858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292" name="Google Shape;292;p26"/>
          <p:cNvSpPr txBox="1"/>
          <p:nvPr/>
        </p:nvSpPr>
        <p:spPr>
          <a:xfrm>
            <a:off x="4137025" y="1268412"/>
            <a:ext cx="1749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segmento</a:t>
            </a:r>
            <a:endParaRPr/>
          </a:p>
        </p:txBody>
      </p:sp>
      <p:cxnSp>
        <p:nvCxnSpPr>
          <p:cNvPr id="293" name="Google Shape;293;p26"/>
          <p:cNvCxnSpPr/>
          <p:nvPr/>
        </p:nvCxnSpPr>
        <p:spPr>
          <a:xfrm>
            <a:off x="477837" y="1571625"/>
            <a:ext cx="8382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4" name="Google Shape;294;p26"/>
          <p:cNvCxnSpPr/>
          <p:nvPr/>
        </p:nvCxnSpPr>
        <p:spPr>
          <a:xfrm flipH="1">
            <a:off x="401637" y="1495425"/>
            <a:ext cx="76200" cy="152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5" name="Google Shape;295;p26"/>
          <p:cNvCxnSpPr/>
          <p:nvPr/>
        </p:nvCxnSpPr>
        <p:spPr>
          <a:xfrm flipH="1">
            <a:off x="8783637" y="1495425"/>
            <a:ext cx="76200" cy="152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96" name="Google Shape;296;p26"/>
          <p:cNvSpPr txBox="1"/>
          <p:nvPr/>
        </p:nvSpPr>
        <p:spPr>
          <a:xfrm>
            <a:off x="5889625" y="5688012"/>
            <a:ext cx="8350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AUI</a:t>
            </a:r>
            <a:endParaRPr/>
          </a:p>
        </p:txBody>
      </p:sp>
      <p:cxnSp>
        <p:nvCxnSpPr>
          <p:cNvPr id="297" name="Google Shape;297;p26"/>
          <p:cNvCxnSpPr/>
          <p:nvPr/>
        </p:nvCxnSpPr>
        <p:spPr>
          <a:xfrm>
            <a:off x="4973637" y="5457825"/>
            <a:ext cx="9906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Elementos 2/2</a:t>
            </a:r>
            <a:endParaRPr/>
          </a:p>
        </p:txBody>
      </p:sp>
      <p:pic>
        <p:nvPicPr>
          <p:cNvPr id="303" name="Google Shape;30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187" y="1447800"/>
            <a:ext cx="2741612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 txBox="1"/>
          <p:nvPr/>
        </p:nvSpPr>
        <p:spPr>
          <a:xfrm>
            <a:off x="838200" y="3425825"/>
            <a:ext cx="16732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AUI</a:t>
            </a:r>
            <a:endParaRPr/>
          </a:p>
        </p:txBody>
      </p:sp>
      <p:pic>
        <p:nvPicPr>
          <p:cNvPr id="305" name="Google Shape;30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6200" y="1752600"/>
            <a:ext cx="2435225" cy="1108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 txBox="1"/>
          <p:nvPr/>
        </p:nvSpPr>
        <p:spPr>
          <a:xfrm>
            <a:off x="4495800" y="5638800"/>
            <a:ext cx="16732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Transceiver</a:t>
            </a:r>
            <a:endParaRPr/>
          </a:p>
        </p:txBody>
      </p:sp>
      <p:pic>
        <p:nvPicPr>
          <p:cNvPr id="307" name="Google Shape;307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1800" y="1676400"/>
            <a:ext cx="2030412" cy="216376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7"/>
          <p:cNvSpPr txBox="1"/>
          <p:nvPr/>
        </p:nvSpPr>
        <p:spPr>
          <a:xfrm>
            <a:off x="6934200" y="3962400"/>
            <a:ext cx="16732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Terminador</a:t>
            </a:r>
            <a:endParaRPr/>
          </a:p>
        </p:txBody>
      </p:sp>
      <p:pic>
        <p:nvPicPr>
          <p:cNvPr id="309" name="Google Shape;309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86200" y="2971800"/>
            <a:ext cx="2540000" cy="2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1187" y="4005262"/>
            <a:ext cx="2736850" cy="192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971550" y="5949950"/>
            <a:ext cx="16732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Conector 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"/>
          <p:cNvSpPr txBox="1"/>
          <p:nvPr/>
        </p:nvSpPr>
        <p:spPr>
          <a:xfrm>
            <a:off x="539750" y="2932112"/>
            <a:ext cx="8748712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 10BaseT</a:t>
            </a:r>
            <a:endParaRPr/>
          </a:p>
        </p:txBody>
      </p:sp>
      <p:sp>
        <p:nvSpPr>
          <p:cNvPr id="322" name="Google Shape;322;p29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Características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10BaseT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Mbps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baseband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- twisted-pair (par trançado)</a:t>
            </a:r>
            <a:endParaRPr/>
          </a:p>
          <a:p>
            <a:pPr marL="457200" marR="0" lvl="1" indent="-37592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Impedância de 100 ohms</a:t>
            </a:r>
            <a:b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Conexões ponto a ponto full-duplex</a:t>
            </a:r>
            <a:endParaRPr/>
          </a:p>
          <a:p>
            <a:pPr marL="914400" marR="0" lvl="2" indent="-812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Algumas placas de rede suportam full-duplex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Switchs suportam full-duplex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cxnSp>
        <p:nvCxnSpPr>
          <p:cNvPr id="328" name="Google Shape;328;p30"/>
          <p:cNvCxnSpPr/>
          <p:nvPr/>
        </p:nvCxnSpPr>
        <p:spPr>
          <a:xfrm>
            <a:off x="5562600" y="2173287"/>
            <a:ext cx="1600200" cy="1447800"/>
          </a:xfrm>
          <a:prstGeom prst="straightConnector1">
            <a:avLst/>
          </a:prstGeom>
          <a:noFill/>
          <a:ln w="508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29" name="Google Shape;329;p30"/>
          <p:cNvSpPr/>
          <p:nvPr/>
        </p:nvSpPr>
        <p:spPr>
          <a:xfrm>
            <a:off x="1835150" y="1484312"/>
            <a:ext cx="3873500" cy="454025"/>
          </a:xfrm>
          <a:prstGeom prst="rect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6021387" y="1593850"/>
            <a:ext cx="24352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conector RJ45 fêmea</a:t>
            </a:r>
            <a:endParaRPr/>
          </a:p>
        </p:txBody>
      </p:sp>
      <p:sp>
        <p:nvSpPr>
          <p:cNvPr id="331" name="Google Shape;331;p30"/>
          <p:cNvSpPr/>
          <p:nvPr/>
        </p:nvSpPr>
        <p:spPr>
          <a:xfrm>
            <a:off x="6711950" y="3856037"/>
            <a:ext cx="977900" cy="1206500"/>
          </a:xfrm>
          <a:prstGeom prst="rect">
            <a:avLst/>
          </a:prstGeom>
          <a:solidFill>
            <a:schemeClr val="folHlink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6721475" y="4257675"/>
            <a:ext cx="974725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 de </a:t>
            </a:r>
            <a:b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grpSp>
        <p:nvGrpSpPr>
          <p:cNvPr id="333" name="Google Shape;333;p30"/>
          <p:cNvGrpSpPr/>
          <p:nvPr/>
        </p:nvGrpSpPr>
        <p:grpSpPr>
          <a:xfrm>
            <a:off x="1987550" y="1722437"/>
            <a:ext cx="825500" cy="139700"/>
            <a:chOff x="1348" y="1396"/>
            <a:chExt cx="520" cy="88"/>
          </a:xfrm>
        </p:grpSpPr>
        <p:sp>
          <p:nvSpPr>
            <p:cNvPr id="334" name="Google Shape;334;p30"/>
            <p:cNvSpPr/>
            <p:nvPr/>
          </p:nvSpPr>
          <p:spPr>
            <a:xfrm>
              <a:off x="1348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1492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1780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1636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8" name="Google Shape;338;p30"/>
          <p:cNvGrpSpPr/>
          <p:nvPr/>
        </p:nvGrpSpPr>
        <p:grpSpPr>
          <a:xfrm>
            <a:off x="2901950" y="1722437"/>
            <a:ext cx="825500" cy="139700"/>
            <a:chOff x="1924" y="1396"/>
            <a:chExt cx="520" cy="88"/>
          </a:xfrm>
        </p:grpSpPr>
        <p:sp>
          <p:nvSpPr>
            <p:cNvPr id="339" name="Google Shape;339;p30"/>
            <p:cNvSpPr/>
            <p:nvPr/>
          </p:nvSpPr>
          <p:spPr>
            <a:xfrm>
              <a:off x="1924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2068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2356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2212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3" name="Google Shape;343;p30"/>
          <p:cNvGrpSpPr/>
          <p:nvPr/>
        </p:nvGrpSpPr>
        <p:grpSpPr>
          <a:xfrm>
            <a:off x="3816350" y="1722437"/>
            <a:ext cx="825500" cy="139700"/>
            <a:chOff x="2500" y="1396"/>
            <a:chExt cx="520" cy="88"/>
          </a:xfrm>
        </p:grpSpPr>
        <p:sp>
          <p:nvSpPr>
            <p:cNvPr id="344" name="Google Shape;344;p30"/>
            <p:cNvSpPr/>
            <p:nvPr/>
          </p:nvSpPr>
          <p:spPr>
            <a:xfrm>
              <a:off x="2500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2644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2932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2788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8" name="Google Shape;348;p30"/>
          <p:cNvGrpSpPr/>
          <p:nvPr/>
        </p:nvGrpSpPr>
        <p:grpSpPr>
          <a:xfrm>
            <a:off x="4730750" y="1722437"/>
            <a:ext cx="825500" cy="139700"/>
            <a:chOff x="3076" y="1396"/>
            <a:chExt cx="520" cy="88"/>
          </a:xfrm>
        </p:grpSpPr>
        <p:sp>
          <p:nvSpPr>
            <p:cNvPr id="349" name="Google Shape;349;p30"/>
            <p:cNvSpPr/>
            <p:nvPr/>
          </p:nvSpPr>
          <p:spPr>
            <a:xfrm>
              <a:off x="3076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3220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3508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3364" y="1396"/>
              <a:ext cx="88" cy="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53" name="Google Shape;353;p30"/>
          <p:cNvSpPr/>
          <p:nvPr/>
        </p:nvSpPr>
        <p:spPr>
          <a:xfrm>
            <a:off x="7092950" y="3932237"/>
            <a:ext cx="139700" cy="1397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5492750" y="2027237"/>
            <a:ext cx="139700" cy="1397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7092950" y="3627437"/>
            <a:ext cx="139700" cy="1397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6173787" y="2203450"/>
            <a:ext cx="24352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conector RJ45 macho</a:t>
            </a:r>
            <a:endParaRPr/>
          </a:p>
        </p:txBody>
      </p:sp>
      <p:cxnSp>
        <p:nvCxnSpPr>
          <p:cNvPr id="357" name="Google Shape;357;p30"/>
          <p:cNvCxnSpPr/>
          <p:nvPr/>
        </p:nvCxnSpPr>
        <p:spPr>
          <a:xfrm>
            <a:off x="5562600" y="1792287"/>
            <a:ext cx="609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358" name="Google Shape;358;p30"/>
          <p:cNvCxnSpPr/>
          <p:nvPr/>
        </p:nvCxnSpPr>
        <p:spPr>
          <a:xfrm>
            <a:off x="5715000" y="2097087"/>
            <a:ext cx="53340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359" name="Google Shape;359;p30"/>
          <p:cNvSpPr txBox="1"/>
          <p:nvPr/>
        </p:nvSpPr>
        <p:spPr>
          <a:xfrm>
            <a:off x="3810000" y="3879850"/>
            <a:ext cx="24352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conector RJ45 fêmea</a:t>
            </a:r>
            <a:endParaRPr/>
          </a:p>
        </p:txBody>
      </p:sp>
      <p:sp>
        <p:nvSpPr>
          <p:cNvPr id="360" name="Google Shape;360;p30"/>
          <p:cNvSpPr txBox="1"/>
          <p:nvPr/>
        </p:nvSpPr>
        <p:spPr>
          <a:xfrm>
            <a:off x="4038600" y="3422650"/>
            <a:ext cx="24352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conector RJ45 macho</a:t>
            </a:r>
            <a:endParaRPr/>
          </a:p>
        </p:txBody>
      </p:sp>
      <p:cxnSp>
        <p:nvCxnSpPr>
          <p:cNvPr id="361" name="Google Shape;361;p30"/>
          <p:cNvCxnSpPr/>
          <p:nvPr/>
        </p:nvCxnSpPr>
        <p:spPr>
          <a:xfrm>
            <a:off x="6400800" y="3697287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62" name="Google Shape;362;p30"/>
          <p:cNvCxnSpPr/>
          <p:nvPr/>
        </p:nvCxnSpPr>
        <p:spPr>
          <a:xfrm>
            <a:off x="6172200" y="4078287"/>
            <a:ext cx="838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363" name="Google Shape;363;p30"/>
          <p:cNvSpPr txBox="1"/>
          <p:nvPr/>
        </p:nvSpPr>
        <p:spPr>
          <a:xfrm>
            <a:off x="4649787" y="2736850"/>
            <a:ext cx="1824037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 10BaseT</a:t>
            </a:r>
            <a:endParaRPr/>
          </a:p>
        </p:txBody>
      </p:sp>
      <p:cxnSp>
        <p:nvCxnSpPr>
          <p:cNvPr id="364" name="Google Shape;364;p30"/>
          <p:cNvCxnSpPr/>
          <p:nvPr/>
        </p:nvCxnSpPr>
        <p:spPr>
          <a:xfrm flipH="1">
            <a:off x="1295400" y="2173287"/>
            <a:ext cx="990600" cy="1371600"/>
          </a:xfrm>
          <a:prstGeom prst="straightConnector1">
            <a:avLst/>
          </a:prstGeom>
          <a:noFill/>
          <a:ln w="508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65" name="Google Shape;365;p30"/>
          <p:cNvSpPr/>
          <p:nvPr/>
        </p:nvSpPr>
        <p:spPr>
          <a:xfrm>
            <a:off x="844550" y="3779837"/>
            <a:ext cx="977900" cy="1206500"/>
          </a:xfrm>
          <a:prstGeom prst="rect">
            <a:avLst/>
          </a:prstGeom>
          <a:solidFill>
            <a:schemeClr val="folHlink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30"/>
          <p:cNvSpPr txBox="1"/>
          <p:nvPr/>
        </p:nvSpPr>
        <p:spPr>
          <a:xfrm>
            <a:off x="854075" y="4181475"/>
            <a:ext cx="974725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 de </a:t>
            </a:r>
            <a:b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sp>
        <p:nvSpPr>
          <p:cNvPr id="367" name="Google Shape;367;p30"/>
          <p:cNvSpPr/>
          <p:nvPr/>
        </p:nvSpPr>
        <p:spPr>
          <a:xfrm>
            <a:off x="1225550" y="3856037"/>
            <a:ext cx="139700" cy="1397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2216150" y="2027237"/>
            <a:ext cx="139700" cy="1397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1225550" y="3551237"/>
            <a:ext cx="139700" cy="1397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70" name="Google Shape;370;p30"/>
          <p:cNvGraphicFramePr/>
          <p:nvPr/>
        </p:nvGraphicFramePr>
        <p:xfrm>
          <a:off x="1065212" y="4814887"/>
          <a:ext cx="18796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r:id="rId4" imgW="1879600" imgH="1473200" progId="MS_ClipArt_Gallery">
                  <p:embed/>
                </p:oleObj>
              </mc:Choice>
              <mc:Fallback>
                <p:oleObj r:id="rId4" imgW="1879600" imgH="1473200" progId="MS_ClipArt_Gallery">
                  <p:embed/>
                  <p:pic>
                    <p:nvPicPr>
                      <p:cNvPr id="370" name="Google Shape;370;p3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065212" y="4814887"/>
                        <a:ext cx="187960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1" name="Google Shape;371;p30"/>
          <p:cNvGraphicFramePr/>
          <p:nvPr/>
        </p:nvGraphicFramePr>
        <p:xfrm>
          <a:off x="7085012" y="4814887"/>
          <a:ext cx="18796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r:id="rId6" imgW="1879600" imgH="1473200" progId="MS_ClipArt_Gallery">
                  <p:embed/>
                </p:oleObj>
              </mc:Choice>
              <mc:Fallback>
                <p:oleObj r:id="rId6" imgW="1879600" imgH="1473200" progId="MS_ClipArt_Gallery">
                  <p:embed/>
                  <p:pic>
                    <p:nvPicPr>
                      <p:cNvPr id="371" name="Google Shape;371;p3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085012" y="4814887"/>
                        <a:ext cx="187960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1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pic>
        <p:nvPicPr>
          <p:cNvPr id="377" name="Google Shape;37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5375" y="4191000"/>
            <a:ext cx="2587625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8125" y="1447800"/>
            <a:ext cx="3559175" cy="2941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5650" y="1676400"/>
            <a:ext cx="3695700" cy="3532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48200" y="4856162"/>
            <a:ext cx="1868487" cy="1452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386" name="Google Shape;386;p32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Restrições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 Comprimento máximo do cabo UTP: 100 m</a:t>
            </a:r>
            <a:endParaRPr/>
          </a:p>
        </p:txBody>
      </p:sp>
      <p:graphicFrame>
        <p:nvGraphicFramePr>
          <p:cNvPr id="387" name="Google Shape;387;p32"/>
          <p:cNvGraphicFramePr/>
          <p:nvPr/>
        </p:nvGraphicFramePr>
        <p:xfrm>
          <a:off x="2208212" y="51816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r:id="rId4" imgW="906462" imgH="711200" progId="MS_ClipArt_Gallery">
                  <p:embed/>
                </p:oleObj>
              </mc:Choice>
              <mc:Fallback>
                <p:oleObj r:id="rId4" imgW="906462" imgH="711200" progId="MS_ClipArt_Gallery">
                  <p:embed/>
                  <p:pic>
                    <p:nvPicPr>
                      <p:cNvPr id="387" name="Google Shape;387;p32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208212" y="51816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" name="Google Shape;388;p32"/>
          <p:cNvGraphicFramePr/>
          <p:nvPr/>
        </p:nvGraphicFramePr>
        <p:xfrm>
          <a:off x="3275012" y="51816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r:id="rId6" imgW="906462" imgH="711200" progId="MS_ClipArt_Gallery">
                  <p:embed/>
                </p:oleObj>
              </mc:Choice>
              <mc:Fallback>
                <p:oleObj r:id="rId6" imgW="906462" imgH="711200" progId="MS_ClipArt_Gallery">
                  <p:embed/>
                  <p:pic>
                    <p:nvPicPr>
                      <p:cNvPr id="388" name="Google Shape;388;p32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275012" y="51816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" name="Google Shape;389;p32"/>
          <p:cNvGraphicFramePr/>
          <p:nvPr/>
        </p:nvGraphicFramePr>
        <p:xfrm>
          <a:off x="4494212" y="51816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r:id="rId7" imgW="906462" imgH="711200" progId="MS_ClipArt_Gallery">
                  <p:embed/>
                </p:oleObj>
              </mc:Choice>
              <mc:Fallback>
                <p:oleObj r:id="rId7" imgW="906462" imgH="711200" progId="MS_ClipArt_Gallery">
                  <p:embed/>
                  <p:pic>
                    <p:nvPicPr>
                      <p:cNvPr id="389" name="Google Shape;389;p32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4494212" y="51816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" name="Google Shape;390;p32"/>
          <p:cNvGraphicFramePr/>
          <p:nvPr/>
        </p:nvGraphicFramePr>
        <p:xfrm>
          <a:off x="5637212" y="51816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r:id="rId8" imgW="906462" imgH="711200" progId="MS_ClipArt_Gallery">
                  <p:embed/>
                </p:oleObj>
              </mc:Choice>
              <mc:Fallback>
                <p:oleObj r:id="rId8" imgW="906462" imgH="711200" progId="MS_ClipArt_Gallery">
                  <p:embed/>
                  <p:pic>
                    <p:nvPicPr>
                      <p:cNvPr id="390" name="Google Shape;390;p32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637212" y="51816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" name="Google Shape;391;p32"/>
          <p:cNvGraphicFramePr/>
          <p:nvPr/>
        </p:nvGraphicFramePr>
        <p:xfrm>
          <a:off x="6780212" y="51816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r:id="rId9" imgW="906462" imgH="711200" progId="MS_ClipArt_Gallery">
                  <p:embed/>
                </p:oleObj>
              </mc:Choice>
              <mc:Fallback>
                <p:oleObj r:id="rId9" imgW="906462" imgH="711200" progId="MS_ClipArt_Gallery">
                  <p:embed/>
                  <p:pic>
                    <p:nvPicPr>
                      <p:cNvPr id="391" name="Google Shape;391;p32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780212" y="51816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" name="Google Shape;392;p32"/>
          <p:cNvGraphicFramePr/>
          <p:nvPr/>
        </p:nvGraphicFramePr>
        <p:xfrm>
          <a:off x="7923212" y="51816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r:id="rId10" imgW="906462" imgH="711200" progId="MS_ClipArt_Gallery">
                  <p:embed/>
                </p:oleObj>
              </mc:Choice>
              <mc:Fallback>
                <p:oleObj r:id="rId10" imgW="906462" imgH="711200" progId="MS_ClipArt_Gallery">
                  <p:embed/>
                  <p:pic>
                    <p:nvPicPr>
                      <p:cNvPr id="392" name="Google Shape;392;p32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923212" y="51816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3" name="Google Shape;393;p32"/>
          <p:cNvCxnSpPr/>
          <p:nvPr/>
        </p:nvCxnSpPr>
        <p:spPr>
          <a:xfrm flipH="1">
            <a:off x="2667000" y="4140200"/>
            <a:ext cx="18288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4" name="Google Shape;394;p32"/>
          <p:cNvCxnSpPr/>
          <p:nvPr/>
        </p:nvCxnSpPr>
        <p:spPr>
          <a:xfrm flipH="1">
            <a:off x="3733800" y="4140200"/>
            <a:ext cx="914400" cy="1031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5" name="Google Shape;395;p32"/>
          <p:cNvCxnSpPr/>
          <p:nvPr/>
        </p:nvCxnSpPr>
        <p:spPr>
          <a:xfrm flipH="1">
            <a:off x="4876800" y="4140200"/>
            <a:ext cx="2286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6" name="Google Shape;396;p32"/>
          <p:cNvCxnSpPr/>
          <p:nvPr/>
        </p:nvCxnSpPr>
        <p:spPr>
          <a:xfrm>
            <a:off x="5562600" y="4140200"/>
            <a:ext cx="4572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7" name="Google Shape;397;p32"/>
          <p:cNvCxnSpPr/>
          <p:nvPr/>
        </p:nvCxnSpPr>
        <p:spPr>
          <a:xfrm>
            <a:off x="6248400" y="4140200"/>
            <a:ext cx="9906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8" name="Google Shape;398;p32"/>
          <p:cNvCxnSpPr/>
          <p:nvPr/>
        </p:nvCxnSpPr>
        <p:spPr>
          <a:xfrm>
            <a:off x="6705600" y="4175125"/>
            <a:ext cx="1676400" cy="1031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99" name="Google Shape;399;p32"/>
          <p:cNvSpPr txBox="1"/>
          <p:nvPr/>
        </p:nvSpPr>
        <p:spPr>
          <a:xfrm>
            <a:off x="4344987" y="3789362"/>
            <a:ext cx="9874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pSp>
        <p:nvGrpSpPr>
          <p:cNvPr id="400" name="Google Shape;400;p32"/>
          <p:cNvGrpSpPr/>
          <p:nvPr/>
        </p:nvGrpSpPr>
        <p:grpSpPr>
          <a:xfrm>
            <a:off x="4349750" y="3841750"/>
            <a:ext cx="2500312" cy="368300"/>
            <a:chOff x="2740" y="2644"/>
            <a:chExt cx="1575" cy="232"/>
          </a:xfrm>
        </p:grpSpPr>
        <p:sp>
          <p:nvSpPr>
            <p:cNvPr id="401" name="Google Shape;401;p32"/>
            <p:cNvSpPr/>
            <p:nvPr/>
          </p:nvSpPr>
          <p:spPr>
            <a:xfrm>
              <a:off x="2740" y="2644"/>
              <a:ext cx="1575" cy="232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02" name="Google Shape;402;p32"/>
            <p:cNvGrpSpPr/>
            <p:nvPr/>
          </p:nvGrpSpPr>
          <p:grpSpPr>
            <a:xfrm>
              <a:off x="2802" y="2794"/>
              <a:ext cx="334" cy="52"/>
              <a:chOff x="2802" y="2794"/>
              <a:chExt cx="334" cy="52"/>
            </a:xfrm>
          </p:grpSpPr>
          <p:sp>
            <p:nvSpPr>
              <p:cNvPr id="403" name="Google Shape;403;p32"/>
              <p:cNvSpPr/>
              <p:nvPr/>
            </p:nvSpPr>
            <p:spPr>
              <a:xfrm>
                <a:off x="2802" y="2794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2895" y="2794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3081" y="2794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6" name="Google Shape;406;p32"/>
              <p:cNvSpPr/>
              <p:nvPr/>
            </p:nvSpPr>
            <p:spPr>
              <a:xfrm>
                <a:off x="2989" y="2794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07" name="Google Shape;407;p32"/>
            <p:cNvGrpSpPr/>
            <p:nvPr/>
          </p:nvGrpSpPr>
          <p:grpSpPr>
            <a:xfrm>
              <a:off x="3175" y="2794"/>
              <a:ext cx="333" cy="52"/>
              <a:chOff x="3175" y="2794"/>
              <a:chExt cx="333" cy="52"/>
            </a:xfrm>
          </p:grpSpPr>
          <p:sp>
            <p:nvSpPr>
              <p:cNvPr id="408" name="Google Shape;408;p32"/>
              <p:cNvSpPr/>
              <p:nvPr/>
            </p:nvSpPr>
            <p:spPr>
              <a:xfrm>
                <a:off x="3175" y="2794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9" name="Google Shape;409;p32"/>
              <p:cNvSpPr/>
              <p:nvPr/>
            </p:nvSpPr>
            <p:spPr>
              <a:xfrm>
                <a:off x="3268" y="2794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0" name="Google Shape;410;p32"/>
              <p:cNvSpPr/>
              <p:nvPr/>
            </p:nvSpPr>
            <p:spPr>
              <a:xfrm>
                <a:off x="3454" y="2794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1" name="Google Shape;411;p32"/>
              <p:cNvSpPr/>
              <p:nvPr/>
            </p:nvSpPr>
            <p:spPr>
              <a:xfrm>
                <a:off x="3360" y="2794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12" name="Google Shape;412;p32"/>
            <p:cNvGrpSpPr/>
            <p:nvPr/>
          </p:nvGrpSpPr>
          <p:grpSpPr>
            <a:xfrm>
              <a:off x="3547" y="2794"/>
              <a:ext cx="333" cy="52"/>
              <a:chOff x="3547" y="2794"/>
              <a:chExt cx="333" cy="52"/>
            </a:xfrm>
          </p:grpSpPr>
          <p:sp>
            <p:nvSpPr>
              <p:cNvPr id="413" name="Google Shape;413;p32"/>
              <p:cNvSpPr/>
              <p:nvPr/>
            </p:nvSpPr>
            <p:spPr>
              <a:xfrm>
                <a:off x="3547" y="2794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4" name="Google Shape;414;p32"/>
              <p:cNvSpPr/>
              <p:nvPr/>
            </p:nvSpPr>
            <p:spPr>
              <a:xfrm>
                <a:off x="3640" y="2794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5" name="Google Shape;415;p32"/>
              <p:cNvSpPr/>
              <p:nvPr/>
            </p:nvSpPr>
            <p:spPr>
              <a:xfrm>
                <a:off x="3827" y="2794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6" name="Google Shape;416;p32"/>
              <p:cNvSpPr/>
              <p:nvPr/>
            </p:nvSpPr>
            <p:spPr>
              <a:xfrm>
                <a:off x="3733" y="2794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17" name="Google Shape;417;p32"/>
            <p:cNvGrpSpPr/>
            <p:nvPr/>
          </p:nvGrpSpPr>
          <p:grpSpPr>
            <a:xfrm>
              <a:off x="3919" y="2794"/>
              <a:ext cx="334" cy="52"/>
              <a:chOff x="3919" y="2794"/>
              <a:chExt cx="334" cy="52"/>
            </a:xfrm>
          </p:grpSpPr>
          <p:sp>
            <p:nvSpPr>
              <p:cNvPr id="418" name="Google Shape;418;p32"/>
              <p:cNvSpPr/>
              <p:nvPr/>
            </p:nvSpPr>
            <p:spPr>
              <a:xfrm>
                <a:off x="3919" y="2794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9" name="Google Shape;419;p32"/>
              <p:cNvSpPr/>
              <p:nvPr/>
            </p:nvSpPr>
            <p:spPr>
              <a:xfrm>
                <a:off x="4013" y="2794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0" name="Google Shape;420;p32"/>
              <p:cNvSpPr/>
              <p:nvPr/>
            </p:nvSpPr>
            <p:spPr>
              <a:xfrm>
                <a:off x="4199" y="2794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1" name="Google Shape;421;p32"/>
              <p:cNvSpPr/>
              <p:nvPr/>
            </p:nvSpPr>
            <p:spPr>
              <a:xfrm>
                <a:off x="4105" y="2794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cxnSp>
        <p:nvCxnSpPr>
          <p:cNvPr id="422" name="Google Shape;422;p32"/>
          <p:cNvCxnSpPr/>
          <p:nvPr/>
        </p:nvCxnSpPr>
        <p:spPr>
          <a:xfrm rot="10800000" flipH="1">
            <a:off x="2209800" y="4064000"/>
            <a:ext cx="1752600" cy="914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23" name="Google Shape;423;p32"/>
          <p:cNvSpPr txBox="1"/>
          <p:nvPr/>
        </p:nvSpPr>
        <p:spPr>
          <a:xfrm>
            <a:off x="1373187" y="4170362"/>
            <a:ext cx="20542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m máximo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8" name="Google Shape;428;p33"/>
          <p:cNvCxnSpPr/>
          <p:nvPr/>
        </p:nvCxnSpPr>
        <p:spPr>
          <a:xfrm>
            <a:off x="1600200" y="4343400"/>
            <a:ext cx="19050" cy="131762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29" name="Google Shape;429;p33"/>
          <p:cNvCxnSpPr/>
          <p:nvPr/>
        </p:nvCxnSpPr>
        <p:spPr>
          <a:xfrm>
            <a:off x="1828800" y="4343400"/>
            <a:ext cx="871537" cy="131762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30" name="Google Shape;430;p33"/>
          <p:cNvCxnSpPr/>
          <p:nvPr/>
        </p:nvCxnSpPr>
        <p:spPr>
          <a:xfrm flipH="1">
            <a:off x="4067175" y="3429000"/>
            <a:ext cx="360362" cy="223202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31" name="Google Shape;431;p33"/>
          <p:cNvCxnSpPr/>
          <p:nvPr/>
        </p:nvCxnSpPr>
        <p:spPr>
          <a:xfrm flipH="1">
            <a:off x="1547812" y="3505200"/>
            <a:ext cx="2566987" cy="64452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432" name="Google Shape;432;p33"/>
          <p:cNvGrpSpPr/>
          <p:nvPr/>
        </p:nvGrpSpPr>
        <p:grpSpPr>
          <a:xfrm>
            <a:off x="1144587" y="4068762"/>
            <a:ext cx="987425" cy="363537"/>
            <a:chOff x="721" y="2563"/>
            <a:chExt cx="622" cy="229"/>
          </a:xfrm>
        </p:grpSpPr>
        <p:sp>
          <p:nvSpPr>
            <p:cNvPr id="433" name="Google Shape;433;p33"/>
            <p:cNvSpPr/>
            <p:nvPr/>
          </p:nvSpPr>
          <p:spPr>
            <a:xfrm>
              <a:off x="724" y="2596"/>
              <a:ext cx="616" cy="136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4" name="Google Shape;434;p33"/>
            <p:cNvSpPr txBox="1"/>
            <p:nvPr/>
          </p:nvSpPr>
          <p:spPr>
            <a:xfrm>
              <a:off x="721" y="2563"/>
              <a:ext cx="622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35" name="Google Shape;435;p33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436" name="Google Shape;436;p33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Restrições (cont.)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Cascateamento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Ampliar capacidade da rede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segmento pode ser 10BaseT, 10Base5 ou 10Base2</a:t>
            </a:r>
            <a:endParaRPr/>
          </a:p>
        </p:txBody>
      </p:sp>
      <p:graphicFrame>
        <p:nvGraphicFramePr>
          <p:cNvPr id="437" name="Google Shape;437;p33"/>
          <p:cNvGraphicFramePr/>
          <p:nvPr/>
        </p:nvGraphicFramePr>
        <p:xfrm>
          <a:off x="11414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r:id="rId4" imgW="906462" imgH="711200" progId="MS_ClipArt_Gallery">
                  <p:embed/>
                </p:oleObj>
              </mc:Choice>
              <mc:Fallback>
                <p:oleObj r:id="rId4" imgW="906462" imgH="711200" progId="MS_ClipArt_Gallery">
                  <p:embed/>
                  <p:pic>
                    <p:nvPicPr>
                      <p:cNvPr id="437" name="Google Shape;437;p3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1414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" name="Google Shape;438;p33"/>
          <p:cNvGraphicFramePr/>
          <p:nvPr/>
        </p:nvGraphicFramePr>
        <p:xfrm>
          <a:off x="21320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r:id="rId6" imgW="906462" imgH="711200" progId="MS_ClipArt_Gallery">
                  <p:embed/>
                </p:oleObj>
              </mc:Choice>
              <mc:Fallback>
                <p:oleObj r:id="rId6" imgW="906462" imgH="711200" progId="MS_ClipArt_Gallery">
                  <p:embed/>
                  <p:pic>
                    <p:nvPicPr>
                      <p:cNvPr id="438" name="Google Shape;438;p3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1320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" name="Google Shape;439;p33"/>
          <p:cNvGraphicFramePr/>
          <p:nvPr/>
        </p:nvGraphicFramePr>
        <p:xfrm>
          <a:off x="36560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r:id="rId7" imgW="906462" imgH="711200" progId="MS_ClipArt_Gallery">
                  <p:embed/>
                </p:oleObj>
              </mc:Choice>
              <mc:Fallback>
                <p:oleObj r:id="rId7" imgW="906462" imgH="711200" progId="MS_ClipArt_Gallery">
                  <p:embed/>
                  <p:pic>
                    <p:nvPicPr>
                      <p:cNvPr id="439" name="Google Shape;439;p3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6560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" name="Google Shape;440;p33"/>
          <p:cNvGraphicFramePr/>
          <p:nvPr/>
        </p:nvGraphicFramePr>
        <p:xfrm>
          <a:off x="5180012" y="55372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r:id="rId8" imgW="906462" imgH="711200" progId="MS_ClipArt_Gallery">
                  <p:embed/>
                </p:oleObj>
              </mc:Choice>
              <mc:Fallback>
                <p:oleObj r:id="rId8" imgW="906462" imgH="711200" progId="MS_ClipArt_Gallery">
                  <p:embed/>
                  <p:pic>
                    <p:nvPicPr>
                      <p:cNvPr id="440" name="Google Shape;440;p3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180012" y="55372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" name="Google Shape;441;p33"/>
          <p:cNvGraphicFramePr/>
          <p:nvPr/>
        </p:nvGraphicFramePr>
        <p:xfrm>
          <a:off x="6094412" y="55372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r:id="rId9" imgW="906462" imgH="711200" progId="MS_ClipArt_Gallery">
                  <p:embed/>
                </p:oleObj>
              </mc:Choice>
              <mc:Fallback>
                <p:oleObj r:id="rId9" imgW="906462" imgH="711200" progId="MS_ClipArt_Gallery">
                  <p:embed/>
                  <p:pic>
                    <p:nvPicPr>
                      <p:cNvPr id="441" name="Google Shape;441;p3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094412" y="55372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2" name="Google Shape;442;p33"/>
          <p:cNvCxnSpPr/>
          <p:nvPr/>
        </p:nvCxnSpPr>
        <p:spPr>
          <a:xfrm flipH="1">
            <a:off x="5638800" y="4149725"/>
            <a:ext cx="733425" cy="1412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43" name="Google Shape;443;p33"/>
          <p:cNvCxnSpPr/>
          <p:nvPr/>
        </p:nvCxnSpPr>
        <p:spPr>
          <a:xfrm>
            <a:off x="6553200" y="4191000"/>
            <a:ext cx="0" cy="13716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444" name="Google Shape;444;p33"/>
          <p:cNvGrpSpPr/>
          <p:nvPr/>
        </p:nvGrpSpPr>
        <p:grpSpPr>
          <a:xfrm>
            <a:off x="3963987" y="3230562"/>
            <a:ext cx="987425" cy="363537"/>
            <a:chOff x="2497" y="2035"/>
            <a:chExt cx="622" cy="229"/>
          </a:xfrm>
        </p:grpSpPr>
        <p:sp>
          <p:nvSpPr>
            <p:cNvPr id="445" name="Google Shape;445;p33"/>
            <p:cNvSpPr/>
            <p:nvPr/>
          </p:nvSpPr>
          <p:spPr>
            <a:xfrm>
              <a:off x="2500" y="2068"/>
              <a:ext cx="616" cy="136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6" name="Google Shape;446;p33"/>
            <p:cNvSpPr txBox="1"/>
            <p:nvPr/>
          </p:nvSpPr>
          <p:spPr>
            <a:xfrm>
              <a:off x="2497" y="2035"/>
              <a:ext cx="622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47" name="Google Shape;447;p33"/>
          <p:cNvGrpSpPr/>
          <p:nvPr/>
        </p:nvGrpSpPr>
        <p:grpSpPr>
          <a:xfrm>
            <a:off x="6021387" y="3916362"/>
            <a:ext cx="987425" cy="363537"/>
            <a:chOff x="3793" y="2467"/>
            <a:chExt cx="622" cy="229"/>
          </a:xfrm>
        </p:grpSpPr>
        <p:sp>
          <p:nvSpPr>
            <p:cNvPr id="448" name="Google Shape;448;p33"/>
            <p:cNvSpPr/>
            <p:nvPr/>
          </p:nvSpPr>
          <p:spPr>
            <a:xfrm>
              <a:off x="3796" y="2500"/>
              <a:ext cx="616" cy="136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9" name="Google Shape;449;p33"/>
            <p:cNvSpPr txBox="1"/>
            <p:nvPr/>
          </p:nvSpPr>
          <p:spPr>
            <a:xfrm>
              <a:off x="3793" y="2467"/>
              <a:ext cx="622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50" name="Google Shape;450;p33"/>
          <p:cNvGrpSpPr/>
          <p:nvPr/>
        </p:nvGrpSpPr>
        <p:grpSpPr>
          <a:xfrm>
            <a:off x="7697787" y="4754562"/>
            <a:ext cx="987425" cy="363537"/>
            <a:chOff x="4849" y="2995"/>
            <a:chExt cx="622" cy="229"/>
          </a:xfrm>
        </p:grpSpPr>
        <p:sp>
          <p:nvSpPr>
            <p:cNvPr id="451" name="Google Shape;451;p33"/>
            <p:cNvSpPr/>
            <p:nvPr/>
          </p:nvSpPr>
          <p:spPr>
            <a:xfrm>
              <a:off x="4852" y="3028"/>
              <a:ext cx="616" cy="136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2" name="Google Shape;452;p33"/>
            <p:cNvSpPr txBox="1"/>
            <p:nvPr/>
          </p:nvSpPr>
          <p:spPr>
            <a:xfrm>
              <a:off x="4849" y="2995"/>
              <a:ext cx="622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453" name="Google Shape;453;p33"/>
          <p:cNvGraphicFramePr/>
          <p:nvPr/>
        </p:nvGraphicFramePr>
        <p:xfrm>
          <a:off x="7237412" y="55372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r:id="rId10" imgW="906462" imgH="711200" progId="MS_ClipArt_Gallery">
                  <p:embed/>
                </p:oleObj>
              </mc:Choice>
              <mc:Fallback>
                <p:oleObj r:id="rId10" imgW="906462" imgH="711200" progId="MS_ClipArt_Gallery">
                  <p:embed/>
                  <p:pic>
                    <p:nvPicPr>
                      <p:cNvPr id="453" name="Google Shape;453;p3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237412" y="55372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4" name="Google Shape;454;p33"/>
          <p:cNvGraphicFramePr/>
          <p:nvPr/>
        </p:nvGraphicFramePr>
        <p:xfrm>
          <a:off x="8151812" y="55372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r:id="rId11" imgW="906462" imgH="711200" progId="MS_ClipArt_Gallery">
                  <p:embed/>
                </p:oleObj>
              </mc:Choice>
              <mc:Fallback>
                <p:oleObj r:id="rId11" imgW="906462" imgH="711200" progId="MS_ClipArt_Gallery">
                  <p:embed/>
                  <p:pic>
                    <p:nvPicPr>
                      <p:cNvPr id="454" name="Google Shape;454;p3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8151812" y="55372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5" name="Google Shape;455;p33"/>
          <p:cNvCxnSpPr/>
          <p:nvPr/>
        </p:nvCxnSpPr>
        <p:spPr>
          <a:xfrm rot="10800000">
            <a:off x="4648200" y="3505200"/>
            <a:ext cx="1828800" cy="4572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6" name="Google Shape;456;p33"/>
          <p:cNvCxnSpPr/>
          <p:nvPr/>
        </p:nvCxnSpPr>
        <p:spPr>
          <a:xfrm rot="10800000">
            <a:off x="6705600" y="4191000"/>
            <a:ext cx="1600200" cy="6096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7" name="Google Shape;457;p33"/>
          <p:cNvCxnSpPr/>
          <p:nvPr/>
        </p:nvCxnSpPr>
        <p:spPr>
          <a:xfrm flipH="1">
            <a:off x="7696200" y="5029200"/>
            <a:ext cx="228600" cy="5334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8" name="Google Shape;458;p33"/>
          <p:cNvCxnSpPr/>
          <p:nvPr/>
        </p:nvCxnSpPr>
        <p:spPr>
          <a:xfrm>
            <a:off x="8382000" y="5029200"/>
            <a:ext cx="228600" cy="5334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4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464" name="Google Shape;464;p34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Conexão com tecnologia antiga (coaxial)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Conexão de uma rede UTP com uma rede coaxial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 Através de um HUB com interface AUI</a:t>
            </a:r>
            <a:endParaRPr/>
          </a:p>
        </p:txBody>
      </p:sp>
      <p:graphicFrame>
        <p:nvGraphicFramePr>
          <p:cNvPr id="465" name="Google Shape;465;p34"/>
          <p:cNvGraphicFramePr/>
          <p:nvPr/>
        </p:nvGraphicFramePr>
        <p:xfrm>
          <a:off x="6080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r:id="rId4" imgW="906462" imgH="711200" progId="MS_ClipArt_Gallery">
                  <p:embed/>
                </p:oleObj>
              </mc:Choice>
              <mc:Fallback>
                <p:oleObj r:id="rId4" imgW="906462" imgH="711200" progId="MS_ClipArt_Gallery">
                  <p:embed/>
                  <p:pic>
                    <p:nvPicPr>
                      <p:cNvPr id="465" name="Google Shape;465;p3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080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" name="Google Shape;466;p34"/>
          <p:cNvGraphicFramePr/>
          <p:nvPr/>
        </p:nvGraphicFramePr>
        <p:xfrm>
          <a:off x="16748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r:id="rId6" imgW="906462" imgH="711200" progId="MS_ClipArt_Gallery">
                  <p:embed/>
                </p:oleObj>
              </mc:Choice>
              <mc:Fallback>
                <p:oleObj r:id="rId6" imgW="906462" imgH="711200" progId="MS_ClipArt_Gallery">
                  <p:embed/>
                  <p:pic>
                    <p:nvPicPr>
                      <p:cNvPr id="466" name="Google Shape;466;p3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6748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" name="Google Shape;467;p34"/>
          <p:cNvGraphicFramePr/>
          <p:nvPr/>
        </p:nvGraphicFramePr>
        <p:xfrm>
          <a:off x="28940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r:id="rId7" imgW="906462" imgH="711200" progId="MS_ClipArt_Gallery">
                  <p:embed/>
                </p:oleObj>
              </mc:Choice>
              <mc:Fallback>
                <p:oleObj r:id="rId7" imgW="906462" imgH="711200" progId="MS_ClipArt_Gallery">
                  <p:embed/>
                  <p:pic>
                    <p:nvPicPr>
                      <p:cNvPr id="467" name="Google Shape;467;p3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8940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8" name="Google Shape;468;p34"/>
          <p:cNvGraphicFramePr/>
          <p:nvPr/>
        </p:nvGraphicFramePr>
        <p:xfrm>
          <a:off x="40370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r:id="rId8" imgW="906462" imgH="711200" progId="MS_ClipArt_Gallery">
                  <p:embed/>
                </p:oleObj>
              </mc:Choice>
              <mc:Fallback>
                <p:oleObj r:id="rId8" imgW="906462" imgH="711200" progId="MS_ClipArt_Gallery">
                  <p:embed/>
                  <p:pic>
                    <p:nvPicPr>
                      <p:cNvPr id="468" name="Google Shape;468;p3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40370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9" name="Google Shape;469;p34"/>
          <p:cNvGraphicFramePr/>
          <p:nvPr/>
        </p:nvGraphicFramePr>
        <p:xfrm>
          <a:off x="51800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r:id="rId9" imgW="906462" imgH="711200" progId="MS_ClipArt_Gallery">
                  <p:embed/>
                </p:oleObj>
              </mc:Choice>
              <mc:Fallback>
                <p:oleObj r:id="rId9" imgW="906462" imgH="711200" progId="MS_ClipArt_Gallery">
                  <p:embed/>
                  <p:pic>
                    <p:nvPicPr>
                      <p:cNvPr id="469" name="Google Shape;469;p3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1800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" name="Google Shape;470;p34"/>
          <p:cNvGraphicFramePr/>
          <p:nvPr/>
        </p:nvGraphicFramePr>
        <p:xfrm>
          <a:off x="63230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r:id="rId10" imgW="906462" imgH="711200" progId="MS_ClipArt_Gallery">
                  <p:embed/>
                </p:oleObj>
              </mc:Choice>
              <mc:Fallback>
                <p:oleObj r:id="rId10" imgW="906462" imgH="711200" progId="MS_ClipArt_Gallery">
                  <p:embed/>
                  <p:pic>
                    <p:nvPicPr>
                      <p:cNvPr id="470" name="Google Shape;470;p3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3230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" name="Google Shape;471;p34"/>
          <p:cNvGrpSpPr/>
          <p:nvPr/>
        </p:nvGrpSpPr>
        <p:grpSpPr>
          <a:xfrm>
            <a:off x="2749550" y="4273550"/>
            <a:ext cx="2500312" cy="368300"/>
            <a:chOff x="1732" y="2692"/>
            <a:chExt cx="1575" cy="232"/>
          </a:xfrm>
        </p:grpSpPr>
        <p:sp>
          <p:nvSpPr>
            <p:cNvPr id="472" name="Google Shape;472;p34"/>
            <p:cNvSpPr/>
            <p:nvPr/>
          </p:nvSpPr>
          <p:spPr>
            <a:xfrm>
              <a:off x="1732" y="2692"/>
              <a:ext cx="1575" cy="232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73" name="Google Shape;473;p34"/>
            <p:cNvGrpSpPr/>
            <p:nvPr/>
          </p:nvGrpSpPr>
          <p:grpSpPr>
            <a:xfrm>
              <a:off x="1794" y="2842"/>
              <a:ext cx="334" cy="52"/>
              <a:chOff x="1794" y="2842"/>
              <a:chExt cx="334" cy="52"/>
            </a:xfrm>
          </p:grpSpPr>
          <p:sp>
            <p:nvSpPr>
              <p:cNvPr id="474" name="Google Shape;474;p34"/>
              <p:cNvSpPr/>
              <p:nvPr/>
            </p:nvSpPr>
            <p:spPr>
              <a:xfrm>
                <a:off x="1794" y="2842"/>
                <a:ext cx="54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5" name="Google Shape;475;p34"/>
              <p:cNvSpPr/>
              <p:nvPr/>
            </p:nvSpPr>
            <p:spPr>
              <a:xfrm>
                <a:off x="1887" y="2842"/>
                <a:ext cx="55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6" name="Google Shape;476;p34"/>
              <p:cNvSpPr/>
              <p:nvPr/>
            </p:nvSpPr>
            <p:spPr>
              <a:xfrm>
                <a:off x="2073" y="2842"/>
                <a:ext cx="55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7" name="Google Shape;477;p34"/>
              <p:cNvSpPr/>
              <p:nvPr/>
            </p:nvSpPr>
            <p:spPr>
              <a:xfrm>
                <a:off x="1981" y="2842"/>
                <a:ext cx="53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78" name="Google Shape;478;p34"/>
            <p:cNvGrpSpPr/>
            <p:nvPr/>
          </p:nvGrpSpPr>
          <p:grpSpPr>
            <a:xfrm>
              <a:off x="2167" y="2842"/>
              <a:ext cx="333" cy="52"/>
              <a:chOff x="2167" y="2842"/>
              <a:chExt cx="333" cy="52"/>
            </a:xfrm>
          </p:grpSpPr>
          <p:sp>
            <p:nvSpPr>
              <p:cNvPr id="479" name="Google Shape;479;p34"/>
              <p:cNvSpPr/>
              <p:nvPr/>
            </p:nvSpPr>
            <p:spPr>
              <a:xfrm>
                <a:off x="2167" y="2842"/>
                <a:ext cx="53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0" name="Google Shape;480;p34"/>
              <p:cNvSpPr/>
              <p:nvPr/>
            </p:nvSpPr>
            <p:spPr>
              <a:xfrm>
                <a:off x="2260" y="2842"/>
                <a:ext cx="54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1" name="Google Shape;481;p34"/>
              <p:cNvSpPr/>
              <p:nvPr/>
            </p:nvSpPr>
            <p:spPr>
              <a:xfrm>
                <a:off x="2446" y="2842"/>
                <a:ext cx="54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2" name="Google Shape;482;p34"/>
              <p:cNvSpPr/>
              <p:nvPr/>
            </p:nvSpPr>
            <p:spPr>
              <a:xfrm>
                <a:off x="2352" y="2842"/>
                <a:ext cx="55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83" name="Google Shape;483;p34"/>
            <p:cNvGrpSpPr/>
            <p:nvPr/>
          </p:nvGrpSpPr>
          <p:grpSpPr>
            <a:xfrm>
              <a:off x="2539" y="2842"/>
              <a:ext cx="333" cy="52"/>
              <a:chOff x="2539" y="2842"/>
              <a:chExt cx="333" cy="52"/>
            </a:xfrm>
          </p:grpSpPr>
          <p:sp>
            <p:nvSpPr>
              <p:cNvPr id="484" name="Google Shape;484;p34"/>
              <p:cNvSpPr/>
              <p:nvPr/>
            </p:nvSpPr>
            <p:spPr>
              <a:xfrm>
                <a:off x="2539" y="2842"/>
                <a:ext cx="54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5" name="Google Shape;485;p34"/>
              <p:cNvSpPr/>
              <p:nvPr/>
            </p:nvSpPr>
            <p:spPr>
              <a:xfrm>
                <a:off x="2632" y="2842"/>
                <a:ext cx="55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6" name="Google Shape;486;p34"/>
              <p:cNvSpPr/>
              <p:nvPr/>
            </p:nvSpPr>
            <p:spPr>
              <a:xfrm>
                <a:off x="2819" y="2842"/>
                <a:ext cx="53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7" name="Google Shape;487;p34"/>
              <p:cNvSpPr/>
              <p:nvPr/>
            </p:nvSpPr>
            <p:spPr>
              <a:xfrm>
                <a:off x="2725" y="2842"/>
                <a:ext cx="54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88" name="Google Shape;488;p34"/>
            <p:cNvGrpSpPr/>
            <p:nvPr/>
          </p:nvGrpSpPr>
          <p:grpSpPr>
            <a:xfrm>
              <a:off x="2911" y="2842"/>
              <a:ext cx="334" cy="52"/>
              <a:chOff x="2911" y="2842"/>
              <a:chExt cx="334" cy="52"/>
            </a:xfrm>
          </p:grpSpPr>
          <p:sp>
            <p:nvSpPr>
              <p:cNvPr id="489" name="Google Shape;489;p34"/>
              <p:cNvSpPr/>
              <p:nvPr/>
            </p:nvSpPr>
            <p:spPr>
              <a:xfrm>
                <a:off x="2911" y="2842"/>
                <a:ext cx="55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0" name="Google Shape;490;p34"/>
              <p:cNvSpPr/>
              <p:nvPr/>
            </p:nvSpPr>
            <p:spPr>
              <a:xfrm>
                <a:off x="3005" y="2842"/>
                <a:ext cx="53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1" name="Google Shape;491;p34"/>
              <p:cNvSpPr/>
              <p:nvPr/>
            </p:nvSpPr>
            <p:spPr>
              <a:xfrm>
                <a:off x="3191" y="2842"/>
                <a:ext cx="54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2" name="Google Shape;492;p34"/>
              <p:cNvSpPr/>
              <p:nvPr/>
            </p:nvSpPr>
            <p:spPr>
              <a:xfrm>
                <a:off x="3097" y="2842"/>
                <a:ext cx="55" cy="52"/>
              </a:xfrm>
              <a:prstGeom prst="rect">
                <a:avLst/>
              </a:prstGeom>
              <a:solidFill>
                <a:srgbClr val="FF99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cxnSp>
        <p:nvCxnSpPr>
          <p:cNvPr id="493" name="Google Shape;493;p34"/>
          <p:cNvCxnSpPr/>
          <p:nvPr/>
        </p:nvCxnSpPr>
        <p:spPr>
          <a:xfrm flipH="1">
            <a:off x="1066800" y="4572000"/>
            <a:ext cx="18288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4" name="Google Shape;494;p34"/>
          <p:cNvCxnSpPr/>
          <p:nvPr/>
        </p:nvCxnSpPr>
        <p:spPr>
          <a:xfrm flipH="1">
            <a:off x="2133600" y="4572000"/>
            <a:ext cx="914400" cy="1031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5" name="Google Shape;495;p34"/>
          <p:cNvCxnSpPr/>
          <p:nvPr/>
        </p:nvCxnSpPr>
        <p:spPr>
          <a:xfrm flipH="1">
            <a:off x="3276600" y="4572000"/>
            <a:ext cx="2286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6" name="Google Shape;496;p34"/>
          <p:cNvCxnSpPr/>
          <p:nvPr/>
        </p:nvCxnSpPr>
        <p:spPr>
          <a:xfrm>
            <a:off x="3962400" y="4572000"/>
            <a:ext cx="4572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7" name="Google Shape;497;p34"/>
          <p:cNvCxnSpPr/>
          <p:nvPr/>
        </p:nvCxnSpPr>
        <p:spPr>
          <a:xfrm>
            <a:off x="4648200" y="4572000"/>
            <a:ext cx="9906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8" name="Google Shape;498;p34"/>
          <p:cNvCxnSpPr/>
          <p:nvPr/>
        </p:nvCxnSpPr>
        <p:spPr>
          <a:xfrm>
            <a:off x="5105400" y="4606925"/>
            <a:ext cx="1676400" cy="1031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99" name="Google Shape;499;p34"/>
          <p:cNvSpPr txBox="1"/>
          <p:nvPr/>
        </p:nvSpPr>
        <p:spPr>
          <a:xfrm>
            <a:off x="2744787" y="4221162"/>
            <a:ext cx="9874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sp>
        <p:nvSpPr>
          <p:cNvPr id="500" name="Google Shape;500;p34"/>
          <p:cNvSpPr txBox="1"/>
          <p:nvPr/>
        </p:nvSpPr>
        <p:spPr>
          <a:xfrm>
            <a:off x="2516187" y="3611562"/>
            <a:ext cx="16732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 AUI</a:t>
            </a:r>
            <a:endParaRPr/>
          </a:p>
        </p:txBody>
      </p:sp>
      <p:sp>
        <p:nvSpPr>
          <p:cNvPr id="501" name="Google Shape;501;p34"/>
          <p:cNvSpPr txBox="1"/>
          <p:nvPr/>
        </p:nvSpPr>
        <p:spPr>
          <a:xfrm>
            <a:off x="839787" y="4802187"/>
            <a:ext cx="18256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 UTP</a:t>
            </a:r>
            <a:endParaRPr/>
          </a:p>
        </p:txBody>
      </p:sp>
      <p:sp>
        <p:nvSpPr>
          <p:cNvPr id="502" name="Google Shape;502;p34"/>
          <p:cNvSpPr txBox="1"/>
          <p:nvPr/>
        </p:nvSpPr>
        <p:spPr>
          <a:xfrm>
            <a:off x="6742112" y="3016250"/>
            <a:ext cx="18256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 coaxial</a:t>
            </a:r>
            <a:endParaRPr/>
          </a:p>
        </p:txBody>
      </p:sp>
      <p:grpSp>
        <p:nvGrpSpPr>
          <p:cNvPr id="503" name="Google Shape;503;p34"/>
          <p:cNvGrpSpPr/>
          <p:nvPr/>
        </p:nvGrpSpPr>
        <p:grpSpPr>
          <a:xfrm>
            <a:off x="4654550" y="3430587"/>
            <a:ext cx="346075" cy="201612"/>
            <a:chOff x="2932" y="2161"/>
            <a:chExt cx="218" cy="127"/>
          </a:xfrm>
        </p:grpSpPr>
        <p:sp>
          <p:nvSpPr>
            <p:cNvPr id="504" name="Google Shape;504;p34"/>
            <p:cNvSpPr/>
            <p:nvPr/>
          </p:nvSpPr>
          <p:spPr>
            <a:xfrm>
              <a:off x="2932" y="2161"/>
              <a:ext cx="37" cy="83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5" name="Google Shape;505;p34"/>
            <p:cNvSpPr/>
            <p:nvPr/>
          </p:nvSpPr>
          <p:spPr>
            <a:xfrm>
              <a:off x="2973" y="2180"/>
              <a:ext cx="138" cy="69"/>
            </a:xfrm>
            <a:custGeom>
              <a:avLst/>
              <a:gdLst/>
              <a:ahLst/>
              <a:cxnLst/>
              <a:rect l="l" t="t" r="r" b="b"/>
              <a:pathLst>
                <a:path w="138" h="69" extrusionOk="0">
                  <a:moveTo>
                    <a:pt x="137" y="0"/>
                  </a:moveTo>
                  <a:lnTo>
                    <a:pt x="137" y="48"/>
                  </a:lnTo>
                  <a:lnTo>
                    <a:pt x="97" y="48"/>
                  </a:lnTo>
                  <a:lnTo>
                    <a:pt x="97" y="68"/>
                  </a:lnTo>
                  <a:lnTo>
                    <a:pt x="40" y="68"/>
                  </a:lnTo>
                  <a:lnTo>
                    <a:pt x="40" y="48"/>
                  </a:lnTo>
                  <a:lnTo>
                    <a:pt x="0" y="48"/>
                  </a:lnTo>
                  <a:lnTo>
                    <a:pt x="0" y="0"/>
                  </a:lnTo>
                  <a:lnTo>
                    <a:pt x="137" y="0"/>
                  </a:lnTo>
                </a:path>
              </a:pathLst>
            </a:custGeom>
            <a:solidFill>
              <a:srgbClr val="FF9900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6" name="Google Shape;506;p34"/>
            <p:cNvSpPr/>
            <p:nvPr/>
          </p:nvSpPr>
          <p:spPr>
            <a:xfrm>
              <a:off x="3114" y="2161"/>
              <a:ext cx="36" cy="83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3000" y="2252"/>
              <a:ext cx="83" cy="36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508" name="Google Shape;508;p34"/>
          <p:cNvCxnSpPr/>
          <p:nvPr/>
        </p:nvCxnSpPr>
        <p:spPr>
          <a:xfrm>
            <a:off x="6226175" y="3498850"/>
            <a:ext cx="830262" cy="0"/>
          </a:xfrm>
          <a:prstGeom prst="straightConnector1">
            <a:avLst/>
          </a:prstGeom>
          <a:noFill/>
          <a:ln w="1016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09" name="Google Shape;509;p34"/>
          <p:cNvCxnSpPr/>
          <p:nvPr/>
        </p:nvCxnSpPr>
        <p:spPr>
          <a:xfrm>
            <a:off x="7419975" y="3498850"/>
            <a:ext cx="828675" cy="0"/>
          </a:xfrm>
          <a:prstGeom prst="straightConnector1">
            <a:avLst/>
          </a:prstGeom>
          <a:noFill/>
          <a:ln w="1016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510" name="Google Shape;510;p34"/>
          <p:cNvGrpSpPr/>
          <p:nvPr/>
        </p:nvGrpSpPr>
        <p:grpSpPr>
          <a:xfrm>
            <a:off x="8255000" y="3433762"/>
            <a:ext cx="347662" cy="201612"/>
            <a:chOff x="5200" y="2163"/>
            <a:chExt cx="219" cy="127"/>
          </a:xfrm>
        </p:grpSpPr>
        <p:sp>
          <p:nvSpPr>
            <p:cNvPr id="511" name="Google Shape;511;p34"/>
            <p:cNvSpPr/>
            <p:nvPr/>
          </p:nvSpPr>
          <p:spPr>
            <a:xfrm>
              <a:off x="5200" y="2163"/>
              <a:ext cx="37" cy="83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2" name="Google Shape;512;p34"/>
            <p:cNvSpPr/>
            <p:nvPr/>
          </p:nvSpPr>
          <p:spPr>
            <a:xfrm>
              <a:off x="5241" y="2182"/>
              <a:ext cx="138" cy="69"/>
            </a:xfrm>
            <a:custGeom>
              <a:avLst/>
              <a:gdLst/>
              <a:ahLst/>
              <a:cxnLst/>
              <a:rect l="l" t="t" r="r" b="b"/>
              <a:pathLst>
                <a:path w="138" h="69" extrusionOk="0">
                  <a:moveTo>
                    <a:pt x="137" y="0"/>
                  </a:moveTo>
                  <a:lnTo>
                    <a:pt x="137" y="48"/>
                  </a:lnTo>
                  <a:lnTo>
                    <a:pt x="97" y="48"/>
                  </a:lnTo>
                  <a:lnTo>
                    <a:pt x="97" y="68"/>
                  </a:lnTo>
                  <a:lnTo>
                    <a:pt x="40" y="68"/>
                  </a:lnTo>
                  <a:lnTo>
                    <a:pt x="40" y="48"/>
                  </a:lnTo>
                  <a:lnTo>
                    <a:pt x="0" y="48"/>
                  </a:lnTo>
                  <a:lnTo>
                    <a:pt x="0" y="0"/>
                  </a:lnTo>
                  <a:lnTo>
                    <a:pt x="137" y="0"/>
                  </a:lnTo>
                </a:path>
              </a:pathLst>
            </a:custGeom>
            <a:solidFill>
              <a:srgbClr val="FF9900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3" name="Google Shape;513;p34"/>
            <p:cNvSpPr/>
            <p:nvPr/>
          </p:nvSpPr>
          <p:spPr>
            <a:xfrm>
              <a:off x="5268" y="2254"/>
              <a:ext cx="84" cy="36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4" name="Google Shape;514;p34"/>
            <p:cNvSpPr/>
            <p:nvPr/>
          </p:nvSpPr>
          <p:spPr>
            <a:xfrm>
              <a:off x="5382" y="2163"/>
              <a:ext cx="37" cy="83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15" name="Google Shape;515;p34"/>
          <p:cNvGrpSpPr/>
          <p:nvPr/>
        </p:nvGrpSpPr>
        <p:grpSpPr>
          <a:xfrm>
            <a:off x="7062787" y="3433762"/>
            <a:ext cx="350837" cy="201612"/>
            <a:chOff x="4449" y="2163"/>
            <a:chExt cx="221" cy="127"/>
          </a:xfrm>
        </p:grpSpPr>
        <p:sp>
          <p:nvSpPr>
            <p:cNvPr id="516" name="Google Shape;516;p34"/>
            <p:cNvSpPr/>
            <p:nvPr/>
          </p:nvSpPr>
          <p:spPr>
            <a:xfrm>
              <a:off x="4491" y="2182"/>
              <a:ext cx="139" cy="69"/>
            </a:xfrm>
            <a:custGeom>
              <a:avLst/>
              <a:gdLst/>
              <a:ahLst/>
              <a:cxnLst/>
              <a:rect l="l" t="t" r="r" b="b"/>
              <a:pathLst>
                <a:path w="139" h="69" extrusionOk="0">
                  <a:moveTo>
                    <a:pt x="138" y="0"/>
                  </a:moveTo>
                  <a:lnTo>
                    <a:pt x="138" y="48"/>
                  </a:lnTo>
                  <a:lnTo>
                    <a:pt x="97" y="48"/>
                  </a:lnTo>
                  <a:lnTo>
                    <a:pt x="97" y="68"/>
                  </a:lnTo>
                  <a:lnTo>
                    <a:pt x="41" y="68"/>
                  </a:lnTo>
                  <a:lnTo>
                    <a:pt x="41" y="48"/>
                  </a:lnTo>
                  <a:lnTo>
                    <a:pt x="0" y="48"/>
                  </a:lnTo>
                  <a:lnTo>
                    <a:pt x="0" y="0"/>
                  </a:lnTo>
                  <a:lnTo>
                    <a:pt x="138" y="0"/>
                  </a:lnTo>
                </a:path>
              </a:pathLst>
            </a:custGeom>
            <a:solidFill>
              <a:srgbClr val="FF9900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7" name="Google Shape;517;p34"/>
            <p:cNvSpPr/>
            <p:nvPr/>
          </p:nvSpPr>
          <p:spPr>
            <a:xfrm>
              <a:off x="4633" y="2163"/>
              <a:ext cx="37" cy="83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8" name="Google Shape;518;p34"/>
            <p:cNvSpPr/>
            <p:nvPr/>
          </p:nvSpPr>
          <p:spPr>
            <a:xfrm>
              <a:off x="4518" y="2254"/>
              <a:ext cx="82" cy="36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9" name="Google Shape;519;p34"/>
            <p:cNvSpPr/>
            <p:nvPr/>
          </p:nvSpPr>
          <p:spPr>
            <a:xfrm>
              <a:off x="4449" y="2163"/>
              <a:ext cx="38" cy="83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20" name="Google Shape;520;p34"/>
          <p:cNvSpPr/>
          <p:nvPr/>
        </p:nvSpPr>
        <p:spPr>
          <a:xfrm>
            <a:off x="4654550" y="3663950"/>
            <a:ext cx="444500" cy="520700"/>
          </a:xfrm>
          <a:prstGeom prst="rect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34"/>
          <p:cNvSpPr/>
          <p:nvPr/>
        </p:nvSpPr>
        <p:spPr>
          <a:xfrm>
            <a:off x="4730750" y="4197350"/>
            <a:ext cx="292100" cy="139700"/>
          </a:xfrm>
          <a:prstGeom prst="rect">
            <a:avLst/>
          </a:prstGeom>
          <a:solidFill>
            <a:schemeClr val="hlink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22" name="Google Shape;522;p34"/>
          <p:cNvGraphicFramePr/>
          <p:nvPr/>
        </p:nvGraphicFramePr>
        <p:xfrm>
          <a:off x="7999412" y="4851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r:id="rId11" imgW="906462" imgH="711200" progId="MS_ClipArt_Gallery">
                  <p:embed/>
                </p:oleObj>
              </mc:Choice>
              <mc:Fallback>
                <p:oleObj r:id="rId11" imgW="906462" imgH="711200" progId="MS_ClipArt_Gallery">
                  <p:embed/>
                  <p:pic>
                    <p:nvPicPr>
                      <p:cNvPr id="522" name="Google Shape;522;p3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999412" y="4851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" name="Google Shape;523;p34"/>
          <p:cNvSpPr/>
          <p:nvPr/>
        </p:nvSpPr>
        <p:spPr>
          <a:xfrm>
            <a:off x="7092950" y="3663950"/>
            <a:ext cx="444500" cy="520700"/>
          </a:xfrm>
          <a:prstGeom prst="rect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34"/>
          <p:cNvSpPr/>
          <p:nvPr/>
        </p:nvSpPr>
        <p:spPr>
          <a:xfrm>
            <a:off x="8235950" y="3663950"/>
            <a:ext cx="444500" cy="520700"/>
          </a:xfrm>
          <a:prstGeom prst="rect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34"/>
          <p:cNvSpPr/>
          <p:nvPr/>
        </p:nvSpPr>
        <p:spPr>
          <a:xfrm>
            <a:off x="8312150" y="4197350"/>
            <a:ext cx="292100" cy="139700"/>
          </a:xfrm>
          <a:prstGeom prst="rect">
            <a:avLst/>
          </a:prstGeom>
          <a:solidFill>
            <a:schemeClr val="hlink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26" name="Google Shape;526;p34"/>
          <p:cNvCxnSpPr/>
          <p:nvPr/>
        </p:nvCxnSpPr>
        <p:spPr>
          <a:xfrm>
            <a:off x="8458200" y="4343400"/>
            <a:ext cx="0" cy="457200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27" name="Google Shape;527;p34"/>
          <p:cNvSpPr/>
          <p:nvPr/>
        </p:nvSpPr>
        <p:spPr>
          <a:xfrm>
            <a:off x="8312150" y="4730750"/>
            <a:ext cx="292100" cy="139700"/>
          </a:xfrm>
          <a:prstGeom prst="rect">
            <a:avLst/>
          </a:prstGeom>
          <a:solidFill>
            <a:schemeClr val="hlink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28" name="Google Shape;528;p34"/>
          <p:cNvGraphicFramePr/>
          <p:nvPr/>
        </p:nvGraphicFramePr>
        <p:xfrm>
          <a:off x="6856412" y="42418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r:id="rId12" imgW="906462" imgH="711200" progId="MS_ClipArt_Gallery">
                  <p:embed/>
                </p:oleObj>
              </mc:Choice>
              <mc:Fallback>
                <p:oleObj r:id="rId12" imgW="906462" imgH="711200" progId="MS_ClipArt_Gallery">
                  <p:embed/>
                  <p:pic>
                    <p:nvPicPr>
                      <p:cNvPr id="528" name="Google Shape;528;p3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856412" y="42418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9" name="Google Shape;529;p34"/>
          <p:cNvSpPr txBox="1"/>
          <p:nvPr/>
        </p:nvSpPr>
        <p:spPr>
          <a:xfrm>
            <a:off x="2779712" y="3092450"/>
            <a:ext cx="1409700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transceiver</a:t>
            </a:r>
            <a:endParaRPr/>
          </a:p>
        </p:txBody>
      </p:sp>
      <p:cxnSp>
        <p:nvCxnSpPr>
          <p:cNvPr id="530" name="Google Shape;530;p34"/>
          <p:cNvCxnSpPr/>
          <p:nvPr/>
        </p:nvCxnSpPr>
        <p:spPr>
          <a:xfrm rot="10800000">
            <a:off x="4038600" y="3352800"/>
            <a:ext cx="533400" cy="457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531" name="Google Shape;531;p34"/>
          <p:cNvCxnSpPr/>
          <p:nvPr/>
        </p:nvCxnSpPr>
        <p:spPr>
          <a:xfrm rot="10800000">
            <a:off x="4114800" y="3733800"/>
            <a:ext cx="533400" cy="457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graphicFrame>
        <p:nvGraphicFramePr>
          <p:cNvPr id="532" name="Google Shape;532;p34"/>
          <p:cNvGraphicFramePr/>
          <p:nvPr/>
        </p:nvGraphicFramePr>
        <p:xfrm>
          <a:off x="5561012" y="36322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r:id="rId13" imgW="906462" imgH="711200" progId="MS_ClipArt_Gallery">
                  <p:embed/>
                </p:oleObj>
              </mc:Choice>
              <mc:Fallback>
                <p:oleObj r:id="rId13" imgW="906462" imgH="711200" progId="MS_ClipArt_Gallery">
                  <p:embed/>
                  <p:pic>
                    <p:nvPicPr>
                      <p:cNvPr id="532" name="Google Shape;532;p3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561012" y="36322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3" name="Google Shape;533;p34"/>
          <p:cNvCxnSpPr/>
          <p:nvPr/>
        </p:nvCxnSpPr>
        <p:spPr>
          <a:xfrm>
            <a:off x="5006975" y="3498850"/>
            <a:ext cx="830262" cy="0"/>
          </a:xfrm>
          <a:prstGeom prst="straightConnector1">
            <a:avLst/>
          </a:prstGeom>
          <a:noFill/>
          <a:ln w="1016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534" name="Google Shape;534;p34"/>
          <p:cNvGrpSpPr/>
          <p:nvPr/>
        </p:nvGrpSpPr>
        <p:grpSpPr>
          <a:xfrm>
            <a:off x="5843587" y="3433762"/>
            <a:ext cx="350837" cy="201612"/>
            <a:chOff x="3681" y="2163"/>
            <a:chExt cx="221" cy="127"/>
          </a:xfrm>
        </p:grpSpPr>
        <p:sp>
          <p:nvSpPr>
            <p:cNvPr id="535" name="Google Shape;535;p34"/>
            <p:cNvSpPr/>
            <p:nvPr/>
          </p:nvSpPr>
          <p:spPr>
            <a:xfrm>
              <a:off x="3723" y="2182"/>
              <a:ext cx="139" cy="69"/>
            </a:xfrm>
            <a:custGeom>
              <a:avLst/>
              <a:gdLst/>
              <a:ahLst/>
              <a:cxnLst/>
              <a:rect l="l" t="t" r="r" b="b"/>
              <a:pathLst>
                <a:path w="139" h="69" extrusionOk="0">
                  <a:moveTo>
                    <a:pt x="138" y="0"/>
                  </a:moveTo>
                  <a:lnTo>
                    <a:pt x="138" y="48"/>
                  </a:lnTo>
                  <a:lnTo>
                    <a:pt x="97" y="48"/>
                  </a:lnTo>
                  <a:lnTo>
                    <a:pt x="97" y="68"/>
                  </a:lnTo>
                  <a:lnTo>
                    <a:pt x="41" y="68"/>
                  </a:lnTo>
                  <a:lnTo>
                    <a:pt x="41" y="48"/>
                  </a:lnTo>
                  <a:lnTo>
                    <a:pt x="0" y="48"/>
                  </a:lnTo>
                  <a:lnTo>
                    <a:pt x="0" y="0"/>
                  </a:lnTo>
                  <a:lnTo>
                    <a:pt x="138" y="0"/>
                  </a:lnTo>
                </a:path>
              </a:pathLst>
            </a:custGeom>
            <a:solidFill>
              <a:srgbClr val="FF9900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6" name="Google Shape;536;p34"/>
            <p:cNvSpPr/>
            <p:nvPr/>
          </p:nvSpPr>
          <p:spPr>
            <a:xfrm>
              <a:off x="3865" y="2163"/>
              <a:ext cx="37" cy="83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7" name="Google Shape;537;p34"/>
            <p:cNvSpPr/>
            <p:nvPr/>
          </p:nvSpPr>
          <p:spPr>
            <a:xfrm>
              <a:off x="3750" y="2254"/>
              <a:ext cx="82" cy="36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8" name="Google Shape;538;p34"/>
            <p:cNvSpPr/>
            <p:nvPr/>
          </p:nvSpPr>
          <p:spPr>
            <a:xfrm>
              <a:off x="3681" y="2163"/>
              <a:ext cx="38" cy="83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39" name="Google Shape;539;p34"/>
          <p:cNvSpPr/>
          <p:nvPr/>
        </p:nvSpPr>
        <p:spPr>
          <a:xfrm>
            <a:off x="7169150" y="4121150"/>
            <a:ext cx="292100" cy="139700"/>
          </a:xfrm>
          <a:prstGeom prst="rect">
            <a:avLst/>
          </a:prstGeom>
          <a:solidFill>
            <a:schemeClr val="hlink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5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 </a:t>
            </a:r>
            <a:endParaRPr/>
          </a:p>
        </p:txBody>
      </p:sp>
      <p:sp>
        <p:nvSpPr>
          <p:cNvPr id="545" name="Google Shape;545;p35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Tipos de cabo de par trançado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Unshielded Twisted Pair (UTP) - Par trançado não blindado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pares de fios 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par é trançado independentemente</a:t>
            </a:r>
            <a:endParaRPr/>
          </a:p>
        </p:txBody>
      </p:sp>
      <p:grpSp>
        <p:nvGrpSpPr>
          <p:cNvPr id="546" name="Google Shape;546;p35"/>
          <p:cNvGrpSpPr/>
          <p:nvPr/>
        </p:nvGrpSpPr>
        <p:grpSpPr>
          <a:xfrm>
            <a:off x="1042987" y="4327525"/>
            <a:ext cx="3378200" cy="385762"/>
            <a:chOff x="240" y="2736"/>
            <a:chExt cx="2545" cy="241"/>
          </a:xfrm>
        </p:grpSpPr>
        <p:grpSp>
          <p:nvGrpSpPr>
            <p:cNvPr id="547" name="Google Shape;547;p35"/>
            <p:cNvGrpSpPr/>
            <p:nvPr/>
          </p:nvGrpSpPr>
          <p:grpSpPr>
            <a:xfrm>
              <a:off x="240" y="2736"/>
              <a:ext cx="1273" cy="241"/>
              <a:chOff x="240" y="2736"/>
              <a:chExt cx="1273" cy="241"/>
            </a:xfrm>
          </p:grpSpPr>
          <p:cxnSp>
            <p:nvCxnSpPr>
              <p:cNvPr id="548" name="Google Shape;548;p35"/>
              <p:cNvCxnSpPr/>
              <p:nvPr/>
            </p:nvCxnSpPr>
            <p:spPr>
              <a:xfrm>
                <a:off x="240" y="2736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49" name="Google Shape;549;p35"/>
              <p:cNvCxnSpPr/>
              <p:nvPr/>
            </p:nvCxnSpPr>
            <p:spPr>
              <a:xfrm rot="10800000">
                <a:off x="571" y="285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50" name="Google Shape;550;p35"/>
              <p:cNvCxnSpPr/>
              <p:nvPr/>
            </p:nvCxnSpPr>
            <p:spPr>
              <a:xfrm rot="10800000">
                <a:off x="851" y="285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51" name="Google Shape;551;p35"/>
              <p:cNvCxnSpPr/>
              <p:nvPr/>
            </p:nvCxnSpPr>
            <p:spPr>
              <a:xfrm>
                <a:off x="1182" y="273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552" name="Google Shape;552;p35"/>
            <p:cNvGrpSpPr/>
            <p:nvPr/>
          </p:nvGrpSpPr>
          <p:grpSpPr>
            <a:xfrm>
              <a:off x="1512" y="2737"/>
              <a:ext cx="1273" cy="240"/>
              <a:chOff x="1512" y="2737"/>
              <a:chExt cx="1273" cy="240"/>
            </a:xfrm>
          </p:grpSpPr>
          <p:cxnSp>
            <p:nvCxnSpPr>
              <p:cNvPr id="553" name="Google Shape;553;p35"/>
              <p:cNvCxnSpPr/>
              <p:nvPr/>
            </p:nvCxnSpPr>
            <p:spPr>
              <a:xfrm>
                <a:off x="1512" y="273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54" name="Google Shape;554;p35"/>
              <p:cNvCxnSpPr/>
              <p:nvPr/>
            </p:nvCxnSpPr>
            <p:spPr>
              <a:xfrm rot="10800000">
                <a:off x="1843" y="285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55" name="Google Shape;555;p35"/>
              <p:cNvCxnSpPr/>
              <p:nvPr/>
            </p:nvCxnSpPr>
            <p:spPr>
              <a:xfrm rot="10800000">
                <a:off x="2124" y="285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56" name="Google Shape;556;p35"/>
              <p:cNvCxnSpPr/>
              <p:nvPr/>
            </p:nvCxnSpPr>
            <p:spPr>
              <a:xfrm>
                <a:off x="2454" y="273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57" name="Google Shape;557;p35"/>
          <p:cNvGrpSpPr/>
          <p:nvPr/>
        </p:nvGrpSpPr>
        <p:grpSpPr>
          <a:xfrm>
            <a:off x="1044575" y="4329112"/>
            <a:ext cx="3375025" cy="384175"/>
            <a:chOff x="241" y="2737"/>
            <a:chExt cx="2543" cy="240"/>
          </a:xfrm>
        </p:grpSpPr>
        <p:grpSp>
          <p:nvGrpSpPr>
            <p:cNvPr id="558" name="Google Shape;558;p35"/>
            <p:cNvGrpSpPr/>
            <p:nvPr/>
          </p:nvGrpSpPr>
          <p:grpSpPr>
            <a:xfrm>
              <a:off x="241" y="2737"/>
              <a:ext cx="1271" cy="240"/>
              <a:chOff x="241" y="2737"/>
              <a:chExt cx="1271" cy="240"/>
            </a:xfrm>
          </p:grpSpPr>
          <p:cxnSp>
            <p:nvCxnSpPr>
              <p:cNvPr id="559" name="Google Shape;559;p35"/>
              <p:cNvCxnSpPr/>
              <p:nvPr/>
            </p:nvCxnSpPr>
            <p:spPr>
              <a:xfrm rot="10800000">
                <a:off x="241" y="285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60" name="Google Shape;560;p35"/>
              <p:cNvCxnSpPr/>
              <p:nvPr/>
            </p:nvCxnSpPr>
            <p:spPr>
              <a:xfrm>
                <a:off x="571" y="273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61" name="Google Shape;561;p35"/>
              <p:cNvCxnSpPr/>
              <p:nvPr/>
            </p:nvCxnSpPr>
            <p:spPr>
              <a:xfrm>
                <a:off x="850" y="273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62" name="Google Shape;562;p35"/>
              <p:cNvCxnSpPr/>
              <p:nvPr/>
            </p:nvCxnSpPr>
            <p:spPr>
              <a:xfrm rot="10800000">
                <a:off x="1181" y="285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563" name="Google Shape;563;p35"/>
            <p:cNvGrpSpPr/>
            <p:nvPr/>
          </p:nvGrpSpPr>
          <p:grpSpPr>
            <a:xfrm>
              <a:off x="1513" y="2737"/>
              <a:ext cx="1271" cy="240"/>
              <a:chOff x="1513" y="2737"/>
              <a:chExt cx="1271" cy="240"/>
            </a:xfrm>
          </p:grpSpPr>
          <p:cxnSp>
            <p:nvCxnSpPr>
              <p:cNvPr id="564" name="Google Shape;564;p35"/>
              <p:cNvCxnSpPr/>
              <p:nvPr/>
            </p:nvCxnSpPr>
            <p:spPr>
              <a:xfrm rot="10800000">
                <a:off x="1513" y="285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65" name="Google Shape;565;p35"/>
              <p:cNvCxnSpPr/>
              <p:nvPr/>
            </p:nvCxnSpPr>
            <p:spPr>
              <a:xfrm>
                <a:off x="1844" y="273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66" name="Google Shape;566;p35"/>
              <p:cNvCxnSpPr/>
              <p:nvPr/>
            </p:nvCxnSpPr>
            <p:spPr>
              <a:xfrm>
                <a:off x="2124" y="273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67" name="Google Shape;567;p35"/>
              <p:cNvCxnSpPr/>
              <p:nvPr/>
            </p:nvCxnSpPr>
            <p:spPr>
              <a:xfrm rot="10800000">
                <a:off x="2453" y="2857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68" name="Google Shape;568;p35"/>
          <p:cNvGrpSpPr/>
          <p:nvPr/>
        </p:nvGrpSpPr>
        <p:grpSpPr>
          <a:xfrm>
            <a:off x="1042987" y="4868862"/>
            <a:ext cx="3378200" cy="384175"/>
            <a:chOff x="240" y="3073"/>
            <a:chExt cx="2545" cy="240"/>
          </a:xfrm>
        </p:grpSpPr>
        <p:grpSp>
          <p:nvGrpSpPr>
            <p:cNvPr id="569" name="Google Shape;569;p35"/>
            <p:cNvGrpSpPr/>
            <p:nvPr/>
          </p:nvGrpSpPr>
          <p:grpSpPr>
            <a:xfrm>
              <a:off x="240" y="3073"/>
              <a:ext cx="1273" cy="240"/>
              <a:chOff x="240" y="3073"/>
              <a:chExt cx="1273" cy="240"/>
            </a:xfrm>
          </p:grpSpPr>
          <p:cxnSp>
            <p:nvCxnSpPr>
              <p:cNvPr id="570" name="Google Shape;570;p35"/>
              <p:cNvCxnSpPr/>
              <p:nvPr/>
            </p:nvCxnSpPr>
            <p:spPr>
              <a:xfrm>
                <a:off x="240" y="307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71" name="Google Shape;571;p35"/>
              <p:cNvCxnSpPr/>
              <p:nvPr/>
            </p:nvCxnSpPr>
            <p:spPr>
              <a:xfrm rot="10800000">
                <a:off x="571" y="319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72" name="Google Shape;572;p35"/>
              <p:cNvCxnSpPr/>
              <p:nvPr/>
            </p:nvCxnSpPr>
            <p:spPr>
              <a:xfrm rot="10800000">
                <a:off x="851" y="319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73" name="Google Shape;573;p35"/>
              <p:cNvCxnSpPr/>
              <p:nvPr/>
            </p:nvCxnSpPr>
            <p:spPr>
              <a:xfrm>
                <a:off x="1182" y="307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574" name="Google Shape;574;p35"/>
            <p:cNvGrpSpPr/>
            <p:nvPr/>
          </p:nvGrpSpPr>
          <p:grpSpPr>
            <a:xfrm>
              <a:off x="1512" y="3073"/>
              <a:ext cx="1273" cy="240"/>
              <a:chOff x="1512" y="3073"/>
              <a:chExt cx="1273" cy="240"/>
            </a:xfrm>
          </p:grpSpPr>
          <p:cxnSp>
            <p:nvCxnSpPr>
              <p:cNvPr id="575" name="Google Shape;575;p35"/>
              <p:cNvCxnSpPr/>
              <p:nvPr/>
            </p:nvCxnSpPr>
            <p:spPr>
              <a:xfrm>
                <a:off x="1512" y="307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76" name="Google Shape;576;p35"/>
              <p:cNvCxnSpPr/>
              <p:nvPr/>
            </p:nvCxnSpPr>
            <p:spPr>
              <a:xfrm rot="10800000">
                <a:off x="1843" y="319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77" name="Google Shape;577;p35"/>
              <p:cNvCxnSpPr/>
              <p:nvPr/>
            </p:nvCxnSpPr>
            <p:spPr>
              <a:xfrm rot="10800000">
                <a:off x="2124" y="319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78" name="Google Shape;578;p35"/>
              <p:cNvCxnSpPr/>
              <p:nvPr/>
            </p:nvCxnSpPr>
            <p:spPr>
              <a:xfrm>
                <a:off x="2454" y="307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79" name="Google Shape;579;p35"/>
          <p:cNvGrpSpPr/>
          <p:nvPr/>
        </p:nvGrpSpPr>
        <p:grpSpPr>
          <a:xfrm>
            <a:off x="1044575" y="4868862"/>
            <a:ext cx="3375025" cy="384175"/>
            <a:chOff x="241" y="3073"/>
            <a:chExt cx="2543" cy="240"/>
          </a:xfrm>
        </p:grpSpPr>
        <p:grpSp>
          <p:nvGrpSpPr>
            <p:cNvPr id="580" name="Google Shape;580;p35"/>
            <p:cNvGrpSpPr/>
            <p:nvPr/>
          </p:nvGrpSpPr>
          <p:grpSpPr>
            <a:xfrm>
              <a:off x="241" y="3073"/>
              <a:ext cx="1271" cy="240"/>
              <a:chOff x="241" y="3073"/>
              <a:chExt cx="1271" cy="240"/>
            </a:xfrm>
          </p:grpSpPr>
          <p:cxnSp>
            <p:nvCxnSpPr>
              <p:cNvPr id="581" name="Google Shape;581;p35"/>
              <p:cNvCxnSpPr/>
              <p:nvPr/>
            </p:nvCxnSpPr>
            <p:spPr>
              <a:xfrm rot="10800000">
                <a:off x="241" y="319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82" name="Google Shape;582;p35"/>
              <p:cNvCxnSpPr/>
              <p:nvPr/>
            </p:nvCxnSpPr>
            <p:spPr>
              <a:xfrm>
                <a:off x="571" y="307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83" name="Google Shape;583;p35"/>
              <p:cNvCxnSpPr/>
              <p:nvPr/>
            </p:nvCxnSpPr>
            <p:spPr>
              <a:xfrm>
                <a:off x="850" y="307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84" name="Google Shape;584;p35"/>
              <p:cNvCxnSpPr/>
              <p:nvPr/>
            </p:nvCxnSpPr>
            <p:spPr>
              <a:xfrm rot="10800000">
                <a:off x="1181" y="319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585" name="Google Shape;585;p35"/>
            <p:cNvGrpSpPr/>
            <p:nvPr/>
          </p:nvGrpSpPr>
          <p:grpSpPr>
            <a:xfrm>
              <a:off x="1513" y="3073"/>
              <a:ext cx="1271" cy="240"/>
              <a:chOff x="1513" y="3073"/>
              <a:chExt cx="1271" cy="240"/>
            </a:xfrm>
          </p:grpSpPr>
          <p:cxnSp>
            <p:nvCxnSpPr>
              <p:cNvPr id="586" name="Google Shape;586;p35"/>
              <p:cNvCxnSpPr/>
              <p:nvPr/>
            </p:nvCxnSpPr>
            <p:spPr>
              <a:xfrm rot="10800000">
                <a:off x="1513" y="319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87" name="Google Shape;587;p35"/>
              <p:cNvCxnSpPr/>
              <p:nvPr/>
            </p:nvCxnSpPr>
            <p:spPr>
              <a:xfrm>
                <a:off x="1844" y="307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88" name="Google Shape;588;p35"/>
              <p:cNvCxnSpPr/>
              <p:nvPr/>
            </p:nvCxnSpPr>
            <p:spPr>
              <a:xfrm>
                <a:off x="2124" y="307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89" name="Google Shape;589;p35"/>
              <p:cNvCxnSpPr/>
              <p:nvPr/>
            </p:nvCxnSpPr>
            <p:spPr>
              <a:xfrm rot="10800000">
                <a:off x="2453" y="3193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90" name="Google Shape;590;p35"/>
          <p:cNvGrpSpPr/>
          <p:nvPr/>
        </p:nvGrpSpPr>
        <p:grpSpPr>
          <a:xfrm>
            <a:off x="1042987" y="3789362"/>
            <a:ext cx="3378200" cy="385762"/>
            <a:chOff x="240" y="2401"/>
            <a:chExt cx="2545" cy="240"/>
          </a:xfrm>
        </p:grpSpPr>
        <p:grpSp>
          <p:nvGrpSpPr>
            <p:cNvPr id="591" name="Google Shape;591;p35"/>
            <p:cNvGrpSpPr/>
            <p:nvPr/>
          </p:nvGrpSpPr>
          <p:grpSpPr>
            <a:xfrm>
              <a:off x="240" y="2401"/>
              <a:ext cx="1273" cy="240"/>
              <a:chOff x="240" y="2401"/>
              <a:chExt cx="1273" cy="240"/>
            </a:xfrm>
          </p:grpSpPr>
          <p:cxnSp>
            <p:nvCxnSpPr>
              <p:cNvPr id="592" name="Google Shape;592;p35"/>
              <p:cNvCxnSpPr/>
              <p:nvPr/>
            </p:nvCxnSpPr>
            <p:spPr>
              <a:xfrm>
                <a:off x="240" y="2401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93" name="Google Shape;593;p35"/>
              <p:cNvCxnSpPr/>
              <p:nvPr/>
            </p:nvCxnSpPr>
            <p:spPr>
              <a:xfrm rot="10800000">
                <a:off x="571" y="2521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94" name="Google Shape;594;p35"/>
              <p:cNvCxnSpPr/>
              <p:nvPr/>
            </p:nvCxnSpPr>
            <p:spPr>
              <a:xfrm rot="10800000">
                <a:off x="851" y="2521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95" name="Google Shape;595;p35"/>
              <p:cNvCxnSpPr/>
              <p:nvPr/>
            </p:nvCxnSpPr>
            <p:spPr>
              <a:xfrm>
                <a:off x="1182" y="2401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596" name="Google Shape;596;p35"/>
            <p:cNvGrpSpPr/>
            <p:nvPr/>
          </p:nvGrpSpPr>
          <p:grpSpPr>
            <a:xfrm>
              <a:off x="1512" y="2401"/>
              <a:ext cx="1273" cy="240"/>
              <a:chOff x="1512" y="2401"/>
              <a:chExt cx="1273" cy="240"/>
            </a:xfrm>
          </p:grpSpPr>
          <p:cxnSp>
            <p:nvCxnSpPr>
              <p:cNvPr id="597" name="Google Shape;597;p35"/>
              <p:cNvCxnSpPr/>
              <p:nvPr/>
            </p:nvCxnSpPr>
            <p:spPr>
              <a:xfrm>
                <a:off x="1512" y="2401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98" name="Google Shape;598;p35"/>
              <p:cNvCxnSpPr/>
              <p:nvPr/>
            </p:nvCxnSpPr>
            <p:spPr>
              <a:xfrm rot="10800000">
                <a:off x="1843" y="2521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99" name="Google Shape;599;p35"/>
              <p:cNvCxnSpPr/>
              <p:nvPr/>
            </p:nvCxnSpPr>
            <p:spPr>
              <a:xfrm rot="10800000">
                <a:off x="2124" y="2521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00" name="Google Shape;600;p35"/>
              <p:cNvCxnSpPr/>
              <p:nvPr/>
            </p:nvCxnSpPr>
            <p:spPr>
              <a:xfrm>
                <a:off x="2454" y="2401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01" name="Google Shape;601;p35"/>
          <p:cNvGrpSpPr/>
          <p:nvPr/>
        </p:nvGrpSpPr>
        <p:grpSpPr>
          <a:xfrm>
            <a:off x="1044575" y="3789362"/>
            <a:ext cx="1687512" cy="385762"/>
            <a:chOff x="241" y="2401"/>
            <a:chExt cx="1271" cy="240"/>
          </a:xfrm>
        </p:grpSpPr>
        <p:cxnSp>
          <p:nvCxnSpPr>
            <p:cNvPr id="602" name="Google Shape;602;p35"/>
            <p:cNvCxnSpPr/>
            <p:nvPr/>
          </p:nvCxnSpPr>
          <p:spPr>
            <a:xfrm rot="10800000">
              <a:off x="241" y="2521"/>
              <a:ext cx="331" cy="120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03" name="Google Shape;603;p35"/>
            <p:cNvCxnSpPr/>
            <p:nvPr/>
          </p:nvCxnSpPr>
          <p:spPr>
            <a:xfrm>
              <a:off x="571" y="2401"/>
              <a:ext cx="331" cy="120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04" name="Google Shape;604;p35"/>
            <p:cNvCxnSpPr/>
            <p:nvPr/>
          </p:nvCxnSpPr>
          <p:spPr>
            <a:xfrm>
              <a:off x="850" y="2401"/>
              <a:ext cx="331" cy="120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05" name="Google Shape;605;p35"/>
            <p:cNvCxnSpPr/>
            <p:nvPr/>
          </p:nvCxnSpPr>
          <p:spPr>
            <a:xfrm rot="10800000">
              <a:off x="1181" y="2521"/>
              <a:ext cx="331" cy="120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606" name="Google Shape;606;p35"/>
          <p:cNvGrpSpPr/>
          <p:nvPr/>
        </p:nvGrpSpPr>
        <p:grpSpPr>
          <a:xfrm>
            <a:off x="2732087" y="3789362"/>
            <a:ext cx="1687512" cy="385762"/>
            <a:chOff x="1513" y="2401"/>
            <a:chExt cx="1271" cy="240"/>
          </a:xfrm>
        </p:grpSpPr>
        <p:cxnSp>
          <p:nvCxnSpPr>
            <p:cNvPr id="607" name="Google Shape;607;p35"/>
            <p:cNvCxnSpPr/>
            <p:nvPr/>
          </p:nvCxnSpPr>
          <p:spPr>
            <a:xfrm rot="10800000">
              <a:off x="1513" y="2521"/>
              <a:ext cx="331" cy="120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08" name="Google Shape;608;p35"/>
            <p:cNvCxnSpPr/>
            <p:nvPr/>
          </p:nvCxnSpPr>
          <p:spPr>
            <a:xfrm>
              <a:off x="1844" y="2401"/>
              <a:ext cx="331" cy="120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09" name="Google Shape;609;p35"/>
            <p:cNvCxnSpPr/>
            <p:nvPr/>
          </p:nvCxnSpPr>
          <p:spPr>
            <a:xfrm>
              <a:off x="2124" y="2401"/>
              <a:ext cx="331" cy="120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10" name="Google Shape;610;p35"/>
            <p:cNvCxnSpPr/>
            <p:nvPr/>
          </p:nvCxnSpPr>
          <p:spPr>
            <a:xfrm rot="10800000">
              <a:off x="2453" y="2521"/>
              <a:ext cx="331" cy="120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611" name="Google Shape;611;p35"/>
          <p:cNvGrpSpPr/>
          <p:nvPr/>
        </p:nvGrpSpPr>
        <p:grpSpPr>
          <a:xfrm>
            <a:off x="1042987" y="5407025"/>
            <a:ext cx="3378200" cy="385762"/>
            <a:chOff x="240" y="3409"/>
            <a:chExt cx="2545" cy="240"/>
          </a:xfrm>
        </p:grpSpPr>
        <p:grpSp>
          <p:nvGrpSpPr>
            <p:cNvPr id="612" name="Google Shape;612;p35"/>
            <p:cNvGrpSpPr/>
            <p:nvPr/>
          </p:nvGrpSpPr>
          <p:grpSpPr>
            <a:xfrm>
              <a:off x="240" y="3409"/>
              <a:ext cx="1273" cy="240"/>
              <a:chOff x="240" y="3409"/>
              <a:chExt cx="1273" cy="240"/>
            </a:xfrm>
          </p:grpSpPr>
          <p:cxnSp>
            <p:nvCxnSpPr>
              <p:cNvPr id="613" name="Google Shape;613;p35"/>
              <p:cNvCxnSpPr/>
              <p:nvPr/>
            </p:nvCxnSpPr>
            <p:spPr>
              <a:xfrm>
                <a:off x="240" y="340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14" name="Google Shape;614;p35"/>
              <p:cNvCxnSpPr/>
              <p:nvPr/>
            </p:nvCxnSpPr>
            <p:spPr>
              <a:xfrm rot="10800000">
                <a:off x="571" y="352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35"/>
              <p:cNvCxnSpPr/>
              <p:nvPr/>
            </p:nvCxnSpPr>
            <p:spPr>
              <a:xfrm rot="10800000">
                <a:off x="851" y="352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35"/>
              <p:cNvCxnSpPr/>
              <p:nvPr/>
            </p:nvCxnSpPr>
            <p:spPr>
              <a:xfrm>
                <a:off x="1182" y="340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617" name="Google Shape;617;p35"/>
            <p:cNvGrpSpPr/>
            <p:nvPr/>
          </p:nvGrpSpPr>
          <p:grpSpPr>
            <a:xfrm>
              <a:off x="1512" y="3409"/>
              <a:ext cx="1273" cy="240"/>
              <a:chOff x="1512" y="3409"/>
              <a:chExt cx="1273" cy="240"/>
            </a:xfrm>
          </p:grpSpPr>
          <p:cxnSp>
            <p:nvCxnSpPr>
              <p:cNvPr id="618" name="Google Shape;618;p35"/>
              <p:cNvCxnSpPr/>
              <p:nvPr/>
            </p:nvCxnSpPr>
            <p:spPr>
              <a:xfrm>
                <a:off x="1512" y="340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19" name="Google Shape;619;p35"/>
              <p:cNvCxnSpPr/>
              <p:nvPr/>
            </p:nvCxnSpPr>
            <p:spPr>
              <a:xfrm rot="10800000">
                <a:off x="1843" y="352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20" name="Google Shape;620;p35"/>
              <p:cNvCxnSpPr/>
              <p:nvPr/>
            </p:nvCxnSpPr>
            <p:spPr>
              <a:xfrm rot="10800000">
                <a:off x="2124" y="352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35"/>
              <p:cNvCxnSpPr/>
              <p:nvPr/>
            </p:nvCxnSpPr>
            <p:spPr>
              <a:xfrm>
                <a:off x="2454" y="340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2" name="Google Shape;622;p35"/>
          <p:cNvGrpSpPr/>
          <p:nvPr/>
        </p:nvGrpSpPr>
        <p:grpSpPr>
          <a:xfrm>
            <a:off x="1044575" y="5407025"/>
            <a:ext cx="3375025" cy="385762"/>
            <a:chOff x="241" y="3409"/>
            <a:chExt cx="2543" cy="240"/>
          </a:xfrm>
        </p:grpSpPr>
        <p:grpSp>
          <p:nvGrpSpPr>
            <p:cNvPr id="623" name="Google Shape;623;p35"/>
            <p:cNvGrpSpPr/>
            <p:nvPr/>
          </p:nvGrpSpPr>
          <p:grpSpPr>
            <a:xfrm>
              <a:off x="241" y="3409"/>
              <a:ext cx="1271" cy="240"/>
              <a:chOff x="241" y="3409"/>
              <a:chExt cx="1271" cy="240"/>
            </a:xfrm>
          </p:grpSpPr>
          <p:cxnSp>
            <p:nvCxnSpPr>
              <p:cNvPr id="624" name="Google Shape;624;p35"/>
              <p:cNvCxnSpPr/>
              <p:nvPr/>
            </p:nvCxnSpPr>
            <p:spPr>
              <a:xfrm rot="10800000">
                <a:off x="241" y="352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25" name="Google Shape;625;p35"/>
              <p:cNvCxnSpPr/>
              <p:nvPr/>
            </p:nvCxnSpPr>
            <p:spPr>
              <a:xfrm>
                <a:off x="571" y="340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26" name="Google Shape;626;p35"/>
              <p:cNvCxnSpPr/>
              <p:nvPr/>
            </p:nvCxnSpPr>
            <p:spPr>
              <a:xfrm>
                <a:off x="850" y="340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27" name="Google Shape;627;p35"/>
              <p:cNvCxnSpPr/>
              <p:nvPr/>
            </p:nvCxnSpPr>
            <p:spPr>
              <a:xfrm rot="10800000">
                <a:off x="1181" y="352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628" name="Google Shape;628;p35"/>
            <p:cNvGrpSpPr/>
            <p:nvPr/>
          </p:nvGrpSpPr>
          <p:grpSpPr>
            <a:xfrm>
              <a:off x="1513" y="3409"/>
              <a:ext cx="1271" cy="240"/>
              <a:chOff x="1513" y="3409"/>
              <a:chExt cx="1271" cy="240"/>
            </a:xfrm>
          </p:grpSpPr>
          <p:cxnSp>
            <p:nvCxnSpPr>
              <p:cNvPr id="629" name="Google Shape;629;p35"/>
              <p:cNvCxnSpPr/>
              <p:nvPr/>
            </p:nvCxnSpPr>
            <p:spPr>
              <a:xfrm rot="10800000">
                <a:off x="1513" y="352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30" name="Google Shape;630;p35"/>
              <p:cNvCxnSpPr/>
              <p:nvPr/>
            </p:nvCxnSpPr>
            <p:spPr>
              <a:xfrm>
                <a:off x="1844" y="340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31" name="Google Shape;631;p35"/>
              <p:cNvCxnSpPr/>
              <p:nvPr/>
            </p:nvCxnSpPr>
            <p:spPr>
              <a:xfrm>
                <a:off x="2124" y="340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32" name="Google Shape;632;p35"/>
              <p:cNvCxnSpPr/>
              <p:nvPr/>
            </p:nvCxnSpPr>
            <p:spPr>
              <a:xfrm rot="10800000">
                <a:off x="2453" y="3529"/>
                <a:ext cx="331" cy="120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33" name="Google Shape;633;p35"/>
          <p:cNvGrpSpPr/>
          <p:nvPr/>
        </p:nvGrpSpPr>
        <p:grpSpPr>
          <a:xfrm>
            <a:off x="4421187" y="3735387"/>
            <a:ext cx="1978025" cy="2268537"/>
            <a:chOff x="2785" y="2353"/>
            <a:chExt cx="1246" cy="1429"/>
          </a:xfrm>
        </p:grpSpPr>
        <p:sp>
          <p:nvSpPr>
            <p:cNvPr id="634" name="Google Shape;634;p35"/>
            <p:cNvSpPr txBox="1"/>
            <p:nvPr/>
          </p:nvSpPr>
          <p:spPr>
            <a:xfrm>
              <a:off x="2785" y="2353"/>
              <a:ext cx="1246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Branco-Verde</a:t>
              </a:r>
              <a:endParaRPr/>
            </a:p>
          </p:txBody>
        </p:sp>
        <p:sp>
          <p:nvSpPr>
            <p:cNvPr id="635" name="Google Shape;635;p35"/>
            <p:cNvSpPr txBox="1"/>
            <p:nvPr/>
          </p:nvSpPr>
          <p:spPr>
            <a:xfrm>
              <a:off x="2785" y="2497"/>
              <a:ext cx="1246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Verde</a:t>
              </a:r>
              <a:endParaRPr/>
            </a:p>
          </p:txBody>
        </p:sp>
        <p:sp>
          <p:nvSpPr>
            <p:cNvPr id="636" name="Google Shape;636;p35"/>
            <p:cNvSpPr txBox="1"/>
            <p:nvPr/>
          </p:nvSpPr>
          <p:spPr>
            <a:xfrm>
              <a:off x="2785" y="2689"/>
              <a:ext cx="1246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Branco-Laranja</a:t>
              </a:r>
              <a:endParaRPr/>
            </a:p>
          </p:txBody>
        </p:sp>
        <p:sp>
          <p:nvSpPr>
            <p:cNvPr id="637" name="Google Shape;637;p35"/>
            <p:cNvSpPr txBox="1"/>
            <p:nvPr/>
          </p:nvSpPr>
          <p:spPr>
            <a:xfrm>
              <a:off x="2785" y="2833"/>
              <a:ext cx="1246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Laranja</a:t>
              </a:r>
              <a:endParaRPr/>
            </a:p>
          </p:txBody>
        </p:sp>
        <p:sp>
          <p:nvSpPr>
            <p:cNvPr id="638" name="Google Shape;638;p35"/>
            <p:cNvSpPr txBox="1"/>
            <p:nvPr/>
          </p:nvSpPr>
          <p:spPr>
            <a:xfrm>
              <a:off x="2785" y="3025"/>
              <a:ext cx="1246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Branco-Azul</a:t>
              </a:r>
              <a:endParaRPr/>
            </a:p>
          </p:txBody>
        </p:sp>
        <p:sp>
          <p:nvSpPr>
            <p:cNvPr id="639" name="Google Shape;639;p35"/>
            <p:cNvSpPr txBox="1"/>
            <p:nvPr/>
          </p:nvSpPr>
          <p:spPr>
            <a:xfrm>
              <a:off x="2785" y="3169"/>
              <a:ext cx="1246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Azul</a:t>
              </a:r>
              <a:endParaRPr/>
            </a:p>
          </p:txBody>
        </p:sp>
        <p:sp>
          <p:nvSpPr>
            <p:cNvPr id="640" name="Google Shape;640;p35"/>
            <p:cNvSpPr txBox="1"/>
            <p:nvPr/>
          </p:nvSpPr>
          <p:spPr>
            <a:xfrm>
              <a:off x="2785" y="3409"/>
              <a:ext cx="1246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Branco-Marrom</a:t>
              </a:r>
              <a:endParaRPr/>
            </a:p>
          </p:txBody>
        </p:sp>
        <p:sp>
          <p:nvSpPr>
            <p:cNvPr id="641" name="Google Shape;641;p35"/>
            <p:cNvSpPr txBox="1"/>
            <p:nvPr/>
          </p:nvSpPr>
          <p:spPr>
            <a:xfrm>
              <a:off x="2785" y="3553"/>
              <a:ext cx="1246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Marrom</a:t>
              </a:r>
              <a:endParaRPr/>
            </a:p>
          </p:txBody>
        </p:sp>
      </p:grpSp>
      <p:cxnSp>
        <p:nvCxnSpPr>
          <p:cNvPr id="642" name="Google Shape;642;p35"/>
          <p:cNvCxnSpPr/>
          <p:nvPr/>
        </p:nvCxnSpPr>
        <p:spPr>
          <a:xfrm>
            <a:off x="971550" y="3573462"/>
            <a:ext cx="5962650" cy="7937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3" name="Google Shape;643;p35"/>
          <p:cNvCxnSpPr/>
          <p:nvPr/>
        </p:nvCxnSpPr>
        <p:spPr>
          <a:xfrm rot="10800000" flipH="1">
            <a:off x="971550" y="6019800"/>
            <a:ext cx="6038850" cy="1587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644" name="Google Shape;644;p35"/>
          <p:cNvGrpSpPr/>
          <p:nvPr/>
        </p:nvGrpSpPr>
        <p:grpSpPr>
          <a:xfrm>
            <a:off x="6197600" y="3581400"/>
            <a:ext cx="2844800" cy="2438400"/>
            <a:chOff x="3904" y="2256"/>
            <a:chExt cx="1792" cy="1536"/>
          </a:xfrm>
        </p:grpSpPr>
        <p:sp>
          <p:nvSpPr>
            <p:cNvPr id="645" name="Google Shape;645;p35"/>
            <p:cNvSpPr/>
            <p:nvPr/>
          </p:nvSpPr>
          <p:spPr>
            <a:xfrm>
              <a:off x="4752" y="2256"/>
              <a:ext cx="672" cy="153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6" name="Google Shape;646;p35"/>
            <p:cNvSpPr/>
            <p:nvPr/>
          </p:nvSpPr>
          <p:spPr>
            <a:xfrm>
              <a:off x="5200" y="2272"/>
              <a:ext cx="496" cy="1504"/>
            </a:xfrm>
            <a:prstGeom prst="ellipse">
              <a:avLst/>
            </a:prstGeom>
            <a:solidFill>
              <a:schemeClr val="lt2"/>
            </a:solidFill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7" name="Google Shape;647;p35"/>
            <p:cNvSpPr/>
            <p:nvPr/>
          </p:nvSpPr>
          <p:spPr>
            <a:xfrm>
              <a:off x="3904" y="2272"/>
              <a:ext cx="496" cy="1504"/>
            </a:xfrm>
            <a:prstGeom prst="ellipse">
              <a:avLst/>
            </a:prstGeom>
            <a:solidFill>
              <a:schemeClr val="lt2"/>
            </a:solidFill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8" name="Google Shape;648;p35"/>
            <p:cNvSpPr/>
            <p:nvPr/>
          </p:nvSpPr>
          <p:spPr>
            <a:xfrm>
              <a:off x="4128" y="2256"/>
              <a:ext cx="624" cy="153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49" name="Google Shape;649;p35"/>
            <p:cNvCxnSpPr/>
            <p:nvPr/>
          </p:nvCxnSpPr>
          <p:spPr>
            <a:xfrm rot="10800000">
              <a:off x="4128" y="2256"/>
              <a:ext cx="1344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50" name="Google Shape;650;p35"/>
            <p:cNvCxnSpPr/>
            <p:nvPr/>
          </p:nvCxnSpPr>
          <p:spPr>
            <a:xfrm rot="10800000">
              <a:off x="4128" y="3792"/>
              <a:ext cx="1344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6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656" name="Google Shape;656;p36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Tipos de cabo de par trançado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Shielded Twisted Pair (STP) - Par trançado blindado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pares de fios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par é trançado independentemente</a:t>
            </a:r>
            <a:endParaRPr/>
          </a:p>
          <a:p>
            <a:pPr marL="342900" marR="0" lvl="0" indent="-2667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7" name="Google Shape;657;p36"/>
          <p:cNvGrpSpPr/>
          <p:nvPr/>
        </p:nvGrpSpPr>
        <p:grpSpPr>
          <a:xfrm>
            <a:off x="5103812" y="4465637"/>
            <a:ext cx="4005262" cy="349250"/>
            <a:chOff x="2950" y="3045"/>
            <a:chExt cx="2523" cy="220"/>
          </a:xfrm>
        </p:grpSpPr>
        <p:grpSp>
          <p:nvGrpSpPr>
            <p:cNvPr id="658" name="Google Shape;658;p36"/>
            <p:cNvGrpSpPr/>
            <p:nvPr/>
          </p:nvGrpSpPr>
          <p:grpSpPr>
            <a:xfrm>
              <a:off x="2950" y="3045"/>
              <a:ext cx="1262" cy="220"/>
              <a:chOff x="2950" y="3045"/>
              <a:chExt cx="1262" cy="220"/>
            </a:xfrm>
          </p:grpSpPr>
          <p:cxnSp>
            <p:nvCxnSpPr>
              <p:cNvPr id="659" name="Google Shape;659;p36"/>
              <p:cNvCxnSpPr/>
              <p:nvPr/>
            </p:nvCxnSpPr>
            <p:spPr>
              <a:xfrm>
                <a:off x="2950" y="3045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60" name="Google Shape;660;p36"/>
              <p:cNvCxnSpPr/>
              <p:nvPr/>
            </p:nvCxnSpPr>
            <p:spPr>
              <a:xfrm rot="10800000">
                <a:off x="3277" y="3155"/>
                <a:ext cx="329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61" name="Google Shape;661;p36"/>
              <p:cNvCxnSpPr/>
              <p:nvPr/>
            </p:nvCxnSpPr>
            <p:spPr>
              <a:xfrm rot="10800000">
                <a:off x="3556" y="3155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62" name="Google Shape;662;p36"/>
              <p:cNvCxnSpPr/>
              <p:nvPr/>
            </p:nvCxnSpPr>
            <p:spPr>
              <a:xfrm>
                <a:off x="3884" y="3046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663" name="Google Shape;663;p36"/>
            <p:cNvGrpSpPr/>
            <p:nvPr/>
          </p:nvGrpSpPr>
          <p:grpSpPr>
            <a:xfrm>
              <a:off x="4211" y="3046"/>
              <a:ext cx="1262" cy="219"/>
              <a:chOff x="4211" y="3046"/>
              <a:chExt cx="1262" cy="219"/>
            </a:xfrm>
          </p:grpSpPr>
          <p:cxnSp>
            <p:nvCxnSpPr>
              <p:cNvPr id="664" name="Google Shape;664;p36"/>
              <p:cNvCxnSpPr/>
              <p:nvPr/>
            </p:nvCxnSpPr>
            <p:spPr>
              <a:xfrm>
                <a:off x="4211" y="3046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65" name="Google Shape;665;p36"/>
              <p:cNvCxnSpPr/>
              <p:nvPr/>
            </p:nvCxnSpPr>
            <p:spPr>
              <a:xfrm rot="10800000">
                <a:off x="4539" y="3155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66" name="Google Shape;666;p36"/>
              <p:cNvCxnSpPr/>
              <p:nvPr/>
            </p:nvCxnSpPr>
            <p:spPr>
              <a:xfrm rot="10800000">
                <a:off x="4818" y="3155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67" name="Google Shape;667;p36"/>
              <p:cNvCxnSpPr/>
              <p:nvPr/>
            </p:nvCxnSpPr>
            <p:spPr>
              <a:xfrm>
                <a:off x="5145" y="3046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68" name="Google Shape;668;p36"/>
          <p:cNvGrpSpPr/>
          <p:nvPr/>
        </p:nvGrpSpPr>
        <p:grpSpPr>
          <a:xfrm>
            <a:off x="5105400" y="4467225"/>
            <a:ext cx="4002087" cy="347662"/>
            <a:chOff x="2951" y="3046"/>
            <a:chExt cx="2521" cy="219"/>
          </a:xfrm>
        </p:grpSpPr>
        <p:grpSp>
          <p:nvGrpSpPr>
            <p:cNvPr id="669" name="Google Shape;669;p36"/>
            <p:cNvGrpSpPr/>
            <p:nvPr/>
          </p:nvGrpSpPr>
          <p:grpSpPr>
            <a:xfrm>
              <a:off x="2951" y="3046"/>
              <a:ext cx="1260" cy="219"/>
              <a:chOff x="2951" y="3046"/>
              <a:chExt cx="1260" cy="219"/>
            </a:xfrm>
          </p:grpSpPr>
          <p:cxnSp>
            <p:nvCxnSpPr>
              <p:cNvPr id="670" name="Google Shape;670;p36"/>
              <p:cNvCxnSpPr/>
              <p:nvPr/>
            </p:nvCxnSpPr>
            <p:spPr>
              <a:xfrm rot="10800000">
                <a:off x="2951" y="3155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71" name="Google Shape;671;p36"/>
              <p:cNvCxnSpPr/>
              <p:nvPr/>
            </p:nvCxnSpPr>
            <p:spPr>
              <a:xfrm>
                <a:off x="3279" y="3046"/>
                <a:ext cx="327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72" name="Google Shape;672;p36"/>
              <p:cNvCxnSpPr/>
              <p:nvPr/>
            </p:nvCxnSpPr>
            <p:spPr>
              <a:xfrm>
                <a:off x="3555" y="3046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73" name="Google Shape;673;p36"/>
              <p:cNvCxnSpPr/>
              <p:nvPr/>
            </p:nvCxnSpPr>
            <p:spPr>
              <a:xfrm rot="10800000">
                <a:off x="3883" y="3155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674" name="Google Shape;674;p36"/>
            <p:cNvGrpSpPr/>
            <p:nvPr/>
          </p:nvGrpSpPr>
          <p:grpSpPr>
            <a:xfrm>
              <a:off x="4212" y="3046"/>
              <a:ext cx="1260" cy="219"/>
              <a:chOff x="4212" y="3046"/>
              <a:chExt cx="1260" cy="219"/>
            </a:xfrm>
          </p:grpSpPr>
          <p:cxnSp>
            <p:nvCxnSpPr>
              <p:cNvPr id="675" name="Google Shape;675;p36"/>
              <p:cNvCxnSpPr/>
              <p:nvPr/>
            </p:nvCxnSpPr>
            <p:spPr>
              <a:xfrm rot="10800000">
                <a:off x="4212" y="3155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76" name="Google Shape;676;p36"/>
              <p:cNvCxnSpPr/>
              <p:nvPr/>
            </p:nvCxnSpPr>
            <p:spPr>
              <a:xfrm>
                <a:off x="4540" y="3046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77" name="Google Shape;677;p36"/>
              <p:cNvCxnSpPr/>
              <p:nvPr/>
            </p:nvCxnSpPr>
            <p:spPr>
              <a:xfrm>
                <a:off x="4818" y="3046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78" name="Google Shape;678;p36"/>
              <p:cNvCxnSpPr/>
              <p:nvPr/>
            </p:nvCxnSpPr>
            <p:spPr>
              <a:xfrm rot="10800000">
                <a:off x="5144" y="3155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79" name="Google Shape;679;p36"/>
          <p:cNvGrpSpPr/>
          <p:nvPr/>
        </p:nvGrpSpPr>
        <p:grpSpPr>
          <a:xfrm>
            <a:off x="5103812" y="4954587"/>
            <a:ext cx="4005262" cy="347662"/>
            <a:chOff x="2950" y="3353"/>
            <a:chExt cx="2523" cy="219"/>
          </a:xfrm>
        </p:grpSpPr>
        <p:grpSp>
          <p:nvGrpSpPr>
            <p:cNvPr id="680" name="Google Shape;680;p36"/>
            <p:cNvGrpSpPr/>
            <p:nvPr/>
          </p:nvGrpSpPr>
          <p:grpSpPr>
            <a:xfrm>
              <a:off x="2950" y="3353"/>
              <a:ext cx="1262" cy="219"/>
              <a:chOff x="2950" y="3353"/>
              <a:chExt cx="1262" cy="219"/>
            </a:xfrm>
          </p:grpSpPr>
          <p:cxnSp>
            <p:nvCxnSpPr>
              <p:cNvPr id="681" name="Google Shape;681;p36"/>
              <p:cNvCxnSpPr/>
              <p:nvPr/>
            </p:nvCxnSpPr>
            <p:spPr>
              <a:xfrm>
                <a:off x="2950" y="3353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82" name="Google Shape;682;p36"/>
              <p:cNvCxnSpPr/>
              <p:nvPr/>
            </p:nvCxnSpPr>
            <p:spPr>
              <a:xfrm rot="10800000">
                <a:off x="3278" y="3462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83" name="Google Shape;683;p36"/>
              <p:cNvCxnSpPr/>
              <p:nvPr/>
            </p:nvCxnSpPr>
            <p:spPr>
              <a:xfrm rot="10800000">
                <a:off x="3556" y="3462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84" name="Google Shape;684;p36"/>
              <p:cNvCxnSpPr/>
              <p:nvPr/>
            </p:nvCxnSpPr>
            <p:spPr>
              <a:xfrm>
                <a:off x="3884" y="3353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685" name="Google Shape;685;p36"/>
            <p:cNvGrpSpPr/>
            <p:nvPr/>
          </p:nvGrpSpPr>
          <p:grpSpPr>
            <a:xfrm>
              <a:off x="4211" y="3353"/>
              <a:ext cx="1262" cy="219"/>
              <a:chOff x="4211" y="3353"/>
              <a:chExt cx="1262" cy="219"/>
            </a:xfrm>
          </p:grpSpPr>
          <p:cxnSp>
            <p:nvCxnSpPr>
              <p:cNvPr id="686" name="Google Shape;686;p36"/>
              <p:cNvCxnSpPr/>
              <p:nvPr/>
            </p:nvCxnSpPr>
            <p:spPr>
              <a:xfrm>
                <a:off x="4211" y="3353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36"/>
              <p:cNvCxnSpPr/>
              <p:nvPr/>
            </p:nvCxnSpPr>
            <p:spPr>
              <a:xfrm rot="10800000">
                <a:off x="4539" y="3462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36"/>
              <p:cNvCxnSpPr/>
              <p:nvPr/>
            </p:nvCxnSpPr>
            <p:spPr>
              <a:xfrm rot="10800000">
                <a:off x="4819" y="3462"/>
                <a:ext cx="327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36"/>
              <p:cNvCxnSpPr/>
              <p:nvPr/>
            </p:nvCxnSpPr>
            <p:spPr>
              <a:xfrm>
                <a:off x="5145" y="3353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90" name="Google Shape;690;p36"/>
          <p:cNvGrpSpPr/>
          <p:nvPr/>
        </p:nvGrpSpPr>
        <p:grpSpPr>
          <a:xfrm>
            <a:off x="5105400" y="4954587"/>
            <a:ext cx="4002087" cy="347662"/>
            <a:chOff x="2951" y="3353"/>
            <a:chExt cx="2521" cy="219"/>
          </a:xfrm>
        </p:grpSpPr>
        <p:grpSp>
          <p:nvGrpSpPr>
            <p:cNvPr id="691" name="Google Shape;691;p36"/>
            <p:cNvGrpSpPr/>
            <p:nvPr/>
          </p:nvGrpSpPr>
          <p:grpSpPr>
            <a:xfrm>
              <a:off x="2951" y="3353"/>
              <a:ext cx="1260" cy="219"/>
              <a:chOff x="2951" y="3353"/>
              <a:chExt cx="1260" cy="219"/>
            </a:xfrm>
          </p:grpSpPr>
          <p:cxnSp>
            <p:nvCxnSpPr>
              <p:cNvPr id="692" name="Google Shape;692;p36"/>
              <p:cNvCxnSpPr/>
              <p:nvPr/>
            </p:nvCxnSpPr>
            <p:spPr>
              <a:xfrm rot="10800000">
                <a:off x="2951" y="3462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36"/>
              <p:cNvCxnSpPr/>
              <p:nvPr/>
            </p:nvCxnSpPr>
            <p:spPr>
              <a:xfrm>
                <a:off x="3279" y="3353"/>
                <a:ext cx="327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94" name="Google Shape;694;p36"/>
              <p:cNvCxnSpPr/>
              <p:nvPr/>
            </p:nvCxnSpPr>
            <p:spPr>
              <a:xfrm>
                <a:off x="3555" y="3353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95" name="Google Shape;695;p36"/>
              <p:cNvCxnSpPr/>
              <p:nvPr/>
            </p:nvCxnSpPr>
            <p:spPr>
              <a:xfrm rot="10800000">
                <a:off x="3883" y="3462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696" name="Google Shape;696;p36"/>
            <p:cNvGrpSpPr/>
            <p:nvPr/>
          </p:nvGrpSpPr>
          <p:grpSpPr>
            <a:xfrm>
              <a:off x="4212" y="3353"/>
              <a:ext cx="1260" cy="219"/>
              <a:chOff x="4212" y="3353"/>
              <a:chExt cx="1260" cy="219"/>
            </a:xfrm>
          </p:grpSpPr>
          <p:cxnSp>
            <p:nvCxnSpPr>
              <p:cNvPr id="697" name="Google Shape;697;p36"/>
              <p:cNvCxnSpPr/>
              <p:nvPr/>
            </p:nvCxnSpPr>
            <p:spPr>
              <a:xfrm rot="10800000">
                <a:off x="4212" y="3462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98" name="Google Shape;698;p36"/>
              <p:cNvCxnSpPr/>
              <p:nvPr/>
            </p:nvCxnSpPr>
            <p:spPr>
              <a:xfrm>
                <a:off x="4540" y="3353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99" name="Google Shape;699;p36"/>
              <p:cNvCxnSpPr/>
              <p:nvPr/>
            </p:nvCxnSpPr>
            <p:spPr>
              <a:xfrm>
                <a:off x="4818" y="3353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00" name="Google Shape;700;p36"/>
              <p:cNvCxnSpPr/>
              <p:nvPr/>
            </p:nvCxnSpPr>
            <p:spPr>
              <a:xfrm rot="10800000">
                <a:off x="5144" y="3462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accen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01" name="Google Shape;701;p36"/>
          <p:cNvGrpSpPr/>
          <p:nvPr/>
        </p:nvGrpSpPr>
        <p:grpSpPr>
          <a:xfrm>
            <a:off x="5103812" y="3979862"/>
            <a:ext cx="4005262" cy="349250"/>
            <a:chOff x="2950" y="2739"/>
            <a:chExt cx="2523" cy="220"/>
          </a:xfrm>
        </p:grpSpPr>
        <p:grpSp>
          <p:nvGrpSpPr>
            <p:cNvPr id="702" name="Google Shape;702;p36"/>
            <p:cNvGrpSpPr/>
            <p:nvPr/>
          </p:nvGrpSpPr>
          <p:grpSpPr>
            <a:xfrm>
              <a:off x="2950" y="2739"/>
              <a:ext cx="1262" cy="220"/>
              <a:chOff x="2950" y="2739"/>
              <a:chExt cx="1262" cy="220"/>
            </a:xfrm>
          </p:grpSpPr>
          <p:cxnSp>
            <p:nvCxnSpPr>
              <p:cNvPr id="703" name="Google Shape;703;p36"/>
              <p:cNvCxnSpPr/>
              <p:nvPr/>
            </p:nvCxnSpPr>
            <p:spPr>
              <a:xfrm>
                <a:off x="2950" y="273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04" name="Google Shape;704;p36"/>
              <p:cNvCxnSpPr/>
              <p:nvPr/>
            </p:nvCxnSpPr>
            <p:spPr>
              <a:xfrm rot="10800000">
                <a:off x="3278" y="284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05" name="Google Shape;705;p36"/>
              <p:cNvCxnSpPr/>
              <p:nvPr/>
            </p:nvCxnSpPr>
            <p:spPr>
              <a:xfrm rot="10800000">
                <a:off x="3556" y="284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06" name="Google Shape;706;p36"/>
              <p:cNvCxnSpPr/>
              <p:nvPr/>
            </p:nvCxnSpPr>
            <p:spPr>
              <a:xfrm>
                <a:off x="3884" y="273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707" name="Google Shape;707;p36"/>
            <p:cNvGrpSpPr/>
            <p:nvPr/>
          </p:nvGrpSpPr>
          <p:grpSpPr>
            <a:xfrm>
              <a:off x="4211" y="2739"/>
              <a:ext cx="1262" cy="220"/>
              <a:chOff x="4211" y="2739"/>
              <a:chExt cx="1262" cy="220"/>
            </a:xfrm>
          </p:grpSpPr>
          <p:cxnSp>
            <p:nvCxnSpPr>
              <p:cNvPr id="708" name="Google Shape;708;p36"/>
              <p:cNvCxnSpPr/>
              <p:nvPr/>
            </p:nvCxnSpPr>
            <p:spPr>
              <a:xfrm>
                <a:off x="4211" y="273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09" name="Google Shape;709;p36"/>
              <p:cNvCxnSpPr/>
              <p:nvPr/>
            </p:nvCxnSpPr>
            <p:spPr>
              <a:xfrm rot="10800000">
                <a:off x="4539" y="284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10" name="Google Shape;710;p36"/>
              <p:cNvCxnSpPr/>
              <p:nvPr/>
            </p:nvCxnSpPr>
            <p:spPr>
              <a:xfrm rot="10800000">
                <a:off x="4819" y="2849"/>
                <a:ext cx="327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11" name="Google Shape;711;p36"/>
              <p:cNvCxnSpPr/>
              <p:nvPr/>
            </p:nvCxnSpPr>
            <p:spPr>
              <a:xfrm>
                <a:off x="5145" y="273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12" name="Google Shape;712;p36"/>
          <p:cNvGrpSpPr/>
          <p:nvPr/>
        </p:nvGrpSpPr>
        <p:grpSpPr>
          <a:xfrm>
            <a:off x="5105400" y="3979862"/>
            <a:ext cx="4002087" cy="349250"/>
            <a:chOff x="2951" y="2739"/>
            <a:chExt cx="2521" cy="220"/>
          </a:xfrm>
        </p:grpSpPr>
        <p:grpSp>
          <p:nvGrpSpPr>
            <p:cNvPr id="713" name="Google Shape;713;p36"/>
            <p:cNvGrpSpPr/>
            <p:nvPr/>
          </p:nvGrpSpPr>
          <p:grpSpPr>
            <a:xfrm>
              <a:off x="2951" y="2739"/>
              <a:ext cx="1260" cy="220"/>
              <a:chOff x="2951" y="2739"/>
              <a:chExt cx="1260" cy="220"/>
            </a:xfrm>
          </p:grpSpPr>
          <p:cxnSp>
            <p:nvCxnSpPr>
              <p:cNvPr id="714" name="Google Shape;714;p36"/>
              <p:cNvCxnSpPr/>
              <p:nvPr/>
            </p:nvCxnSpPr>
            <p:spPr>
              <a:xfrm rot="10800000">
                <a:off x="2951" y="284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15" name="Google Shape;715;p36"/>
              <p:cNvCxnSpPr/>
              <p:nvPr/>
            </p:nvCxnSpPr>
            <p:spPr>
              <a:xfrm>
                <a:off x="3279" y="2739"/>
                <a:ext cx="327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16" name="Google Shape;716;p36"/>
              <p:cNvCxnSpPr/>
              <p:nvPr/>
            </p:nvCxnSpPr>
            <p:spPr>
              <a:xfrm>
                <a:off x="3555" y="273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17" name="Google Shape;717;p36"/>
              <p:cNvCxnSpPr/>
              <p:nvPr/>
            </p:nvCxnSpPr>
            <p:spPr>
              <a:xfrm rot="10800000">
                <a:off x="3883" y="284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718" name="Google Shape;718;p36"/>
            <p:cNvGrpSpPr/>
            <p:nvPr/>
          </p:nvGrpSpPr>
          <p:grpSpPr>
            <a:xfrm>
              <a:off x="4212" y="2739"/>
              <a:ext cx="1260" cy="220"/>
              <a:chOff x="4212" y="2739"/>
              <a:chExt cx="1260" cy="220"/>
            </a:xfrm>
          </p:grpSpPr>
          <p:cxnSp>
            <p:nvCxnSpPr>
              <p:cNvPr id="719" name="Google Shape;719;p36"/>
              <p:cNvCxnSpPr/>
              <p:nvPr/>
            </p:nvCxnSpPr>
            <p:spPr>
              <a:xfrm rot="10800000">
                <a:off x="4212" y="284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20" name="Google Shape;720;p36"/>
              <p:cNvCxnSpPr/>
              <p:nvPr/>
            </p:nvCxnSpPr>
            <p:spPr>
              <a:xfrm>
                <a:off x="4540" y="273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21" name="Google Shape;721;p36"/>
              <p:cNvCxnSpPr/>
              <p:nvPr/>
            </p:nvCxnSpPr>
            <p:spPr>
              <a:xfrm>
                <a:off x="4818" y="273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22" name="Google Shape;722;p36"/>
              <p:cNvCxnSpPr/>
              <p:nvPr/>
            </p:nvCxnSpPr>
            <p:spPr>
              <a:xfrm rot="10800000">
                <a:off x="5144" y="284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23" name="Google Shape;723;p36"/>
          <p:cNvGrpSpPr/>
          <p:nvPr/>
        </p:nvGrpSpPr>
        <p:grpSpPr>
          <a:xfrm>
            <a:off x="5103812" y="5440362"/>
            <a:ext cx="4005262" cy="349250"/>
            <a:chOff x="2950" y="3659"/>
            <a:chExt cx="2523" cy="220"/>
          </a:xfrm>
        </p:grpSpPr>
        <p:grpSp>
          <p:nvGrpSpPr>
            <p:cNvPr id="724" name="Google Shape;724;p36"/>
            <p:cNvGrpSpPr/>
            <p:nvPr/>
          </p:nvGrpSpPr>
          <p:grpSpPr>
            <a:xfrm>
              <a:off x="2950" y="3659"/>
              <a:ext cx="1262" cy="220"/>
              <a:chOff x="2950" y="3659"/>
              <a:chExt cx="1262" cy="220"/>
            </a:xfrm>
          </p:grpSpPr>
          <p:cxnSp>
            <p:nvCxnSpPr>
              <p:cNvPr id="725" name="Google Shape;725;p36"/>
              <p:cNvCxnSpPr/>
              <p:nvPr/>
            </p:nvCxnSpPr>
            <p:spPr>
              <a:xfrm>
                <a:off x="2950" y="365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26" name="Google Shape;726;p36"/>
              <p:cNvCxnSpPr/>
              <p:nvPr/>
            </p:nvCxnSpPr>
            <p:spPr>
              <a:xfrm rot="10800000">
                <a:off x="3278" y="376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27" name="Google Shape;727;p36"/>
              <p:cNvCxnSpPr/>
              <p:nvPr/>
            </p:nvCxnSpPr>
            <p:spPr>
              <a:xfrm rot="10800000">
                <a:off x="3556" y="376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28" name="Google Shape;728;p36"/>
              <p:cNvCxnSpPr/>
              <p:nvPr/>
            </p:nvCxnSpPr>
            <p:spPr>
              <a:xfrm>
                <a:off x="3884" y="365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729" name="Google Shape;729;p36"/>
            <p:cNvGrpSpPr/>
            <p:nvPr/>
          </p:nvGrpSpPr>
          <p:grpSpPr>
            <a:xfrm>
              <a:off x="4211" y="3659"/>
              <a:ext cx="1262" cy="220"/>
              <a:chOff x="4211" y="3659"/>
              <a:chExt cx="1262" cy="220"/>
            </a:xfrm>
          </p:grpSpPr>
          <p:cxnSp>
            <p:nvCxnSpPr>
              <p:cNvPr id="730" name="Google Shape;730;p36"/>
              <p:cNvCxnSpPr/>
              <p:nvPr/>
            </p:nvCxnSpPr>
            <p:spPr>
              <a:xfrm>
                <a:off x="4211" y="365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31" name="Google Shape;731;p36"/>
              <p:cNvCxnSpPr/>
              <p:nvPr/>
            </p:nvCxnSpPr>
            <p:spPr>
              <a:xfrm rot="10800000">
                <a:off x="4539" y="376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32" name="Google Shape;732;p36"/>
              <p:cNvCxnSpPr/>
              <p:nvPr/>
            </p:nvCxnSpPr>
            <p:spPr>
              <a:xfrm rot="10800000">
                <a:off x="4819" y="3769"/>
                <a:ext cx="327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33" name="Google Shape;733;p36"/>
              <p:cNvCxnSpPr/>
              <p:nvPr/>
            </p:nvCxnSpPr>
            <p:spPr>
              <a:xfrm>
                <a:off x="5145" y="365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34" name="Google Shape;734;p36"/>
          <p:cNvGrpSpPr/>
          <p:nvPr/>
        </p:nvGrpSpPr>
        <p:grpSpPr>
          <a:xfrm>
            <a:off x="5105400" y="5440362"/>
            <a:ext cx="4002087" cy="349250"/>
            <a:chOff x="2951" y="3659"/>
            <a:chExt cx="2521" cy="220"/>
          </a:xfrm>
        </p:grpSpPr>
        <p:grpSp>
          <p:nvGrpSpPr>
            <p:cNvPr id="735" name="Google Shape;735;p36"/>
            <p:cNvGrpSpPr/>
            <p:nvPr/>
          </p:nvGrpSpPr>
          <p:grpSpPr>
            <a:xfrm>
              <a:off x="2951" y="3659"/>
              <a:ext cx="1260" cy="220"/>
              <a:chOff x="2951" y="3659"/>
              <a:chExt cx="1260" cy="220"/>
            </a:xfrm>
          </p:grpSpPr>
          <p:cxnSp>
            <p:nvCxnSpPr>
              <p:cNvPr id="736" name="Google Shape;736;p36"/>
              <p:cNvCxnSpPr/>
              <p:nvPr/>
            </p:nvCxnSpPr>
            <p:spPr>
              <a:xfrm rot="10800000">
                <a:off x="2951" y="376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37" name="Google Shape;737;p36"/>
              <p:cNvCxnSpPr/>
              <p:nvPr/>
            </p:nvCxnSpPr>
            <p:spPr>
              <a:xfrm>
                <a:off x="3278" y="365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38" name="Google Shape;738;p36"/>
              <p:cNvCxnSpPr/>
              <p:nvPr/>
            </p:nvCxnSpPr>
            <p:spPr>
              <a:xfrm>
                <a:off x="3555" y="365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39" name="Google Shape;739;p36"/>
              <p:cNvCxnSpPr/>
              <p:nvPr/>
            </p:nvCxnSpPr>
            <p:spPr>
              <a:xfrm rot="10800000">
                <a:off x="3883" y="376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740" name="Google Shape;740;p36"/>
            <p:cNvGrpSpPr/>
            <p:nvPr/>
          </p:nvGrpSpPr>
          <p:grpSpPr>
            <a:xfrm>
              <a:off x="4212" y="3659"/>
              <a:ext cx="1260" cy="220"/>
              <a:chOff x="4212" y="3659"/>
              <a:chExt cx="1260" cy="220"/>
            </a:xfrm>
          </p:grpSpPr>
          <p:cxnSp>
            <p:nvCxnSpPr>
              <p:cNvPr id="741" name="Google Shape;741;p36"/>
              <p:cNvCxnSpPr/>
              <p:nvPr/>
            </p:nvCxnSpPr>
            <p:spPr>
              <a:xfrm rot="10800000">
                <a:off x="4212" y="376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42" name="Google Shape;742;p36"/>
              <p:cNvCxnSpPr/>
              <p:nvPr/>
            </p:nvCxnSpPr>
            <p:spPr>
              <a:xfrm>
                <a:off x="4540" y="365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43" name="Google Shape;743;p36"/>
              <p:cNvCxnSpPr/>
              <p:nvPr/>
            </p:nvCxnSpPr>
            <p:spPr>
              <a:xfrm>
                <a:off x="4817" y="3659"/>
                <a:ext cx="329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44" name="Google Shape;744;p36"/>
              <p:cNvCxnSpPr/>
              <p:nvPr/>
            </p:nvCxnSpPr>
            <p:spPr>
              <a:xfrm rot="10800000">
                <a:off x="5144" y="3769"/>
                <a:ext cx="328" cy="110"/>
              </a:xfrm>
              <a:prstGeom prst="curvedConnector2">
                <a:avLst/>
              </a:prstGeom>
              <a:noFill/>
              <a:ln w="50800" cap="rnd" cmpd="sng">
                <a:solidFill>
                  <a:srgbClr val="372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45" name="Google Shape;745;p36"/>
          <p:cNvGrpSpPr/>
          <p:nvPr/>
        </p:nvGrpSpPr>
        <p:grpSpPr>
          <a:xfrm>
            <a:off x="574675" y="3213100"/>
            <a:ext cx="4730750" cy="3200400"/>
            <a:chOff x="97" y="2256"/>
            <a:chExt cx="2980" cy="2016"/>
          </a:xfrm>
        </p:grpSpPr>
        <p:sp>
          <p:nvSpPr>
            <p:cNvPr id="746" name="Google Shape;746;p36"/>
            <p:cNvSpPr/>
            <p:nvPr/>
          </p:nvSpPr>
          <p:spPr>
            <a:xfrm>
              <a:off x="2156" y="2378"/>
              <a:ext cx="516" cy="1772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2313" y="2394"/>
              <a:ext cx="764" cy="1740"/>
            </a:xfrm>
            <a:prstGeom prst="ellipse">
              <a:avLst/>
            </a:prstGeom>
            <a:solidFill>
              <a:srgbClr val="FF6600"/>
            </a:solidFill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2500" y="2638"/>
              <a:ext cx="483" cy="1312"/>
            </a:xfrm>
            <a:prstGeom prst="ellipse">
              <a:avLst/>
            </a:prstGeom>
            <a:solidFill>
              <a:schemeClr val="lt2"/>
            </a:solidFill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1125" y="2256"/>
              <a:ext cx="517" cy="2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1189" y="2272"/>
              <a:ext cx="951" cy="1984"/>
            </a:xfrm>
            <a:prstGeom prst="ellipse">
              <a:avLst/>
            </a:prstGeom>
            <a:solidFill>
              <a:schemeClr val="lt1"/>
            </a:solidFill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1" name="Google Shape;751;p36"/>
            <p:cNvSpPr/>
            <p:nvPr/>
          </p:nvSpPr>
          <p:spPr>
            <a:xfrm>
              <a:off x="1283" y="2394"/>
              <a:ext cx="763" cy="1740"/>
            </a:xfrm>
            <a:prstGeom prst="ellipse">
              <a:avLst/>
            </a:prstGeom>
            <a:solidFill>
              <a:srgbClr val="FF6600"/>
            </a:solidFill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1642" y="2378"/>
              <a:ext cx="514" cy="1772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53" name="Google Shape;753;p36"/>
            <p:cNvCxnSpPr/>
            <p:nvPr/>
          </p:nvCxnSpPr>
          <p:spPr>
            <a:xfrm rot="10800000">
              <a:off x="1642" y="2378"/>
              <a:ext cx="1030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54" name="Google Shape;754;p36"/>
            <p:cNvCxnSpPr/>
            <p:nvPr/>
          </p:nvCxnSpPr>
          <p:spPr>
            <a:xfrm rot="10800000">
              <a:off x="1642" y="4150"/>
              <a:ext cx="1030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55" name="Google Shape;755;p36"/>
            <p:cNvSpPr/>
            <p:nvPr/>
          </p:nvSpPr>
          <p:spPr>
            <a:xfrm>
              <a:off x="611" y="2256"/>
              <a:ext cx="514" cy="2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56" name="Google Shape;756;p36"/>
            <p:cNvCxnSpPr/>
            <p:nvPr/>
          </p:nvCxnSpPr>
          <p:spPr>
            <a:xfrm rot="10800000">
              <a:off x="97" y="2256"/>
              <a:ext cx="1590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57" name="Google Shape;757;p36"/>
            <p:cNvCxnSpPr/>
            <p:nvPr/>
          </p:nvCxnSpPr>
          <p:spPr>
            <a:xfrm rot="10800000">
              <a:off x="97" y="4272"/>
              <a:ext cx="154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758" name="Google Shape;758;p36"/>
          <p:cNvSpPr/>
          <p:nvPr/>
        </p:nvSpPr>
        <p:spPr>
          <a:xfrm>
            <a:off x="4764087" y="3822700"/>
            <a:ext cx="2438400" cy="213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59" name="Google Shape;759;p36"/>
          <p:cNvCxnSpPr/>
          <p:nvPr/>
        </p:nvCxnSpPr>
        <p:spPr>
          <a:xfrm rot="10800000">
            <a:off x="4764087" y="3822700"/>
            <a:ext cx="24384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60" name="Google Shape;760;p36"/>
          <p:cNvCxnSpPr/>
          <p:nvPr/>
        </p:nvCxnSpPr>
        <p:spPr>
          <a:xfrm rot="10800000">
            <a:off x="4764087" y="5956300"/>
            <a:ext cx="24384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761" name="Google Shape;761;p36"/>
          <p:cNvGrpSpPr/>
          <p:nvPr/>
        </p:nvGrpSpPr>
        <p:grpSpPr>
          <a:xfrm>
            <a:off x="6821487" y="3824287"/>
            <a:ext cx="382587" cy="2133600"/>
            <a:chOff x="4032" y="2641"/>
            <a:chExt cx="241" cy="1344"/>
          </a:xfrm>
        </p:grpSpPr>
        <p:cxnSp>
          <p:nvCxnSpPr>
            <p:cNvPr id="762" name="Google Shape;762;p36"/>
            <p:cNvCxnSpPr/>
            <p:nvPr/>
          </p:nvCxnSpPr>
          <p:spPr>
            <a:xfrm>
              <a:off x="4033" y="2641"/>
              <a:ext cx="240" cy="672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63" name="Google Shape;763;p36"/>
            <p:cNvCxnSpPr/>
            <p:nvPr/>
          </p:nvCxnSpPr>
          <p:spPr>
            <a:xfrm rot="10800000">
              <a:off x="4032" y="3313"/>
              <a:ext cx="241" cy="672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764" name="Google Shape;764;p36"/>
          <p:cNvSpPr txBox="1"/>
          <p:nvPr/>
        </p:nvSpPr>
        <p:spPr>
          <a:xfrm>
            <a:off x="2479675" y="4357687"/>
            <a:ext cx="1749425" cy="10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Blindagem metálica externa</a:t>
            </a:r>
            <a:endParaRPr/>
          </a:p>
        </p:txBody>
      </p:sp>
      <p:sp>
        <p:nvSpPr>
          <p:cNvPr id="765" name="Google Shape;765;p36"/>
          <p:cNvSpPr txBox="1"/>
          <p:nvPr/>
        </p:nvSpPr>
        <p:spPr>
          <a:xfrm>
            <a:off x="803275" y="4510087"/>
            <a:ext cx="17494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Capa Externa</a:t>
            </a:r>
            <a:endParaRPr/>
          </a:p>
        </p:txBody>
      </p:sp>
      <p:sp>
        <p:nvSpPr>
          <p:cNvPr id="766" name="Google Shape;766;p36"/>
          <p:cNvSpPr txBox="1"/>
          <p:nvPr/>
        </p:nvSpPr>
        <p:spPr>
          <a:xfrm>
            <a:off x="4765675" y="4510087"/>
            <a:ext cx="17494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Dielétrico (isolante)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7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772" name="Google Shape;772;p37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Classificação de cabos UTP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Categoria 3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até 16 MHz,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ser utilizado em transmissões até 16 Mbps (ethernet)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Obsoleto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Categoria 5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até 100 MHz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ser utilizado em transmissões de até 100 Mbps (fast-ethernet)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Categoria 5e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até 350 MHz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ser utilizado em transmissões de até 155 Mbps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Categoria 6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ser utilizado em taxas de 1 Gpbs (Gigabit-Ethernet)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8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778" name="Google Shape;778;p38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Classificação de cabos UTP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 rígido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ser utilizado em</a:t>
            </a:r>
            <a:endParaRPr/>
          </a:p>
          <a:p>
            <a:pPr marL="1371600" marR="0" lvl="3" indent="-1371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cabeamento interno em dutos</a:t>
            </a:r>
            <a:endParaRPr/>
          </a:p>
          <a:p>
            <a:pPr marL="1371600" marR="0" lvl="3" indent="-1371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comprimento máximo: 90 m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 flexível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ser utilizado em</a:t>
            </a:r>
            <a:endParaRPr/>
          </a:p>
          <a:p>
            <a:pPr marL="1371600" marR="0" lvl="3" indent="-1371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cordão de estação </a:t>
            </a:r>
            <a:endParaRPr/>
          </a:p>
          <a:p>
            <a:pPr marL="1828800" marR="0" lvl="4" indent="-1828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liga a estação à tomada de rede</a:t>
            </a:r>
            <a:endParaRPr/>
          </a:p>
          <a:p>
            <a:pPr marL="1371600" marR="0" lvl="3" indent="-1371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cordão de distribuição</a:t>
            </a:r>
            <a:endParaRPr/>
          </a:p>
          <a:p>
            <a:pPr marL="1828800" marR="0" lvl="4" indent="-1828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liga o ponto do patch pannel ao equipamento de interconexão (HUB, swtich ou roteador)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Possui maior impedância (resitência)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Comprimento máximo</a:t>
            </a:r>
            <a:endParaRPr/>
          </a:p>
          <a:p>
            <a:pPr marL="1371600" marR="0" lvl="3" indent="-1371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m: Cordão de estação + cordão de distribuição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9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784" name="Google Shape;784;p39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Conector RJ45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Padrão de conectorização EIA/TIA 568A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 ethernet normal (568A-568A)</a:t>
            </a:r>
            <a:endParaRPr/>
          </a:p>
          <a:p>
            <a:pPr marL="342900" marR="0" lvl="0" indent="-2667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9"/>
          <p:cNvSpPr txBox="1"/>
          <p:nvPr/>
        </p:nvSpPr>
        <p:spPr>
          <a:xfrm>
            <a:off x="5580062" y="5805487"/>
            <a:ext cx="17494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</a:t>
            </a:r>
            <a:b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UTP</a:t>
            </a:r>
            <a:endParaRPr/>
          </a:p>
        </p:txBody>
      </p:sp>
      <p:sp>
        <p:nvSpPr>
          <p:cNvPr id="786" name="Google Shape;786;p39"/>
          <p:cNvSpPr txBox="1"/>
          <p:nvPr/>
        </p:nvSpPr>
        <p:spPr>
          <a:xfrm>
            <a:off x="514350" y="3278187"/>
            <a:ext cx="16811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Branco-Verde</a:t>
            </a:r>
            <a:endParaRPr/>
          </a:p>
        </p:txBody>
      </p:sp>
      <p:sp>
        <p:nvSpPr>
          <p:cNvPr id="787" name="Google Shape;787;p39"/>
          <p:cNvSpPr txBox="1"/>
          <p:nvPr/>
        </p:nvSpPr>
        <p:spPr>
          <a:xfrm>
            <a:off x="506412" y="3582987"/>
            <a:ext cx="19780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Verde</a:t>
            </a:r>
            <a:endParaRPr/>
          </a:p>
        </p:txBody>
      </p:sp>
      <p:sp>
        <p:nvSpPr>
          <p:cNvPr id="788" name="Google Shape;788;p39"/>
          <p:cNvSpPr txBox="1"/>
          <p:nvPr/>
        </p:nvSpPr>
        <p:spPr>
          <a:xfrm>
            <a:off x="506412" y="3887787"/>
            <a:ext cx="1978025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Branco-Laranja</a:t>
            </a:r>
            <a:endParaRPr/>
          </a:p>
        </p:txBody>
      </p:sp>
      <p:sp>
        <p:nvSpPr>
          <p:cNvPr id="789" name="Google Shape;789;p39"/>
          <p:cNvSpPr txBox="1"/>
          <p:nvPr/>
        </p:nvSpPr>
        <p:spPr>
          <a:xfrm>
            <a:off x="506412" y="4192587"/>
            <a:ext cx="19780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Azul</a:t>
            </a:r>
            <a:endParaRPr/>
          </a:p>
        </p:txBody>
      </p:sp>
      <p:sp>
        <p:nvSpPr>
          <p:cNvPr id="790" name="Google Shape;790;p39"/>
          <p:cNvSpPr txBox="1"/>
          <p:nvPr/>
        </p:nvSpPr>
        <p:spPr>
          <a:xfrm>
            <a:off x="506412" y="4497387"/>
            <a:ext cx="19780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Branco-Azul</a:t>
            </a:r>
            <a:endParaRPr/>
          </a:p>
        </p:txBody>
      </p:sp>
      <p:sp>
        <p:nvSpPr>
          <p:cNvPr id="791" name="Google Shape;791;p39"/>
          <p:cNvSpPr txBox="1"/>
          <p:nvPr/>
        </p:nvSpPr>
        <p:spPr>
          <a:xfrm>
            <a:off x="468312" y="4802187"/>
            <a:ext cx="19780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Laranja</a:t>
            </a:r>
            <a:endParaRPr/>
          </a:p>
        </p:txBody>
      </p:sp>
      <p:sp>
        <p:nvSpPr>
          <p:cNvPr id="792" name="Google Shape;792;p39"/>
          <p:cNvSpPr txBox="1"/>
          <p:nvPr/>
        </p:nvSpPr>
        <p:spPr>
          <a:xfrm>
            <a:off x="506412" y="5106987"/>
            <a:ext cx="1978025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Branco-Marrom</a:t>
            </a:r>
            <a:endParaRPr/>
          </a:p>
        </p:txBody>
      </p:sp>
      <p:sp>
        <p:nvSpPr>
          <p:cNvPr id="793" name="Google Shape;793;p39"/>
          <p:cNvSpPr txBox="1"/>
          <p:nvPr/>
        </p:nvSpPr>
        <p:spPr>
          <a:xfrm>
            <a:off x="514350" y="5411787"/>
            <a:ext cx="12493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Marrom</a:t>
            </a:r>
            <a:endParaRPr/>
          </a:p>
        </p:txBody>
      </p:sp>
      <p:sp>
        <p:nvSpPr>
          <p:cNvPr id="794" name="Google Shape;794;p39"/>
          <p:cNvSpPr txBox="1"/>
          <p:nvPr/>
        </p:nvSpPr>
        <p:spPr>
          <a:xfrm>
            <a:off x="1970087" y="32781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95" name="Google Shape;795;p39"/>
          <p:cNvSpPr txBox="1"/>
          <p:nvPr/>
        </p:nvSpPr>
        <p:spPr>
          <a:xfrm>
            <a:off x="1970087" y="35829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96" name="Google Shape;796;p39"/>
          <p:cNvSpPr txBox="1"/>
          <p:nvPr/>
        </p:nvSpPr>
        <p:spPr>
          <a:xfrm>
            <a:off x="1970087" y="38877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97" name="Google Shape;797;p39"/>
          <p:cNvSpPr txBox="1"/>
          <p:nvPr/>
        </p:nvSpPr>
        <p:spPr>
          <a:xfrm>
            <a:off x="1970087" y="41925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98" name="Google Shape;798;p39"/>
          <p:cNvSpPr txBox="1"/>
          <p:nvPr/>
        </p:nvSpPr>
        <p:spPr>
          <a:xfrm>
            <a:off x="1970087" y="4497387"/>
            <a:ext cx="3143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99" name="Google Shape;799;p39"/>
          <p:cNvSpPr txBox="1"/>
          <p:nvPr/>
        </p:nvSpPr>
        <p:spPr>
          <a:xfrm>
            <a:off x="1970087" y="4802187"/>
            <a:ext cx="3143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800" name="Google Shape;800;p39"/>
          <p:cNvSpPr txBox="1"/>
          <p:nvPr/>
        </p:nvSpPr>
        <p:spPr>
          <a:xfrm>
            <a:off x="1970087" y="5106987"/>
            <a:ext cx="3143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801" name="Google Shape;801;p39"/>
          <p:cNvSpPr txBox="1"/>
          <p:nvPr/>
        </p:nvSpPr>
        <p:spPr>
          <a:xfrm>
            <a:off x="1970087" y="54117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802" name="Google Shape;802;p39"/>
          <p:cNvSpPr txBox="1"/>
          <p:nvPr/>
        </p:nvSpPr>
        <p:spPr>
          <a:xfrm>
            <a:off x="7088187" y="32781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Branco-Verde</a:t>
            </a:r>
            <a:endParaRPr/>
          </a:p>
        </p:txBody>
      </p:sp>
      <p:sp>
        <p:nvSpPr>
          <p:cNvPr id="803" name="Google Shape;803;p39"/>
          <p:cNvSpPr txBox="1"/>
          <p:nvPr/>
        </p:nvSpPr>
        <p:spPr>
          <a:xfrm>
            <a:off x="7088187" y="35067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Verde</a:t>
            </a:r>
            <a:endParaRPr/>
          </a:p>
        </p:txBody>
      </p:sp>
      <p:sp>
        <p:nvSpPr>
          <p:cNvPr id="804" name="Google Shape;804;p39"/>
          <p:cNvSpPr txBox="1"/>
          <p:nvPr/>
        </p:nvSpPr>
        <p:spPr>
          <a:xfrm>
            <a:off x="7088187" y="38877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Branco-Laranja</a:t>
            </a:r>
            <a:endParaRPr/>
          </a:p>
        </p:txBody>
      </p:sp>
      <p:sp>
        <p:nvSpPr>
          <p:cNvPr id="805" name="Google Shape;805;p39"/>
          <p:cNvSpPr txBox="1"/>
          <p:nvPr/>
        </p:nvSpPr>
        <p:spPr>
          <a:xfrm>
            <a:off x="7088187" y="41163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Laranja</a:t>
            </a:r>
            <a:endParaRPr/>
          </a:p>
        </p:txBody>
      </p:sp>
      <p:sp>
        <p:nvSpPr>
          <p:cNvPr id="806" name="Google Shape;806;p39"/>
          <p:cNvSpPr txBox="1"/>
          <p:nvPr/>
        </p:nvSpPr>
        <p:spPr>
          <a:xfrm>
            <a:off x="7088187" y="44973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Branco-Azul</a:t>
            </a:r>
            <a:endParaRPr/>
          </a:p>
        </p:txBody>
      </p:sp>
      <p:sp>
        <p:nvSpPr>
          <p:cNvPr id="807" name="Google Shape;807;p39"/>
          <p:cNvSpPr txBox="1"/>
          <p:nvPr/>
        </p:nvSpPr>
        <p:spPr>
          <a:xfrm>
            <a:off x="7088187" y="47259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Azul</a:t>
            </a:r>
            <a:endParaRPr/>
          </a:p>
        </p:txBody>
      </p:sp>
      <p:sp>
        <p:nvSpPr>
          <p:cNvPr id="808" name="Google Shape;808;p39"/>
          <p:cNvSpPr txBox="1"/>
          <p:nvPr/>
        </p:nvSpPr>
        <p:spPr>
          <a:xfrm>
            <a:off x="7088187" y="51069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Branco-Marrom</a:t>
            </a:r>
            <a:endParaRPr/>
          </a:p>
        </p:txBody>
      </p:sp>
      <p:sp>
        <p:nvSpPr>
          <p:cNvPr id="809" name="Google Shape;809;p39"/>
          <p:cNvSpPr txBox="1"/>
          <p:nvPr/>
        </p:nvSpPr>
        <p:spPr>
          <a:xfrm>
            <a:off x="7088187" y="53355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Marrom</a:t>
            </a:r>
            <a:endParaRPr/>
          </a:p>
        </p:txBody>
      </p:sp>
      <p:grpSp>
        <p:nvGrpSpPr>
          <p:cNvPr id="810" name="Google Shape;810;p39"/>
          <p:cNvGrpSpPr/>
          <p:nvPr/>
        </p:nvGrpSpPr>
        <p:grpSpPr>
          <a:xfrm>
            <a:off x="3079750" y="3429000"/>
            <a:ext cx="4037012" cy="327025"/>
            <a:chOff x="1940" y="2160"/>
            <a:chExt cx="2543" cy="206"/>
          </a:xfrm>
        </p:grpSpPr>
        <p:grpSp>
          <p:nvGrpSpPr>
            <p:cNvPr id="811" name="Google Shape;811;p39"/>
            <p:cNvGrpSpPr/>
            <p:nvPr/>
          </p:nvGrpSpPr>
          <p:grpSpPr>
            <a:xfrm>
              <a:off x="1940" y="2160"/>
              <a:ext cx="1271" cy="206"/>
              <a:chOff x="1940" y="2160"/>
              <a:chExt cx="1271" cy="206"/>
            </a:xfrm>
          </p:grpSpPr>
          <p:cxnSp>
            <p:nvCxnSpPr>
              <p:cNvPr id="812" name="Google Shape;812;p39"/>
              <p:cNvCxnSpPr/>
              <p:nvPr/>
            </p:nvCxnSpPr>
            <p:spPr>
              <a:xfrm rot="10800000">
                <a:off x="1940" y="2263"/>
                <a:ext cx="331" cy="103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13" name="Google Shape;813;p39"/>
              <p:cNvCxnSpPr/>
              <p:nvPr/>
            </p:nvCxnSpPr>
            <p:spPr>
              <a:xfrm>
                <a:off x="2271" y="2160"/>
                <a:ext cx="330" cy="103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14" name="Google Shape;814;p39"/>
              <p:cNvCxnSpPr/>
              <p:nvPr/>
            </p:nvCxnSpPr>
            <p:spPr>
              <a:xfrm>
                <a:off x="2549" y="2160"/>
                <a:ext cx="331" cy="103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15" name="Google Shape;815;p39"/>
              <p:cNvCxnSpPr/>
              <p:nvPr/>
            </p:nvCxnSpPr>
            <p:spPr>
              <a:xfrm rot="10800000">
                <a:off x="2880" y="2263"/>
                <a:ext cx="331" cy="103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816" name="Google Shape;816;p39"/>
            <p:cNvGrpSpPr/>
            <p:nvPr/>
          </p:nvGrpSpPr>
          <p:grpSpPr>
            <a:xfrm>
              <a:off x="3212" y="2160"/>
              <a:ext cx="1271" cy="206"/>
              <a:chOff x="3212" y="2160"/>
              <a:chExt cx="1271" cy="206"/>
            </a:xfrm>
          </p:grpSpPr>
          <p:cxnSp>
            <p:nvCxnSpPr>
              <p:cNvPr id="817" name="Google Shape;817;p39"/>
              <p:cNvCxnSpPr/>
              <p:nvPr/>
            </p:nvCxnSpPr>
            <p:spPr>
              <a:xfrm rot="10800000">
                <a:off x="3212" y="2263"/>
                <a:ext cx="331" cy="103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18" name="Google Shape;818;p39"/>
              <p:cNvCxnSpPr/>
              <p:nvPr/>
            </p:nvCxnSpPr>
            <p:spPr>
              <a:xfrm>
                <a:off x="3543" y="2160"/>
                <a:ext cx="331" cy="103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19" name="Google Shape;819;p39"/>
              <p:cNvCxnSpPr/>
              <p:nvPr/>
            </p:nvCxnSpPr>
            <p:spPr>
              <a:xfrm>
                <a:off x="3823" y="2160"/>
                <a:ext cx="331" cy="103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20" name="Google Shape;820;p39"/>
              <p:cNvCxnSpPr/>
              <p:nvPr/>
            </p:nvCxnSpPr>
            <p:spPr>
              <a:xfrm rot="10800000">
                <a:off x="4152" y="2263"/>
                <a:ext cx="331" cy="103"/>
              </a:xfrm>
              <a:prstGeom prst="curvedConnector2">
                <a:avLst/>
              </a:prstGeom>
              <a:solidFill>
                <a:schemeClr val="lt1"/>
              </a:solidFill>
              <a:ln w="50800" cap="rnd" cmpd="sng">
                <a:solidFill>
                  <a:srgbClr val="008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821" name="Google Shape;821;p39"/>
          <p:cNvCxnSpPr/>
          <p:nvPr/>
        </p:nvCxnSpPr>
        <p:spPr>
          <a:xfrm>
            <a:off x="2362200" y="3733800"/>
            <a:ext cx="685800" cy="0"/>
          </a:xfrm>
          <a:prstGeom prst="straightConnector1">
            <a:avLst/>
          </a:prstGeom>
          <a:noFill/>
          <a:ln w="50800" cap="flat" cmpd="sng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822" name="Google Shape;822;p39"/>
          <p:cNvGrpSpPr/>
          <p:nvPr/>
        </p:nvGrpSpPr>
        <p:grpSpPr>
          <a:xfrm>
            <a:off x="3078162" y="3427412"/>
            <a:ext cx="4040187" cy="327025"/>
            <a:chOff x="1939" y="2159"/>
            <a:chExt cx="2545" cy="206"/>
          </a:xfrm>
        </p:grpSpPr>
        <p:grpSp>
          <p:nvGrpSpPr>
            <p:cNvPr id="823" name="Google Shape;823;p39"/>
            <p:cNvGrpSpPr/>
            <p:nvPr/>
          </p:nvGrpSpPr>
          <p:grpSpPr>
            <a:xfrm>
              <a:off x="1939" y="2159"/>
              <a:ext cx="1273" cy="206"/>
              <a:chOff x="1939" y="2159"/>
              <a:chExt cx="1273" cy="206"/>
            </a:xfrm>
          </p:grpSpPr>
          <p:cxnSp>
            <p:nvCxnSpPr>
              <p:cNvPr id="824" name="Google Shape;824;p39"/>
              <p:cNvCxnSpPr/>
              <p:nvPr/>
            </p:nvCxnSpPr>
            <p:spPr>
              <a:xfrm>
                <a:off x="1939" y="2159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25" name="Google Shape;825;p39"/>
              <p:cNvCxnSpPr/>
              <p:nvPr/>
            </p:nvCxnSpPr>
            <p:spPr>
              <a:xfrm rot="10800000">
                <a:off x="2270" y="2262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26" name="Google Shape;826;p39"/>
              <p:cNvCxnSpPr/>
              <p:nvPr/>
            </p:nvCxnSpPr>
            <p:spPr>
              <a:xfrm rot="10800000">
                <a:off x="2550" y="2262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27" name="Google Shape;827;p39"/>
              <p:cNvCxnSpPr/>
              <p:nvPr/>
            </p:nvCxnSpPr>
            <p:spPr>
              <a:xfrm>
                <a:off x="2881" y="2159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828" name="Google Shape;828;p39"/>
            <p:cNvGrpSpPr/>
            <p:nvPr/>
          </p:nvGrpSpPr>
          <p:grpSpPr>
            <a:xfrm>
              <a:off x="3211" y="2159"/>
              <a:ext cx="1273" cy="206"/>
              <a:chOff x="3211" y="2159"/>
              <a:chExt cx="1273" cy="206"/>
            </a:xfrm>
          </p:grpSpPr>
          <p:cxnSp>
            <p:nvCxnSpPr>
              <p:cNvPr id="829" name="Google Shape;829;p39"/>
              <p:cNvCxnSpPr/>
              <p:nvPr/>
            </p:nvCxnSpPr>
            <p:spPr>
              <a:xfrm>
                <a:off x="3211" y="2159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30" name="Google Shape;830;p39"/>
              <p:cNvCxnSpPr/>
              <p:nvPr/>
            </p:nvCxnSpPr>
            <p:spPr>
              <a:xfrm rot="10800000">
                <a:off x="3542" y="2262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31" name="Google Shape;831;p39"/>
              <p:cNvCxnSpPr/>
              <p:nvPr/>
            </p:nvCxnSpPr>
            <p:spPr>
              <a:xfrm rot="10800000">
                <a:off x="3824" y="2262"/>
                <a:ext cx="330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32" name="Google Shape;832;p39"/>
              <p:cNvCxnSpPr/>
              <p:nvPr/>
            </p:nvCxnSpPr>
            <p:spPr>
              <a:xfrm>
                <a:off x="4153" y="2159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833" name="Google Shape;833;p39"/>
          <p:cNvCxnSpPr/>
          <p:nvPr/>
        </p:nvCxnSpPr>
        <p:spPr>
          <a:xfrm>
            <a:off x="2362200" y="3444875"/>
            <a:ext cx="6858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834" name="Google Shape;834;p39"/>
          <p:cNvGrpSpPr/>
          <p:nvPr/>
        </p:nvGrpSpPr>
        <p:grpSpPr>
          <a:xfrm>
            <a:off x="3079750" y="4038600"/>
            <a:ext cx="4037012" cy="327025"/>
            <a:chOff x="1940" y="2544"/>
            <a:chExt cx="2543" cy="206"/>
          </a:xfrm>
        </p:grpSpPr>
        <p:grpSp>
          <p:nvGrpSpPr>
            <p:cNvPr id="835" name="Google Shape;835;p39"/>
            <p:cNvGrpSpPr/>
            <p:nvPr/>
          </p:nvGrpSpPr>
          <p:grpSpPr>
            <a:xfrm>
              <a:off x="1940" y="2544"/>
              <a:ext cx="1271" cy="206"/>
              <a:chOff x="1940" y="2544"/>
              <a:chExt cx="1271" cy="206"/>
            </a:xfrm>
          </p:grpSpPr>
          <p:cxnSp>
            <p:nvCxnSpPr>
              <p:cNvPr id="836" name="Google Shape;836;p39"/>
              <p:cNvCxnSpPr/>
              <p:nvPr/>
            </p:nvCxnSpPr>
            <p:spPr>
              <a:xfrm rot="10800000">
                <a:off x="1940" y="2647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37" name="Google Shape;837;p39"/>
              <p:cNvCxnSpPr/>
              <p:nvPr/>
            </p:nvCxnSpPr>
            <p:spPr>
              <a:xfrm>
                <a:off x="2271" y="2544"/>
                <a:ext cx="330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38" name="Google Shape;838;p39"/>
              <p:cNvCxnSpPr/>
              <p:nvPr/>
            </p:nvCxnSpPr>
            <p:spPr>
              <a:xfrm>
                <a:off x="2549" y="2544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39" name="Google Shape;839;p39"/>
              <p:cNvCxnSpPr/>
              <p:nvPr/>
            </p:nvCxnSpPr>
            <p:spPr>
              <a:xfrm rot="10800000">
                <a:off x="2880" y="2647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840" name="Google Shape;840;p39"/>
            <p:cNvGrpSpPr/>
            <p:nvPr/>
          </p:nvGrpSpPr>
          <p:grpSpPr>
            <a:xfrm>
              <a:off x="3212" y="2544"/>
              <a:ext cx="1271" cy="206"/>
              <a:chOff x="3212" y="2544"/>
              <a:chExt cx="1271" cy="206"/>
            </a:xfrm>
          </p:grpSpPr>
          <p:cxnSp>
            <p:nvCxnSpPr>
              <p:cNvPr id="841" name="Google Shape;841;p39"/>
              <p:cNvCxnSpPr/>
              <p:nvPr/>
            </p:nvCxnSpPr>
            <p:spPr>
              <a:xfrm rot="10800000">
                <a:off x="3212" y="2647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42" name="Google Shape;842;p39"/>
              <p:cNvCxnSpPr/>
              <p:nvPr/>
            </p:nvCxnSpPr>
            <p:spPr>
              <a:xfrm>
                <a:off x="3543" y="2544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43" name="Google Shape;843;p39"/>
              <p:cNvCxnSpPr/>
              <p:nvPr/>
            </p:nvCxnSpPr>
            <p:spPr>
              <a:xfrm>
                <a:off x="3823" y="2544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44" name="Google Shape;844;p39"/>
              <p:cNvCxnSpPr/>
              <p:nvPr/>
            </p:nvCxnSpPr>
            <p:spPr>
              <a:xfrm rot="10800000">
                <a:off x="4152" y="2647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FF66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845" name="Google Shape;845;p39"/>
          <p:cNvCxnSpPr/>
          <p:nvPr/>
        </p:nvCxnSpPr>
        <p:spPr>
          <a:xfrm rot="10800000" flipH="1">
            <a:off x="2362200" y="4343400"/>
            <a:ext cx="685800" cy="609600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846" name="Google Shape;846;p39"/>
          <p:cNvGrpSpPr/>
          <p:nvPr/>
        </p:nvGrpSpPr>
        <p:grpSpPr>
          <a:xfrm>
            <a:off x="3078162" y="4037012"/>
            <a:ext cx="4040187" cy="327025"/>
            <a:chOff x="1939" y="2543"/>
            <a:chExt cx="2545" cy="206"/>
          </a:xfrm>
        </p:grpSpPr>
        <p:grpSp>
          <p:nvGrpSpPr>
            <p:cNvPr id="847" name="Google Shape;847;p39"/>
            <p:cNvGrpSpPr/>
            <p:nvPr/>
          </p:nvGrpSpPr>
          <p:grpSpPr>
            <a:xfrm>
              <a:off x="1939" y="2543"/>
              <a:ext cx="1273" cy="206"/>
              <a:chOff x="1939" y="2543"/>
              <a:chExt cx="1273" cy="206"/>
            </a:xfrm>
          </p:grpSpPr>
          <p:cxnSp>
            <p:nvCxnSpPr>
              <p:cNvPr id="848" name="Google Shape;848;p39"/>
              <p:cNvCxnSpPr/>
              <p:nvPr/>
            </p:nvCxnSpPr>
            <p:spPr>
              <a:xfrm>
                <a:off x="1939" y="2543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49" name="Google Shape;849;p39"/>
              <p:cNvCxnSpPr/>
              <p:nvPr/>
            </p:nvCxnSpPr>
            <p:spPr>
              <a:xfrm rot="10800000">
                <a:off x="2270" y="2646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50" name="Google Shape;850;p39"/>
              <p:cNvCxnSpPr/>
              <p:nvPr/>
            </p:nvCxnSpPr>
            <p:spPr>
              <a:xfrm rot="10800000">
                <a:off x="2550" y="2646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51" name="Google Shape;851;p39"/>
              <p:cNvCxnSpPr/>
              <p:nvPr/>
            </p:nvCxnSpPr>
            <p:spPr>
              <a:xfrm>
                <a:off x="2881" y="2543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852" name="Google Shape;852;p39"/>
            <p:cNvGrpSpPr/>
            <p:nvPr/>
          </p:nvGrpSpPr>
          <p:grpSpPr>
            <a:xfrm>
              <a:off x="3211" y="2543"/>
              <a:ext cx="1273" cy="206"/>
              <a:chOff x="3211" y="2543"/>
              <a:chExt cx="1273" cy="206"/>
            </a:xfrm>
          </p:grpSpPr>
          <p:cxnSp>
            <p:nvCxnSpPr>
              <p:cNvPr id="853" name="Google Shape;853;p39"/>
              <p:cNvCxnSpPr/>
              <p:nvPr/>
            </p:nvCxnSpPr>
            <p:spPr>
              <a:xfrm>
                <a:off x="3211" y="2543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54" name="Google Shape;854;p39"/>
              <p:cNvCxnSpPr/>
              <p:nvPr/>
            </p:nvCxnSpPr>
            <p:spPr>
              <a:xfrm rot="10800000">
                <a:off x="3542" y="2646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55" name="Google Shape;855;p39"/>
              <p:cNvCxnSpPr/>
              <p:nvPr/>
            </p:nvCxnSpPr>
            <p:spPr>
              <a:xfrm rot="10800000">
                <a:off x="3824" y="2646"/>
                <a:ext cx="330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56" name="Google Shape;856;p39"/>
              <p:cNvCxnSpPr/>
              <p:nvPr/>
            </p:nvCxnSpPr>
            <p:spPr>
              <a:xfrm>
                <a:off x="4153" y="2543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857" name="Google Shape;857;p39"/>
          <p:cNvCxnSpPr/>
          <p:nvPr/>
        </p:nvCxnSpPr>
        <p:spPr>
          <a:xfrm>
            <a:off x="2362200" y="4054475"/>
            <a:ext cx="6858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858" name="Google Shape;858;p39"/>
          <p:cNvGrpSpPr/>
          <p:nvPr/>
        </p:nvGrpSpPr>
        <p:grpSpPr>
          <a:xfrm>
            <a:off x="3079750" y="4648200"/>
            <a:ext cx="4037012" cy="327025"/>
            <a:chOff x="1940" y="2928"/>
            <a:chExt cx="2543" cy="206"/>
          </a:xfrm>
        </p:grpSpPr>
        <p:grpSp>
          <p:nvGrpSpPr>
            <p:cNvPr id="859" name="Google Shape;859;p39"/>
            <p:cNvGrpSpPr/>
            <p:nvPr/>
          </p:nvGrpSpPr>
          <p:grpSpPr>
            <a:xfrm>
              <a:off x="1940" y="2928"/>
              <a:ext cx="1271" cy="206"/>
              <a:chOff x="1940" y="2928"/>
              <a:chExt cx="1271" cy="206"/>
            </a:xfrm>
          </p:grpSpPr>
          <p:cxnSp>
            <p:nvCxnSpPr>
              <p:cNvPr id="860" name="Google Shape;860;p39"/>
              <p:cNvCxnSpPr/>
              <p:nvPr/>
            </p:nvCxnSpPr>
            <p:spPr>
              <a:xfrm rot="10800000">
                <a:off x="1940" y="3031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00008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61" name="Google Shape;861;p39"/>
              <p:cNvCxnSpPr/>
              <p:nvPr/>
            </p:nvCxnSpPr>
            <p:spPr>
              <a:xfrm>
                <a:off x="2271" y="2928"/>
                <a:ext cx="330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00008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62" name="Google Shape;862;p39"/>
              <p:cNvCxnSpPr/>
              <p:nvPr/>
            </p:nvCxnSpPr>
            <p:spPr>
              <a:xfrm>
                <a:off x="2549" y="2928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00008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63" name="Google Shape;863;p39"/>
              <p:cNvCxnSpPr/>
              <p:nvPr/>
            </p:nvCxnSpPr>
            <p:spPr>
              <a:xfrm rot="10800000">
                <a:off x="2880" y="3031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00008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864" name="Google Shape;864;p39"/>
            <p:cNvGrpSpPr/>
            <p:nvPr/>
          </p:nvGrpSpPr>
          <p:grpSpPr>
            <a:xfrm>
              <a:off x="3212" y="2928"/>
              <a:ext cx="1271" cy="206"/>
              <a:chOff x="3212" y="2928"/>
              <a:chExt cx="1271" cy="206"/>
            </a:xfrm>
          </p:grpSpPr>
          <p:cxnSp>
            <p:nvCxnSpPr>
              <p:cNvPr id="865" name="Google Shape;865;p39"/>
              <p:cNvCxnSpPr/>
              <p:nvPr/>
            </p:nvCxnSpPr>
            <p:spPr>
              <a:xfrm rot="10800000">
                <a:off x="3212" y="3031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00008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66" name="Google Shape;866;p39"/>
              <p:cNvCxnSpPr/>
              <p:nvPr/>
            </p:nvCxnSpPr>
            <p:spPr>
              <a:xfrm>
                <a:off x="3543" y="2928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00008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67" name="Google Shape;867;p39"/>
              <p:cNvCxnSpPr/>
              <p:nvPr/>
            </p:nvCxnSpPr>
            <p:spPr>
              <a:xfrm>
                <a:off x="3823" y="2928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00008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68" name="Google Shape;868;p39"/>
              <p:cNvCxnSpPr/>
              <p:nvPr/>
            </p:nvCxnSpPr>
            <p:spPr>
              <a:xfrm rot="10800000">
                <a:off x="4152" y="3031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00008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869" name="Google Shape;869;p39"/>
          <p:cNvCxnSpPr/>
          <p:nvPr/>
        </p:nvCxnSpPr>
        <p:spPr>
          <a:xfrm>
            <a:off x="2362200" y="4343400"/>
            <a:ext cx="685800" cy="609600"/>
          </a:xfrm>
          <a:prstGeom prst="straightConnector1">
            <a:avLst/>
          </a:prstGeom>
          <a:noFill/>
          <a:ln w="508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870" name="Google Shape;870;p39"/>
          <p:cNvGrpSpPr/>
          <p:nvPr/>
        </p:nvGrpSpPr>
        <p:grpSpPr>
          <a:xfrm>
            <a:off x="3078162" y="4646612"/>
            <a:ext cx="4040187" cy="327025"/>
            <a:chOff x="1939" y="2927"/>
            <a:chExt cx="2545" cy="206"/>
          </a:xfrm>
        </p:grpSpPr>
        <p:grpSp>
          <p:nvGrpSpPr>
            <p:cNvPr id="871" name="Google Shape;871;p39"/>
            <p:cNvGrpSpPr/>
            <p:nvPr/>
          </p:nvGrpSpPr>
          <p:grpSpPr>
            <a:xfrm>
              <a:off x="1939" y="2927"/>
              <a:ext cx="1273" cy="206"/>
              <a:chOff x="1939" y="2927"/>
              <a:chExt cx="1273" cy="206"/>
            </a:xfrm>
          </p:grpSpPr>
          <p:cxnSp>
            <p:nvCxnSpPr>
              <p:cNvPr id="872" name="Google Shape;872;p39"/>
              <p:cNvCxnSpPr/>
              <p:nvPr/>
            </p:nvCxnSpPr>
            <p:spPr>
              <a:xfrm>
                <a:off x="1939" y="2927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73" name="Google Shape;873;p39"/>
              <p:cNvCxnSpPr/>
              <p:nvPr/>
            </p:nvCxnSpPr>
            <p:spPr>
              <a:xfrm rot="10800000">
                <a:off x="2270" y="3030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74" name="Google Shape;874;p39"/>
              <p:cNvCxnSpPr/>
              <p:nvPr/>
            </p:nvCxnSpPr>
            <p:spPr>
              <a:xfrm rot="10800000">
                <a:off x="2550" y="3030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75" name="Google Shape;875;p39"/>
              <p:cNvCxnSpPr/>
              <p:nvPr/>
            </p:nvCxnSpPr>
            <p:spPr>
              <a:xfrm>
                <a:off x="2881" y="2927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876" name="Google Shape;876;p39"/>
            <p:cNvGrpSpPr/>
            <p:nvPr/>
          </p:nvGrpSpPr>
          <p:grpSpPr>
            <a:xfrm>
              <a:off x="3211" y="2927"/>
              <a:ext cx="1273" cy="206"/>
              <a:chOff x="3211" y="2927"/>
              <a:chExt cx="1273" cy="206"/>
            </a:xfrm>
          </p:grpSpPr>
          <p:cxnSp>
            <p:nvCxnSpPr>
              <p:cNvPr id="877" name="Google Shape;877;p39"/>
              <p:cNvCxnSpPr/>
              <p:nvPr/>
            </p:nvCxnSpPr>
            <p:spPr>
              <a:xfrm>
                <a:off x="3211" y="2927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78" name="Google Shape;878;p39"/>
              <p:cNvCxnSpPr/>
              <p:nvPr/>
            </p:nvCxnSpPr>
            <p:spPr>
              <a:xfrm rot="10800000">
                <a:off x="3542" y="3030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79" name="Google Shape;879;p39"/>
              <p:cNvCxnSpPr/>
              <p:nvPr/>
            </p:nvCxnSpPr>
            <p:spPr>
              <a:xfrm rot="10800000">
                <a:off x="3824" y="3030"/>
                <a:ext cx="330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80" name="Google Shape;880;p39"/>
              <p:cNvCxnSpPr/>
              <p:nvPr/>
            </p:nvCxnSpPr>
            <p:spPr>
              <a:xfrm>
                <a:off x="4153" y="2927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881" name="Google Shape;881;p39"/>
          <p:cNvCxnSpPr/>
          <p:nvPr/>
        </p:nvCxnSpPr>
        <p:spPr>
          <a:xfrm>
            <a:off x="2362200" y="4664075"/>
            <a:ext cx="6858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882" name="Google Shape;882;p39"/>
          <p:cNvGrpSpPr/>
          <p:nvPr/>
        </p:nvGrpSpPr>
        <p:grpSpPr>
          <a:xfrm>
            <a:off x="3079750" y="5257800"/>
            <a:ext cx="4037012" cy="327025"/>
            <a:chOff x="1940" y="3312"/>
            <a:chExt cx="2543" cy="206"/>
          </a:xfrm>
        </p:grpSpPr>
        <p:grpSp>
          <p:nvGrpSpPr>
            <p:cNvPr id="883" name="Google Shape;883;p39"/>
            <p:cNvGrpSpPr/>
            <p:nvPr/>
          </p:nvGrpSpPr>
          <p:grpSpPr>
            <a:xfrm>
              <a:off x="1940" y="3312"/>
              <a:ext cx="1271" cy="206"/>
              <a:chOff x="1940" y="3312"/>
              <a:chExt cx="1271" cy="206"/>
            </a:xfrm>
          </p:grpSpPr>
          <p:cxnSp>
            <p:nvCxnSpPr>
              <p:cNvPr id="884" name="Google Shape;884;p39"/>
              <p:cNvCxnSpPr/>
              <p:nvPr/>
            </p:nvCxnSpPr>
            <p:spPr>
              <a:xfrm rot="10800000">
                <a:off x="1940" y="3415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AD69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85" name="Google Shape;885;p39"/>
              <p:cNvCxnSpPr/>
              <p:nvPr/>
            </p:nvCxnSpPr>
            <p:spPr>
              <a:xfrm>
                <a:off x="2271" y="3312"/>
                <a:ext cx="330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AD69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86" name="Google Shape;886;p39"/>
              <p:cNvCxnSpPr/>
              <p:nvPr/>
            </p:nvCxnSpPr>
            <p:spPr>
              <a:xfrm>
                <a:off x="2549" y="3312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AD69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87" name="Google Shape;887;p39"/>
              <p:cNvCxnSpPr/>
              <p:nvPr/>
            </p:nvCxnSpPr>
            <p:spPr>
              <a:xfrm rot="10800000">
                <a:off x="2880" y="3415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AD69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888" name="Google Shape;888;p39"/>
            <p:cNvGrpSpPr/>
            <p:nvPr/>
          </p:nvGrpSpPr>
          <p:grpSpPr>
            <a:xfrm>
              <a:off x="3212" y="3312"/>
              <a:ext cx="1271" cy="206"/>
              <a:chOff x="3212" y="3312"/>
              <a:chExt cx="1271" cy="206"/>
            </a:xfrm>
          </p:grpSpPr>
          <p:cxnSp>
            <p:nvCxnSpPr>
              <p:cNvPr id="889" name="Google Shape;889;p39"/>
              <p:cNvCxnSpPr/>
              <p:nvPr/>
            </p:nvCxnSpPr>
            <p:spPr>
              <a:xfrm rot="10800000">
                <a:off x="3212" y="3415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AD69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90" name="Google Shape;890;p39"/>
              <p:cNvCxnSpPr/>
              <p:nvPr/>
            </p:nvCxnSpPr>
            <p:spPr>
              <a:xfrm>
                <a:off x="3543" y="3312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AD69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91" name="Google Shape;891;p39"/>
              <p:cNvCxnSpPr/>
              <p:nvPr/>
            </p:nvCxnSpPr>
            <p:spPr>
              <a:xfrm>
                <a:off x="3823" y="3312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AD69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92" name="Google Shape;892;p39"/>
              <p:cNvCxnSpPr/>
              <p:nvPr/>
            </p:nvCxnSpPr>
            <p:spPr>
              <a:xfrm rot="10800000">
                <a:off x="4152" y="3415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rgbClr val="AD69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893" name="Google Shape;893;p39"/>
          <p:cNvCxnSpPr/>
          <p:nvPr/>
        </p:nvCxnSpPr>
        <p:spPr>
          <a:xfrm>
            <a:off x="2362200" y="5562600"/>
            <a:ext cx="685800" cy="0"/>
          </a:xfrm>
          <a:prstGeom prst="straightConnector1">
            <a:avLst/>
          </a:prstGeom>
          <a:noFill/>
          <a:ln w="50800" cap="flat" cmpd="sng">
            <a:solidFill>
              <a:srgbClr val="AD69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894" name="Google Shape;894;p39"/>
          <p:cNvGrpSpPr/>
          <p:nvPr/>
        </p:nvGrpSpPr>
        <p:grpSpPr>
          <a:xfrm>
            <a:off x="3078162" y="5256212"/>
            <a:ext cx="4040187" cy="327025"/>
            <a:chOff x="1939" y="3311"/>
            <a:chExt cx="2545" cy="206"/>
          </a:xfrm>
        </p:grpSpPr>
        <p:grpSp>
          <p:nvGrpSpPr>
            <p:cNvPr id="895" name="Google Shape;895;p39"/>
            <p:cNvGrpSpPr/>
            <p:nvPr/>
          </p:nvGrpSpPr>
          <p:grpSpPr>
            <a:xfrm>
              <a:off x="1939" y="3311"/>
              <a:ext cx="1273" cy="206"/>
              <a:chOff x="1939" y="3311"/>
              <a:chExt cx="1273" cy="206"/>
            </a:xfrm>
          </p:grpSpPr>
          <p:cxnSp>
            <p:nvCxnSpPr>
              <p:cNvPr id="896" name="Google Shape;896;p39"/>
              <p:cNvCxnSpPr/>
              <p:nvPr/>
            </p:nvCxnSpPr>
            <p:spPr>
              <a:xfrm>
                <a:off x="1939" y="3311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97" name="Google Shape;897;p39"/>
              <p:cNvCxnSpPr/>
              <p:nvPr/>
            </p:nvCxnSpPr>
            <p:spPr>
              <a:xfrm rot="10800000">
                <a:off x="2270" y="3414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98" name="Google Shape;898;p39"/>
              <p:cNvCxnSpPr/>
              <p:nvPr/>
            </p:nvCxnSpPr>
            <p:spPr>
              <a:xfrm rot="10800000">
                <a:off x="2550" y="3414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899" name="Google Shape;899;p39"/>
              <p:cNvCxnSpPr/>
              <p:nvPr/>
            </p:nvCxnSpPr>
            <p:spPr>
              <a:xfrm>
                <a:off x="2881" y="3311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900" name="Google Shape;900;p39"/>
            <p:cNvGrpSpPr/>
            <p:nvPr/>
          </p:nvGrpSpPr>
          <p:grpSpPr>
            <a:xfrm>
              <a:off x="3211" y="3311"/>
              <a:ext cx="1273" cy="206"/>
              <a:chOff x="3211" y="3311"/>
              <a:chExt cx="1273" cy="206"/>
            </a:xfrm>
          </p:grpSpPr>
          <p:cxnSp>
            <p:nvCxnSpPr>
              <p:cNvPr id="901" name="Google Shape;901;p39"/>
              <p:cNvCxnSpPr/>
              <p:nvPr/>
            </p:nvCxnSpPr>
            <p:spPr>
              <a:xfrm>
                <a:off x="3211" y="3311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902" name="Google Shape;902;p39"/>
              <p:cNvCxnSpPr/>
              <p:nvPr/>
            </p:nvCxnSpPr>
            <p:spPr>
              <a:xfrm rot="10800000">
                <a:off x="3542" y="3414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903" name="Google Shape;903;p39"/>
              <p:cNvCxnSpPr/>
              <p:nvPr/>
            </p:nvCxnSpPr>
            <p:spPr>
              <a:xfrm rot="10800000">
                <a:off x="3824" y="3414"/>
                <a:ext cx="330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904" name="Google Shape;904;p39"/>
              <p:cNvCxnSpPr/>
              <p:nvPr/>
            </p:nvCxnSpPr>
            <p:spPr>
              <a:xfrm>
                <a:off x="4153" y="3311"/>
                <a:ext cx="331" cy="103"/>
              </a:xfrm>
              <a:prstGeom prst="curvedConnector2">
                <a:avLst/>
              </a:prstGeom>
              <a:noFill/>
              <a:ln w="50800" cap="rnd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905" name="Google Shape;905;p39"/>
          <p:cNvCxnSpPr/>
          <p:nvPr/>
        </p:nvCxnSpPr>
        <p:spPr>
          <a:xfrm>
            <a:off x="2362200" y="5273675"/>
            <a:ext cx="6858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06" name="Google Shape;906;p39"/>
          <p:cNvSpPr/>
          <p:nvPr/>
        </p:nvSpPr>
        <p:spPr>
          <a:xfrm>
            <a:off x="2292350" y="3282950"/>
            <a:ext cx="1054100" cy="24257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07" name="Google Shape;907;p39"/>
          <p:cNvCxnSpPr/>
          <p:nvPr/>
        </p:nvCxnSpPr>
        <p:spPr>
          <a:xfrm>
            <a:off x="3352800" y="3276600"/>
            <a:ext cx="5715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08" name="Google Shape;908;p39"/>
          <p:cNvCxnSpPr/>
          <p:nvPr/>
        </p:nvCxnSpPr>
        <p:spPr>
          <a:xfrm>
            <a:off x="3352800" y="5715000"/>
            <a:ext cx="5715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09" name="Google Shape;909;p39"/>
          <p:cNvSpPr txBox="1"/>
          <p:nvPr/>
        </p:nvSpPr>
        <p:spPr>
          <a:xfrm>
            <a:off x="2700337" y="5805487"/>
            <a:ext cx="17494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Pinagem do conector RJ45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915" name="Google Shape;915;p40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Conector RJ45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Padrão de conectorização EIA/TIA 568B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 ethernet normal (568B-568B)</a:t>
            </a:r>
            <a:endParaRPr/>
          </a:p>
          <a:p>
            <a:pPr marL="342900" marR="0" lvl="0" indent="-2667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0"/>
          <p:cNvSpPr txBox="1"/>
          <p:nvPr/>
        </p:nvSpPr>
        <p:spPr>
          <a:xfrm>
            <a:off x="1970087" y="32781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17" name="Google Shape;917;p40"/>
          <p:cNvSpPr txBox="1"/>
          <p:nvPr/>
        </p:nvSpPr>
        <p:spPr>
          <a:xfrm>
            <a:off x="1970087" y="35829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18" name="Google Shape;918;p40"/>
          <p:cNvSpPr txBox="1"/>
          <p:nvPr/>
        </p:nvSpPr>
        <p:spPr>
          <a:xfrm>
            <a:off x="1970087" y="38877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19" name="Google Shape;919;p40"/>
          <p:cNvSpPr txBox="1"/>
          <p:nvPr/>
        </p:nvSpPr>
        <p:spPr>
          <a:xfrm>
            <a:off x="1970087" y="41925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920" name="Google Shape;920;p40"/>
          <p:cNvSpPr txBox="1"/>
          <p:nvPr/>
        </p:nvSpPr>
        <p:spPr>
          <a:xfrm>
            <a:off x="1970087" y="4497387"/>
            <a:ext cx="3143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921" name="Google Shape;921;p40"/>
          <p:cNvSpPr txBox="1"/>
          <p:nvPr/>
        </p:nvSpPr>
        <p:spPr>
          <a:xfrm>
            <a:off x="1970087" y="4802187"/>
            <a:ext cx="3143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922" name="Google Shape;922;p40"/>
          <p:cNvSpPr txBox="1"/>
          <p:nvPr/>
        </p:nvSpPr>
        <p:spPr>
          <a:xfrm>
            <a:off x="1970087" y="5106987"/>
            <a:ext cx="3143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923" name="Google Shape;923;p40"/>
          <p:cNvSpPr txBox="1"/>
          <p:nvPr/>
        </p:nvSpPr>
        <p:spPr>
          <a:xfrm>
            <a:off x="1970087" y="54117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924" name="Google Shape;924;p40"/>
          <p:cNvSpPr txBox="1"/>
          <p:nvPr/>
        </p:nvSpPr>
        <p:spPr>
          <a:xfrm>
            <a:off x="7088187" y="32781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Branco-Verde</a:t>
            </a:r>
            <a:endParaRPr/>
          </a:p>
        </p:txBody>
      </p:sp>
      <p:sp>
        <p:nvSpPr>
          <p:cNvPr id="925" name="Google Shape;925;p40"/>
          <p:cNvSpPr txBox="1"/>
          <p:nvPr/>
        </p:nvSpPr>
        <p:spPr>
          <a:xfrm>
            <a:off x="7088187" y="35067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Verde</a:t>
            </a:r>
            <a:endParaRPr/>
          </a:p>
        </p:txBody>
      </p:sp>
      <p:sp>
        <p:nvSpPr>
          <p:cNvPr id="926" name="Google Shape;926;p40"/>
          <p:cNvSpPr txBox="1"/>
          <p:nvPr/>
        </p:nvSpPr>
        <p:spPr>
          <a:xfrm>
            <a:off x="7088187" y="38877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Branco-Laranja</a:t>
            </a:r>
            <a:endParaRPr/>
          </a:p>
        </p:txBody>
      </p:sp>
      <p:sp>
        <p:nvSpPr>
          <p:cNvPr id="927" name="Google Shape;927;p40"/>
          <p:cNvSpPr txBox="1"/>
          <p:nvPr/>
        </p:nvSpPr>
        <p:spPr>
          <a:xfrm>
            <a:off x="7088187" y="41163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Laranja</a:t>
            </a:r>
            <a:endParaRPr/>
          </a:p>
        </p:txBody>
      </p:sp>
      <p:sp>
        <p:nvSpPr>
          <p:cNvPr id="928" name="Google Shape;928;p40"/>
          <p:cNvSpPr txBox="1"/>
          <p:nvPr/>
        </p:nvSpPr>
        <p:spPr>
          <a:xfrm>
            <a:off x="7088187" y="44973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Branco-Azul</a:t>
            </a:r>
            <a:endParaRPr/>
          </a:p>
        </p:txBody>
      </p:sp>
      <p:sp>
        <p:nvSpPr>
          <p:cNvPr id="929" name="Google Shape;929;p40"/>
          <p:cNvSpPr txBox="1"/>
          <p:nvPr/>
        </p:nvSpPr>
        <p:spPr>
          <a:xfrm>
            <a:off x="7088187" y="47259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Azul</a:t>
            </a:r>
            <a:endParaRPr/>
          </a:p>
        </p:txBody>
      </p:sp>
      <p:sp>
        <p:nvSpPr>
          <p:cNvPr id="930" name="Google Shape;930;p40"/>
          <p:cNvSpPr txBox="1"/>
          <p:nvPr/>
        </p:nvSpPr>
        <p:spPr>
          <a:xfrm>
            <a:off x="7088187" y="51069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Branco-Marrom</a:t>
            </a:r>
            <a:endParaRPr/>
          </a:p>
        </p:txBody>
      </p:sp>
      <p:sp>
        <p:nvSpPr>
          <p:cNvPr id="931" name="Google Shape;931;p40"/>
          <p:cNvSpPr txBox="1"/>
          <p:nvPr/>
        </p:nvSpPr>
        <p:spPr>
          <a:xfrm>
            <a:off x="7088187" y="53355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Marrom</a:t>
            </a:r>
            <a:endParaRPr/>
          </a:p>
        </p:txBody>
      </p:sp>
      <p:grpSp>
        <p:nvGrpSpPr>
          <p:cNvPr id="932" name="Google Shape;932;p40"/>
          <p:cNvGrpSpPr/>
          <p:nvPr/>
        </p:nvGrpSpPr>
        <p:grpSpPr>
          <a:xfrm>
            <a:off x="3079750" y="3429000"/>
            <a:ext cx="2017712" cy="327025"/>
            <a:chOff x="1940" y="2160"/>
            <a:chExt cx="1271" cy="206"/>
          </a:xfrm>
        </p:grpSpPr>
        <p:cxnSp>
          <p:nvCxnSpPr>
            <p:cNvPr id="933" name="Google Shape;933;p40"/>
            <p:cNvCxnSpPr/>
            <p:nvPr/>
          </p:nvCxnSpPr>
          <p:spPr>
            <a:xfrm rot="10800000">
              <a:off x="1940" y="2263"/>
              <a:ext cx="331" cy="103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34" name="Google Shape;934;p40"/>
            <p:cNvCxnSpPr/>
            <p:nvPr/>
          </p:nvCxnSpPr>
          <p:spPr>
            <a:xfrm>
              <a:off x="2271" y="2160"/>
              <a:ext cx="330" cy="103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35" name="Google Shape;935;p40"/>
            <p:cNvCxnSpPr/>
            <p:nvPr/>
          </p:nvCxnSpPr>
          <p:spPr>
            <a:xfrm>
              <a:off x="2549" y="2160"/>
              <a:ext cx="331" cy="103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36" name="Google Shape;936;p40"/>
            <p:cNvCxnSpPr/>
            <p:nvPr/>
          </p:nvCxnSpPr>
          <p:spPr>
            <a:xfrm rot="10800000">
              <a:off x="2880" y="2263"/>
              <a:ext cx="331" cy="103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937" name="Google Shape;937;p40"/>
          <p:cNvGrpSpPr/>
          <p:nvPr/>
        </p:nvGrpSpPr>
        <p:grpSpPr>
          <a:xfrm>
            <a:off x="5099050" y="3429000"/>
            <a:ext cx="2017712" cy="327025"/>
            <a:chOff x="3212" y="2160"/>
            <a:chExt cx="1271" cy="206"/>
          </a:xfrm>
        </p:grpSpPr>
        <p:cxnSp>
          <p:nvCxnSpPr>
            <p:cNvPr id="938" name="Google Shape;938;p40"/>
            <p:cNvCxnSpPr/>
            <p:nvPr/>
          </p:nvCxnSpPr>
          <p:spPr>
            <a:xfrm rot="10800000">
              <a:off x="3212" y="2263"/>
              <a:ext cx="331" cy="103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39" name="Google Shape;939;p40"/>
            <p:cNvCxnSpPr/>
            <p:nvPr/>
          </p:nvCxnSpPr>
          <p:spPr>
            <a:xfrm>
              <a:off x="3543" y="2160"/>
              <a:ext cx="331" cy="103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40" name="Google Shape;940;p40"/>
            <p:cNvCxnSpPr/>
            <p:nvPr/>
          </p:nvCxnSpPr>
          <p:spPr>
            <a:xfrm>
              <a:off x="3823" y="2160"/>
              <a:ext cx="331" cy="103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41" name="Google Shape;941;p40"/>
            <p:cNvCxnSpPr/>
            <p:nvPr/>
          </p:nvCxnSpPr>
          <p:spPr>
            <a:xfrm rot="10800000">
              <a:off x="4152" y="2263"/>
              <a:ext cx="331" cy="103"/>
            </a:xfrm>
            <a:prstGeom prst="curvedConnector2">
              <a:avLst/>
            </a:prstGeom>
            <a:solidFill>
              <a:schemeClr val="lt1"/>
            </a:solidFill>
            <a:ln w="50800" cap="rnd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cxnSp>
        <p:nvCxnSpPr>
          <p:cNvPr id="942" name="Google Shape;942;p40"/>
          <p:cNvCxnSpPr/>
          <p:nvPr/>
        </p:nvCxnSpPr>
        <p:spPr>
          <a:xfrm rot="10800000" flipH="1">
            <a:off x="2362200" y="3733800"/>
            <a:ext cx="685800" cy="1219200"/>
          </a:xfrm>
          <a:prstGeom prst="straightConnector1">
            <a:avLst/>
          </a:prstGeom>
          <a:noFill/>
          <a:ln w="50800" cap="flat" cmpd="sng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943" name="Google Shape;943;p40"/>
          <p:cNvGrpSpPr/>
          <p:nvPr/>
        </p:nvGrpSpPr>
        <p:grpSpPr>
          <a:xfrm>
            <a:off x="3078162" y="3427412"/>
            <a:ext cx="2020887" cy="327025"/>
            <a:chOff x="1939" y="2159"/>
            <a:chExt cx="1273" cy="206"/>
          </a:xfrm>
        </p:grpSpPr>
        <p:cxnSp>
          <p:nvCxnSpPr>
            <p:cNvPr id="944" name="Google Shape;944;p40"/>
            <p:cNvCxnSpPr/>
            <p:nvPr/>
          </p:nvCxnSpPr>
          <p:spPr>
            <a:xfrm>
              <a:off x="1939" y="2159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45" name="Google Shape;945;p40"/>
            <p:cNvCxnSpPr/>
            <p:nvPr/>
          </p:nvCxnSpPr>
          <p:spPr>
            <a:xfrm rot="10800000">
              <a:off x="2270" y="2262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46" name="Google Shape;946;p40"/>
            <p:cNvCxnSpPr/>
            <p:nvPr/>
          </p:nvCxnSpPr>
          <p:spPr>
            <a:xfrm rot="10800000">
              <a:off x="2550" y="2262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47" name="Google Shape;947;p40"/>
            <p:cNvCxnSpPr/>
            <p:nvPr/>
          </p:nvCxnSpPr>
          <p:spPr>
            <a:xfrm>
              <a:off x="2881" y="2159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948" name="Google Shape;948;p40"/>
          <p:cNvGrpSpPr/>
          <p:nvPr/>
        </p:nvGrpSpPr>
        <p:grpSpPr>
          <a:xfrm>
            <a:off x="5097462" y="3427412"/>
            <a:ext cx="2020887" cy="327025"/>
            <a:chOff x="3211" y="2159"/>
            <a:chExt cx="1273" cy="206"/>
          </a:xfrm>
        </p:grpSpPr>
        <p:cxnSp>
          <p:nvCxnSpPr>
            <p:cNvPr id="949" name="Google Shape;949;p40"/>
            <p:cNvCxnSpPr/>
            <p:nvPr/>
          </p:nvCxnSpPr>
          <p:spPr>
            <a:xfrm>
              <a:off x="3211" y="2159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50" name="Google Shape;950;p40"/>
            <p:cNvCxnSpPr/>
            <p:nvPr/>
          </p:nvCxnSpPr>
          <p:spPr>
            <a:xfrm rot="10800000">
              <a:off x="3542" y="2262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51" name="Google Shape;951;p40"/>
            <p:cNvCxnSpPr/>
            <p:nvPr/>
          </p:nvCxnSpPr>
          <p:spPr>
            <a:xfrm rot="10800000">
              <a:off x="3824" y="2262"/>
              <a:ext cx="330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52" name="Google Shape;952;p40"/>
            <p:cNvCxnSpPr/>
            <p:nvPr/>
          </p:nvCxnSpPr>
          <p:spPr>
            <a:xfrm>
              <a:off x="4153" y="2159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cxnSp>
        <p:nvCxnSpPr>
          <p:cNvPr id="953" name="Google Shape;953;p40"/>
          <p:cNvCxnSpPr/>
          <p:nvPr/>
        </p:nvCxnSpPr>
        <p:spPr>
          <a:xfrm rot="10800000" flipH="1">
            <a:off x="2362200" y="3444875"/>
            <a:ext cx="685800" cy="669925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954" name="Google Shape;954;p40"/>
          <p:cNvGrpSpPr/>
          <p:nvPr/>
        </p:nvGrpSpPr>
        <p:grpSpPr>
          <a:xfrm>
            <a:off x="3079750" y="4038600"/>
            <a:ext cx="2017712" cy="327025"/>
            <a:chOff x="1940" y="2544"/>
            <a:chExt cx="1271" cy="206"/>
          </a:xfrm>
        </p:grpSpPr>
        <p:cxnSp>
          <p:nvCxnSpPr>
            <p:cNvPr id="955" name="Google Shape;955;p40"/>
            <p:cNvCxnSpPr/>
            <p:nvPr/>
          </p:nvCxnSpPr>
          <p:spPr>
            <a:xfrm rot="10800000">
              <a:off x="1940" y="2647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56" name="Google Shape;956;p40"/>
            <p:cNvCxnSpPr/>
            <p:nvPr/>
          </p:nvCxnSpPr>
          <p:spPr>
            <a:xfrm>
              <a:off x="2271" y="2544"/>
              <a:ext cx="330" cy="103"/>
            </a:xfrm>
            <a:prstGeom prst="curvedConnector2">
              <a:avLst/>
            </a:prstGeom>
            <a:noFill/>
            <a:ln w="50800" cap="rnd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57" name="Google Shape;957;p40"/>
            <p:cNvCxnSpPr/>
            <p:nvPr/>
          </p:nvCxnSpPr>
          <p:spPr>
            <a:xfrm>
              <a:off x="2549" y="2544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58" name="Google Shape;958;p40"/>
            <p:cNvCxnSpPr/>
            <p:nvPr/>
          </p:nvCxnSpPr>
          <p:spPr>
            <a:xfrm rot="10800000">
              <a:off x="2880" y="2647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959" name="Google Shape;959;p40"/>
          <p:cNvGrpSpPr/>
          <p:nvPr/>
        </p:nvGrpSpPr>
        <p:grpSpPr>
          <a:xfrm>
            <a:off x="5099050" y="4038600"/>
            <a:ext cx="2017712" cy="327025"/>
            <a:chOff x="3212" y="2544"/>
            <a:chExt cx="1271" cy="206"/>
          </a:xfrm>
        </p:grpSpPr>
        <p:cxnSp>
          <p:nvCxnSpPr>
            <p:cNvPr id="960" name="Google Shape;960;p40"/>
            <p:cNvCxnSpPr/>
            <p:nvPr/>
          </p:nvCxnSpPr>
          <p:spPr>
            <a:xfrm rot="10800000">
              <a:off x="3212" y="2647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61" name="Google Shape;961;p40"/>
            <p:cNvCxnSpPr/>
            <p:nvPr/>
          </p:nvCxnSpPr>
          <p:spPr>
            <a:xfrm>
              <a:off x="3543" y="2544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62" name="Google Shape;962;p40"/>
            <p:cNvCxnSpPr/>
            <p:nvPr/>
          </p:nvCxnSpPr>
          <p:spPr>
            <a:xfrm>
              <a:off x="3823" y="2544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63" name="Google Shape;963;p40"/>
            <p:cNvCxnSpPr/>
            <p:nvPr/>
          </p:nvCxnSpPr>
          <p:spPr>
            <a:xfrm rot="10800000">
              <a:off x="4152" y="2647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cxnSp>
        <p:nvCxnSpPr>
          <p:cNvPr id="964" name="Google Shape;964;p40"/>
          <p:cNvCxnSpPr/>
          <p:nvPr/>
        </p:nvCxnSpPr>
        <p:spPr>
          <a:xfrm>
            <a:off x="2362200" y="3733800"/>
            <a:ext cx="685800" cy="609600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965" name="Google Shape;965;p40"/>
          <p:cNvGrpSpPr/>
          <p:nvPr/>
        </p:nvGrpSpPr>
        <p:grpSpPr>
          <a:xfrm>
            <a:off x="3078162" y="4037012"/>
            <a:ext cx="2020887" cy="327025"/>
            <a:chOff x="1939" y="2543"/>
            <a:chExt cx="1273" cy="206"/>
          </a:xfrm>
        </p:grpSpPr>
        <p:cxnSp>
          <p:nvCxnSpPr>
            <p:cNvPr id="966" name="Google Shape;966;p40"/>
            <p:cNvCxnSpPr/>
            <p:nvPr/>
          </p:nvCxnSpPr>
          <p:spPr>
            <a:xfrm>
              <a:off x="1939" y="2543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67" name="Google Shape;967;p40"/>
            <p:cNvCxnSpPr/>
            <p:nvPr/>
          </p:nvCxnSpPr>
          <p:spPr>
            <a:xfrm rot="10800000">
              <a:off x="2270" y="2646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68" name="Google Shape;968;p40"/>
            <p:cNvCxnSpPr/>
            <p:nvPr/>
          </p:nvCxnSpPr>
          <p:spPr>
            <a:xfrm rot="10800000">
              <a:off x="2550" y="2646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69" name="Google Shape;969;p40"/>
            <p:cNvCxnSpPr/>
            <p:nvPr/>
          </p:nvCxnSpPr>
          <p:spPr>
            <a:xfrm>
              <a:off x="2881" y="2543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970" name="Google Shape;970;p40"/>
          <p:cNvGrpSpPr/>
          <p:nvPr/>
        </p:nvGrpSpPr>
        <p:grpSpPr>
          <a:xfrm>
            <a:off x="5097462" y="4037012"/>
            <a:ext cx="2020887" cy="327025"/>
            <a:chOff x="3211" y="2543"/>
            <a:chExt cx="1273" cy="206"/>
          </a:xfrm>
        </p:grpSpPr>
        <p:cxnSp>
          <p:nvCxnSpPr>
            <p:cNvPr id="971" name="Google Shape;971;p40"/>
            <p:cNvCxnSpPr/>
            <p:nvPr/>
          </p:nvCxnSpPr>
          <p:spPr>
            <a:xfrm>
              <a:off x="3211" y="2543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72" name="Google Shape;972;p40"/>
            <p:cNvCxnSpPr/>
            <p:nvPr/>
          </p:nvCxnSpPr>
          <p:spPr>
            <a:xfrm rot="10800000">
              <a:off x="3542" y="2646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73" name="Google Shape;973;p40"/>
            <p:cNvCxnSpPr/>
            <p:nvPr/>
          </p:nvCxnSpPr>
          <p:spPr>
            <a:xfrm rot="10800000">
              <a:off x="3824" y="2646"/>
              <a:ext cx="330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74" name="Google Shape;974;p40"/>
            <p:cNvCxnSpPr/>
            <p:nvPr/>
          </p:nvCxnSpPr>
          <p:spPr>
            <a:xfrm>
              <a:off x="4153" y="2543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cxnSp>
        <p:nvCxnSpPr>
          <p:cNvPr id="975" name="Google Shape;975;p40"/>
          <p:cNvCxnSpPr/>
          <p:nvPr/>
        </p:nvCxnSpPr>
        <p:spPr>
          <a:xfrm>
            <a:off x="2362200" y="3429000"/>
            <a:ext cx="685800" cy="625475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976" name="Google Shape;976;p40"/>
          <p:cNvGrpSpPr/>
          <p:nvPr/>
        </p:nvGrpSpPr>
        <p:grpSpPr>
          <a:xfrm>
            <a:off x="3079750" y="4648200"/>
            <a:ext cx="2017712" cy="327025"/>
            <a:chOff x="1940" y="2928"/>
            <a:chExt cx="1271" cy="206"/>
          </a:xfrm>
        </p:grpSpPr>
        <p:cxnSp>
          <p:nvCxnSpPr>
            <p:cNvPr id="977" name="Google Shape;977;p40"/>
            <p:cNvCxnSpPr/>
            <p:nvPr/>
          </p:nvCxnSpPr>
          <p:spPr>
            <a:xfrm rot="10800000">
              <a:off x="1940" y="3031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00008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78" name="Google Shape;978;p40"/>
            <p:cNvCxnSpPr/>
            <p:nvPr/>
          </p:nvCxnSpPr>
          <p:spPr>
            <a:xfrm>
              <a:off x="2271" y="2928"/>
              <a:ext cx="330" cy="103"/>
            </a:xfrm>
            <a:prstGeom prst="curvedConnector2">
              <a:avLst/>
            </a:prstGeom>
            <a:noFill/>
            <a:ln w="50800" cap="rnd" cmpd="sng">
              <a:solidFill>
                <a:srgbClr val="00008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79" name="Google Shape;979;p40"/>
            <p:cNvCxnSpPr/>
            <p:nvPr/>
          </p:nvCxnSpPr>
          <p:spPr>
            <a:xfrm>
              <a:off x="2549" y="2928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00008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80" name="Google Shape;980;p40"/>
            <p:cNvCxnSpPr/>
            <p:nvPr/>
          </p:nvCxnSpPr>
          <p:spPr>
            <a:xfrm rot="10800000">
              <a:off x="2880" y="3031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00008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981" name="Google Shape;981;p40"/>
          <p:cNvGrpSpPr/>
          <p:nvPr/>
        </p:nvGrpSpPr>
        <p:grpSpPr>
          <a:xfrm>
            <a:off x="5099050" y="4648200"/>
            <a:ext cx="2017712" cy="327025"/>
            <a:chOff x="3212" y="2928"/>
            <a:chExt cx="1271" cy="206"/>
          </a:xfrm>
        </p:grpSpPr>
        <p:cxnSp>
          <p:nvCxnSpPr>
            <p:cNvPr id="982" name="Google Shape;982;p40"/>
            <p:cNvCxnSpPr/>
            <p:nvPr/>
          </p:nvCxnSpPr>
          <p:spPr>
            <a:xfrm rot="10800000">
              <a:off x="3212" y="3031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00008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83" name="Google Shape;983;p40"/>
            <p:cNvCxnSpPr/>
            <p:nvPr/>
          </p:nvCxnSpPr>
          <p:spPr>
            <a:xfrm>
              <a:off x="3543" y="2928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00008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84" name="Google Shape;984;p40"/>
            <p:cNvCxnSpPr/>
            <p:nvPr/>
          </p:nvCxnSpPr>
          <p:spPr>
            <a:xfrm>
              <a:off x="3823" y="2928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00008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85" name="Google Shape;985;p40"/>
            <p:cNvCxnSpPr/>
            <p:nvPr/>
          </p:nvCxnSpPr>
          <p:spPr>
            <a:xfrm rot="10800000">
              <a:off x="4152" y="3031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00008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cxnSp>
        <p:nvCxnSpPr>
          <p:cNvPr id="986" name="Google Shape;986;p40"/>
          <p:cNvCxnSpPr/>
          <p:nvPr/>
        </p:nvCxnSpPr>
        <p:spPr>
          <a:xfrm>
            <a:off x="2362200" y="4343400"/>
            <a:ext cx="685800" cy="609600"/>
          </a:xfrm>
          <a:prstGeom prst="straightConnector1">
            <a:avLst/>
          </a:prstGeom>
          <a:noFill/>
          <a:ln w="50800" cap="flat" cmpd="sng">
            <a:solidFill>
              <a:srgbClr val="00008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987" name="Google Shape;987;p40"/>
          <p:cNvGrpSpPr/>
          <p:nvPr/>
        </p:nvGrpSpPr>
        <p:grpSpPr>
          <a:xfrm>
            <a:off x="3078162" y="4646612"/>
            <a:ext cx="2020887" cy="327025"/>
            <a:chOff x="1939" y="2927"/>
            <a:chExt cx="1273" cy="206"/>
          </a:xfrm>
        </p:grpSpPr>
        <p:cxnSp>
          <p:nvCxnSpPr>
            <p:cNvPr id="988" name="Google Shape;988;p40"/>
            <p:cNvCxnSpPr/>
            <p:nvPr/>
          </p:nvCxnSpPr>
          <p:spPr>
            <a:xfrm>
              <a:off x="1939" y="2927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89" name="Google Shape;989;p40"/>
            <p:cNvCxnSpPr/>
            <p:nvPr/>
          </p:nvCxnSpPr>
          <p:spPr>
            <a:xfrm rot="10800000">
              <a:off x="2270" y="3030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90" name="Google Shape;990;p40"/>
            <p:cNvCxnSpPr/>
            <p:nvPr/>
          </p:nvCxnSpPr>
          <p:spPr>
            <a:xfrm rot="10800000">
              <a:off x="2550" y="3030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91" name="Google Shape;991;p40"/>
            <p:cNvCxnSpPr/>
            <p:nvPr/>
          </p:nvCxnSpPr>
          <p:spPr>
            <a:xfrm>
              <a:off x="2881" y="2927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992" name="Google Shape;992;p40"/>
          <p:cNvGrpSpPr/>
          <p:nvPr/>
        </p:nvGrpSpPr>
        <p:grpSpPr>
          <a:xfrm>
            <a:off x="5097462" y="4646612"/>
            <a:ext cx="2020887" cy="327025"/>
            <a:chOff x="3211" y="2927"/>
            <a:chExt cx="1273" cy="206"/>
          </a:xfrm>
        </p:grpSpPr>
        <p:cxnSp>
          <p:nvCxnSpPr>
            <p:cNvPr id="993" name="Google Shape;993;p40"/>
            <p:cNvCxnSpPr/>
            <p:nvPr/>
          </p:nvCxnSpPr>
          <p:spPr>
            <a:xfrm>
              <a:off x="3211" y="2927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94" name="Google Shape;994;p40"/>
            <p:cNvCxnSpPr/>
            <p:nvPr/>
          </p:nvCxnSpPr>
          <p:spPr>
            <a:xfrm rot="10800000">
              <a:off x="3542" y="3030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95" name="Google Shape;995;p40"/>
            <p:cNvCxnSpPr/>
            <p:nvPr/>
          </p:nvCxnSpPr>
          <p:spPr>
            <a:xfrm rot="10800000">
              <a:off x="3824" y="3030"/>
              <a:ext cx="330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96" name="Google Shape;996;p40"/>
            <p:cNvCxnSpPr/>
            <p:nvPr/>
          </p:nvCxnSpPr>
          <p:spPr>
            <a:xfrm>
              <a:off x="4153" y="2927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cxnSp>
        <p:nvCxnSpPr>
          <p:cNvPr id="997" name="Google Shape;997;p40"/>
          <p:cNvCxnSpPr/>
          <p:nvPr/>
        </p:nvCxnSpPr>
        <p:spPr>
          <a:xfrm>
            <a:off x="2362200" y="4664075"/>
            <a:ext cx="6858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998" name="Google Shape;998;p40"/>
          <p:cNvGrpSpPr/>
          <p:nvPr/>
        </p:nvGrpSpPr>
        <p:grpSpPr>
          <a:xfrm>
            <a:off x="3079750" y="5257800"/>
            <a:ext cx="2017712" cy="327025"/>
            <a:chOff x="1940" y="3312"/>
            <a:chExt cx="1271" cy="206"/>
          </a:xfrm>
        </p:grpSpPr>
        <p:cxnSp>
          <p:nvCxnSpPr>
            <p:cNvPr id="999" name="Google Shape;999;p40"/>
            <p:cNvCxnSpPr/>
            <p:nvPr/>
          </p:nvCxnSpPr>
          <p:spPr>
            <a:xfrm rot="10800000">
              <a:off x="1940" y="3415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AD69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00" name="Google Shape;1000;p40"/>
            <p:cNvCxnSpPr/>
            <p:nvPr/>
          </p:nvCxnSpPr>
          <p:spPr>
            <a:xfrm>
              <a:off x="2271" y="3312"/>
              <a:ext cx="330" cy="103"/>
            </a:xfrm>
            <a:prstGeom prst="curvedConnector2">
              <a:avLst/>
            </a:prstGeom>
            <a:noFill/>
            <a:ln w="50800" cap="rnd" cmpd="sng">
              <a:solidFill>
                <a:srgbClr val="AD69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01" name="Google Shape;1001;p40"/>
            <p:cNvCxnSpPr/>
            <p:nvPr/>
          </p:nvCxnSpPr>
          <p:spPr>
            <a:xfrm>
              <a:off x="2549" y="3312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AD69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02" name="Google Shape;1002;p40"/>
            <p:cNvCxnSpPr/>
            <p:nvPr/>
          </p:nvCxnSpPr>
          <p:spPr>
            <a:xfrm rot="10800000">
              <a:off x="2880" y="3415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AD69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1003" name="Google Shape;1003;p40"/>
          <p:cNvGrpSpPr/>
          <p:nvPr/>
        </p:nvGrpSpPr>
        <p:grpSpPr>
          <a:xfrm>
            <a:off x="5099050" y="5257800"/>
            <a:ext cx="2017712" cy="327025"/>
            <a:chOff x="3212" y="3312"/>
            <a:chExt cx="1271" cy="206"/>
          </a:xfrm>
        </p:grpSpPr>
        <p:cxnSp>
          <p:nvCxnSpPr>
            <p:cNvPr id="1004" name="Google Shape;1004;p40"/>
            <p:cNvCxnSpPr/>
            <p:nvPr/>
          </p:nvCxnSpPr>
          <p:spPr>
            <a:xfrm rot="10800000">
              <a:off x="3212" y="3415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AD69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05" name="Google Shape;1005;p40"/>
            <p:cNvCxnSpPr/>
            <p:nvPr/>
          </p:nvCxnSpPr>
          <p:spPr>
            <a:xfrm>
              <a:off x="3543" y="3312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AD69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06" name="Google Shape;1006;p40"/>
            <p:cNvCxnSpPr/>
            <p:nvPr/>
          </p:nvCxnSpPr>
          <p:spPr>
            <a:xfrm>
              <a:off x="3823" y="3312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AD69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07" name="Google Shape;1007;p40"/>
            <p:cNvCxnSpPr/>
            <p:nvPr/>
          </p:nvCxnSpPr>
          <p:spPr>
            <a:xfrm rot="10800000">
              <a:off x="4152" y="3415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rgbClr val="AD69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cxnSp>
        <p:nvCxnSpPr>
          <p:cNvPr id="1008" name="Google Shape;1008;p40"/>
          <p:cNvCxnSpPr/>
          <p:nvPr/>
        </p:nvCxnSpPr>
        <p:spPr>
          <a:xfrm>
            <a:off x="2362200" y="5562600"/>
            <a:ext cx="685800" cy="0"/>
          </a:xfrm>
          <a:prstGeom prst="straightConnector1">
            <a:avLst/>
          </a:prstGeom>
          <a:noFill/>
          <a:ln w="50800" cap="flat" cmpd="sng">
            <a:solidFill>
              <a:srgbClr val="AD69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1009" name="Google Shape;1009;p40"/>
          <p:cNvGrpSpPr/>
          <p:nvPr/>
        </p:nvGrpSpPr>
        <p:grpSpPr>
          <a:xfrm>
            <a:off x="3078162" y="5256212"/>
            <a:ext cx="2020887" cy="327025"/>
            <a:chOff x="1939" y="3311"/>
            <a:chExt cx="1273" cy="206"/>
          </a:xfrm>
        </p:grpSpPr>
        <p:cxnSp>
          <p:nvCxnSpPr>
            <p:cNvPr id="1010" name="Google Shape;1010;p40"/>
            <p:cNvCxnSpPr/>
            <p:nvPr/>
          </p:nvCxnSpPr>
          <p:spPr>
            <a:xfrm>
              <a:off x="1939" y="3311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11" name="Google Shape;1011;p40"/>
            <p:cNvCxnSpPr/>
            <p:nvPr/>
          </p:nvCxnSpPr>
          <p:spPr>
            <a:xfrm rot="10800000">
              <a:off x="2270" y="3414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12" name="Google Shape;1012;p40"/>
            <p:cNvCxnSpPr/>
            <p:nvPr/>
          </p:nvCxnSpPr>
          <p:spPr>
            <a:xfrm rot="10800000">
              <a:off x="2550" y="3414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13" name="Google Shape;1013;p40"/>
            <p:cNvCxnSpPr/>
            <p:nvPr/>
          </p:nvCxnSpPr>
          <p:spPr>
            <a:xfrm>
              <a:off x="2881" y="3311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1014" name="Google Shape;1014;p40"/>
          <p:cNvGrpSpPr/>
          <p:nvPr/>
        </p:nvGrpSpPr>
        <p:grpSpPr>
          <a:xfrm>
            <a:off x="5097462" y="5256212"/>
            <a:ext cx="2020887" cy="327025"/>
            <a:chOff x="3211" y="3311"/>
            <a:chExt cx="1273" cy="206"/>
          </a:xfrm>
        </p:grpSpPr>
        <p:cxnSp>
          <p:nvCxnSpPr>
            <p:cNvPr id="1015" name="Google Shape;1015;p40"/>
            <p:cNvCxnSpPr/>
            <p:nvPr/>
          </p:nvCxnSpPr>
          <p:spPr>
            <a:xfrm>
              <a:off x="3211" y="3311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16" name="Google Shape;1016;p40"/>
            <p:cNvCxnSpPr/>
            <p:nvPr/>
          </p:nvCxnSpPr>
          <p:spPr>
            <a:xfrm rot="10800000">
              <a:off x="3542" y="3414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17" name="Google Shape;1017;p40"/>
            <p:cNvCxnSpPr/>
            <p:nvPr/>
          </p:nvCxnSpPr>
          <p:spPr>
            <a:xfrm rot="10800000">
              <a:off x="3824" y="3414"/>
              <a:ext cx="330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18" name="Google Shape;1018;p40"/>
            <p:cNvCxnSpPr/>
            <p:nvPr/>
          </p:nvCxnSpPr>
          <p:spPr>
            <a:xfrm>
              <a:off x="4153" y="3311"/>
              <a:ext cx="331" cy="103"/>
            </a:xfrm>
            <a:prstGeom prst="curvedConnector2">
              <a:avLst/>
            </a:prstGeom>
            <a:noFill/>
            <a:ln w="50800" cap="rnd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cxnSp>
        <p:nvCxnSpPr>
          <p:cNvPr id="1019" name="Google Shape;1019;p40"/>
          <p:cNvCxnSpPr/>
          <p:nvPr/>
        </p:nvCxnSpPr>
        <p:spPr>
          <a:xfrm>
            <a:off x="2362200" y="5273675"/>
            <a:ext cx="6858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20" name="Google Shape;1020;p40"/>
          <p:cNvSpPr/>
          <p:nvPr/>
        </p:nvSpPr>
        <p:spPr>
          <a:xfrm>
            <a:off x="2292350" y="3282950"/>
            <a:ext cx="1054100" cy="24257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1" name="Google Shape;1021;p40"/>
          <p:cNvCxnSpPr/>
          <p:nvPr/>
        </p:nvCxnSpPr>
        <p:spPr>
          <a:xfrm>
            <a:off x="3352800" y="3276600"/>
            <a:ext cx="5715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22" name="Google Shape;1022;p40"/>
          <p:cNvCxnSpPr/>
          <p:nvPr/>
        </p:nvCxnSpPr>
        <p:spPr>
          <a:xfrm>
            <a:off x="3352800" y="5715000"/>
            <a:ext cx="5715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23" name="Google Shape;1023;p40"/>
          <p:cNvSpPr txBox="1"/>
          <p:nvPr/>
        </p:nvSpPr>
        <p:spPr>
          <a:xfrm>
            <a:off x="5580062" y="5805487"/>
            <a:ext cx="17494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</a:t>
            </a:r>
            <a:b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UTP</a:t>
            </a:r>
            <a:endParaRPr/>
          </a:p>
        </p:txBody>
      </p:sp>
      <p:sp>
        <p:nvSpPr>
          <p:cNvPr id="1024" name="Google Shape;1024;p40"/>
          <p:cNvSpPr txBox="1"/>
          <p:nvPr/>
        </p:nvSpPr>
        <p:spPr>
          <a:xfrm>
            <a:off x="514350" y="3278187"/>
            <a:ext cx="1681162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 Laranja</a:t>
            </a:r>
            <a:endParaRPr/>
          </a:p>
        </p:txBody>
      </p:sp>
      <p:sp>
        <p:nvSpPr>
          <p:cNvPr id="1025" name="Google Shape;1025;p40"/>
          <p:cNvSpPr txBox="1"/>
          <p:nvPr/>
        </p:nvSpPr>
        <p:spPr>
          <a:xfrm>
            <a:off x="506412" y="3582987"/>
            <a:ext cx="19780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Laranja</a:t>
            </a:r>
            <a:endParaRPr/>
          </a:p>
        </p:txBody>
      </p:sp>
      <p:sp>
        <p:nvSpPr>
          <p:cNvPr id="1026" name="Google Shape;1026;p40"/>
          <p:cNvSpPr txBox="1"/>
          <p:nvPr/>
        </p:nvSpPr>
        <p:spPr>
          <a:xfrm>
            <a:off x="506412" y="3887787"/>
            <a:ext cx="19780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Branco-Verde</a:t>
            </a:r>
            <a:endParaRPr/>
          </a:p>
        </p:txBody>
      </p:sp>
      <p:sp>
        <p:nvSpPr>
          <p:cNvPr id="1027" name="Google Shape;1027;p40"/>
          <p:cNvSpPr txBox="1"/>
          <p:nvPr/>
        </p:nvSpPr>
        <p:spPr>
          <a:xfrm>
            <a:off x="506412" y="4192587"/>
            <a:ext cx="19780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Azul</a:t>
            </a:r>
            <a:endParaRPr/>
          </a:p>
        </p:txBody>
      </p:sp>
      <p:sp>
        <p:nvSpPr>
          <p:cNvPr id="1028" name="Google Shape;1028;p40"/>
          <p:cNvSpPr txBox="1"/>
          <p:nvPr/>
        </p:nvSpPr>
        <p:spPr>
          <a:xfrm>
            <a:off x="506412" y="4497387"/>
            <a:ext cx="19780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Branco-Azul</a:t>
            </a:r>
            <a:endParaRPr/>
          </a:p>
        </p:txBody>
      </p:sp>
      <p:sp>
        <p:nvSpPr>
          <p:cNvPr id="1029" name="Google Shape;1029;p40"/>
          <p:cNvSpPr txBox="1"/>
          <p:nvPr/>
        </p:nvSpPr>
        <p:spPr>
          <a:xfrm>
            <a:off x="468312" y="4802187"/>
            <a:ext cx="19780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Verde</a:t>
            </a:r>
            <a:endParaRPr/>
          </a:p>
        </p:txBody>
      </p:sp>
      <p:sp>
        <p:nvSpPr>
          <p:cNvPr id="1030" name="Google Shape;1030;p40"/>
          <p:cNvSpPr txBox="1"/>
          <p:nvPr/>
        </p:nvSpPr>
        <p:spPr>
          <a:xfrm>
            <a:off x="506412" y="5106987"/>
            <a:ext cx="1978025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Branco-Marrom</a:t>
            </a:r>
            <a:endParaRPr/>
          </a:p>
        </p:txBody>
      </p:sp>
      <p:sp>
        <p:nvSpPr>
          <p:cNvPr id="1031" name="Google Shape;1031;p40"/>
          <p:cNvSpPr txBox="1"/>
          <p:nvPr/>
        </p:nvSpPr>
        <p:spPr>
          <a:xfrm>
            <a:off x="514350" y="5411787"/>
            <a:ext cx="12493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Marrom</a:t>
            </a:r>
            <a:endParaRPr/>
          </a:p>
        </p:txBody>
      </p:sp>
      <p:sp>
        <p:nvSpPr>
          <p:cNvPr id="1032" name="Google Shape;1032;p40"/>
          <p:cNvSpPr txBox="1"/>
          <p:nvPr/>
        </p:nvSpPr>
        <p:spPr>
          <a:xfrm>
            <a:off x="2700337" y="5805487"/>
            <a:ext cx="17494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Pinagem do conector RJ45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41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1038" name="Google Shape;1038;p41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8532812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Cabo Ethernet cruzado (568A-568B)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41"/>
          <p:cNvSpPr txBox="1"/>
          <p:nvPr/>
        </p:nvSpPr>
        <p:spPr>
          <a:xfrm>
            <a:off x="539750" y="26685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Branco-Verde</a:t>
            </a:r>
            <a:endParaRPr/>
          </a:p>
        </p:txBody>
      </p:sp>
      <p:sp>
        <p:nvSpPr>
          <p:cNvPr id="1040" name="Google Shape;1040;p41"/>
          <p:cNvSpPr txBox="1"/>
          <p:nvPr/>
        </p:nvSpPr>
        <p:spPr>
          <a:xfrm>
            <a:off x="539750" y="29733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Verde</a:t>
            </a:r>
            <a:endParaRPr/>
          </a:p>
        </p:txBody>
      </p:sp>
      <p:sp>
        <p:nvSpPr>
          <p:cNvPr id="1041" name="Google Shape;1041;p41"/>
          <p:cNvSpPr txBox="1"/>
          <p:nvPr/>
        </p:nvSpPr>
        <p:spPr>
          <a:xfrm>
            <a:off x="395287" y="32781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Branco-Laranja</a:t>
            </a:r>
            <a:endParaRPr/>
          </a:p>
        </p:txBody>
      </p:sp>
      <p:sp>
        <p:nvSpPr>
          <p:cNvPr id="1042" name="Google Shape;1042;p41"/>
          <p:cNvSpPr txBox="1"/>
          <p:nvPr/>
        </p:nvSpPr>
        <p:spPr>
          <a:xfrm>
            <a:off x="539750" y="35829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Azul</a:t>
            </a:r>
            <a:endParaRPr/>
          </a:p>
        </p:txBody>
      </p:sp>
      <p:sp>
        <p:nvSpPr>
          <p:cNvPr id="1043" name="Google Shape;1043;p41"/>
          <p:cNvSpPr txBox="1"/>
          <p:nvPr/>
        </p:nvSpPr>
        <p:spPr>
          <a:xfrm>
            <a:off x="539750" y="38877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Branco-Azul</a:t>
            </a:r>
            <a:endParaRPr/>
          </a:p>
        </p:txBody>
      </p:sp>
      <p:sp>
        <p:nvSpPr>
          <p:cNvPr id="1044" name="Google Shape;1044;p41"/>
          <p:cNvSpPr txBox="1"/>
          <p:nvPr/>
        </p:nvSpPr>
        <p:spPr>
          <a:xfrm>
            <a:off x="539750" y="41925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Laranja</a:t>
            </a:r>
            <a:endParaRPr/>
          </a:p>
        </p:txBody>
      </p:sp>
      <p:sp>
        <p:nvSpPr>
          <p:cNvPr id="1045" name="Google Shape;1045;p41"/>
          <p:cNvSpPr txBox="1"/>
          <p:nvPr/>
        </p:nvSpPr>
        <p:spPr>
          <a:xfrm>
            <a:off x="395287" y="44973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Branco-Marrom</a:t>
            </a:r>
            <a:endParaRPr/>
          </a:p>
        </p:txBody>
      </p:sp>
      <p:sp>
        <p:nvSpPr>
          <p:cNvPr id="1046" name="Google Shape;1046;p41"/>
          <p:cNvSpPr txBox="1"/>
          <p:nvPr/>
        </p:nvSpPr>
        <p:spPr>
          <a:xfrm>
            <a:off x="539750" y="48021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Marrom</a:t>
            </a:r>
            <a:endParaRPr/>
          </a:p>
        </p:txBody>
      </p:sp>
      <p:sp>
        <p:nvSpPr>
          <p:cNvPr id="1047" name="Google Shape;1047;p41"/>
          <p:cNvSpPr txBox="1"/>
          <p:nvPr/>
        </p:nvSpPr>
        <p:spPr>
          <a:xfrm>
            <a:off x="2124075" y="26685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48" name="Google Shape;1048;p41"/>
          <p:cNvSpPr txBox="1"/>
          <p:nvPr/>
        </p:nvSpPr>
        <p:spPr>
          <a:xfrm>
            <a:off x="2124075" y="29733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49" name="Google Shape;1049;p41"/>
          <p:cNvSpPr txBox="1"/>
          <p:nvPr/>
        </p:nvSpPr>
        <p:spPr>
          <a:xfrm>
            <a:off x="2124075" y="32781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50" name="Google Shape;1050;p41"/>
          <p:cNvSpPr txBox="1"/>
          <p:nvPr/>
        </p:nvSpPr>
        <p:spPr>
          <a:xfrm>
            <a:off x="2124075" y="35829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51" name="Google Shape;1051;p41"/>
          <p:cNvSpPr txBox="1"/>
          <p:nvPr/>
        </p:nvSpPr>
        <p:spPr>
          <a:xfrm>
            <a:off x="2124075" y="3887787"/>
            <a:ext cx="3143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052" name="Google Shape;1052;p41"/>
          <p:cNvSpPr txBox="1"/>
          <p:nvPr/>
        </p:nvSpPr>
        <p:spPr>
          <a:xfrm>
            <a:off x="2124075" y="4192587"/>
            <a:ext cx="3143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053" name="Google Shape;1053;p41"/>
          <p:cNvSpPr txBox="1"/>
          <p:nvPr/>
        </p:nvSpPr>
        <p:spPr>
          <a:xfrm>
            <a:off x="2124075" y="4497387"/>
            <a:ext cx="3143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054" name="Google Shape;1054;p41"/>
          <p:cNvSpPr txBox="1"/>
          <p:nvPr/>
        </p:nvSpPr>
        <p:spPr>
          <a:xfrm>
            <a:off x="2124075" y="48021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cxnSp>
        <p:nvCxnSpPr>
          <p:cNvPr id="1055" name="Google Shape;1055;p41"/>
          <p:cNvCxnSpPr/>
          <p:nvPr/>
        </p:nvCxnSpPr>
        <p:spPr>
          <a:xfrm>
            <a:off x="2516187" y="3124200"/>
            <a:ext cx="685800" cy="0"/>
          </a:xfrm>
          <a:prstGeom prst="straightConnector1">
            <a:avLst/>
          </a:prstGeom>
          <a:noFill/>
          <a:ln w="50800" cap="flat" cmpd="sng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56" name="Google Shape;1056;p41"/>
          <p:cNvCxnSpPr/>
          <p:nvPr/>
        </p:nvCxnSpPr>
        <p:spPr>
          <a:xfrm>
            <a:off x="2516187" y="2835275"/>
            <a:ext cx="6858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57" name="Google Shape;1057;p41"/>
          <p:cNvCxnSpPr/>
          <p:nvPr/>
        </p:nvCxnSpPr>
        <p:spPr>
          <a:xfrm rot="10800000" flipH="1">
            <a:off x="2516187" y="3733800"/>
            <a:ext cx="685800" cy="609600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58" name="Google Shape;1058;p41"/>
          <p:cNvCxnSpPr/>
          <p:nvPr/>
        </p:nvCxnSpPr>
        <p:spPr>
          <a:xfrm>
            <a:off x="2516187" y="3444875"/>
            <a:ext cx="6858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59" name="Google Shape;1059;p41"/>
          <p:cNvCxnSpPr/>
          <p:nvPr/>
        </p:nvCxnSpPr>
        <p:spPr>
          <a:xfrm>
            <a:off x="2516187" y="3733800"/>
            <a:ext cx="685800" cy="609600"/>
          </a:xfrm>
          <a:prstGeom prst="straightConnector1">
            <a:avLst/>
          </a:prstGeom>
          <a:noFill/>
          <a:ln w="50800" cap="flat" cmpd="sng">
            <a:solidFill>
              <a:srgbClr val="00008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60" name="Google Shape;1060;p41"/>
          <p:cNvCxnSpPr/>
          <p:nvPr/>
        </p:nvCxnSpPr>
        <p:spPr>
          <a:xfrm>
            <a:off x="2516187" y="4054475"/>
            <a:ext cx="6858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61" name="Google Shape;1061;p41"/>
          <p:cNvCxnSpPr/>
          <p:nvPr/>
        </p:nvCxnSpPr>
        <p:spPr>
          <a:xfrm>
            <a:off x="2516187" y="4953000"/>
            <a:ext cx="685800" cy="0"/>
          </a:xfrm>
          <a:prstGeom prst="straightConnector1">
            <a:avLst/>
          </a:prstGeom>
          <a:noFill/>
          <a:ln w="50800" cap="flat" cmpd="sng">
            <a:solidFill>
              <a:srgbClr val="AD69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1062" name="Google Shape;1062;p41"/>
          <p:cNvGrpSpPr/>
          <p:nvPr/>
        </p:nvGrpSpPr>
        <p:grpSpPr>
          <a:xfrm>
            <a:off x="3232150" y="2817812"/>
            <a:ext cx="3248025" cy="2157412"/>
            <a:chOff x="1843" y="1775"/>
            <a:chExt cx="2046" cy="1359"/>
          </a:xfrm>
        </p:grpSpPr>
        <p:grpSp>
          <p:nvGrpSpPr>
            <p:cNvPr id="1063" name="Google Shape;1063;p41"/>
            <p:cNvGrpSpPr/>
            <p:nvPr/>
          </p:nvGrpSpPr>
          <p:grpSpPr>
            <a:xfrm>
              <a:off x="1844" y="1776"/>
              <a:ext cx="2045" cy="206"/>
              <a:chOff x="1844" y="1776"/>
              <a:chExt cx="2045" cy="206"/>
            </a:xfrm>
          </p:grpSpPr>
          <p:grpSp>
            <p:nvGrpSpPr>
              <p:cNvPr id="1064" name="Google Shape;1064;p41"/>
              <p:cNvGrpSpPr/>
              <p:nvPr/>
            </p:nvGrpSpPr>
            <p:grpSpPr>
              <a:xfrm>
                <a:off x="1844" y="1776"/>
                <a:ext cx="1022" cy="206"/>
                <a:chOff x="1844" y="1776"/>
                <a:chExt cx="1022" cy="206"/>
              </a:xfrm>
            </p:grpSpPr>
            <p:cxnSp>
              <p:nvCxnSpPr>
                <p:cNvPr id="1065" name="Google Shape;1065;p41"/>
                <p:cNvCxnSpPr/>
                <p:nvPr/>
              </p:nvCxnSpPr>
              <p:spPr>
                <a:xfrm rot="10800000">
                  <a:off x="1844" y="1878"/>
                  <a:ext cx="266" cy="103"/>
                </a:xfrm>
                <a:prstGeom prst="curvedConnector2">
                  <a:avLst/>
                </a:prstGeom>
                <a:solidFill>
                  <a:schemeClr val="lt1"/>
                </a:solidFill>
                <a:ln w="50800" cap="rnd" cmpd="sng">
                  <a:solidFill>
                    <a:srgbClr val="008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6" name="Google Shape;1066;p41"/>
                <p:cNvCxnSpPr/>
                <p:nvPr/>
              </p:nvCxnSpPr>
              <p:spPr>
                <a:xfrm>
                  <a:off x="2109" y="1776"/>
                  <a:ext cx="266" cy="103"/>
                </a:xfrm>
                <a:prstGeom prst="curvedConnector2">
                  <a:avLst/>
                </a:prstGeom>
                <a:solidFill>
                  <a:schemeClr val="lt1"/>
                </a:solidFill>
                <a:ln w="50800" cap="rnd" cmpd="sng">
                  <a:solidFill>
                    <a:srgbClr val="008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7" name="Google Shape;1067;p41"/>
                <p:cNvCxnSpPr/>
                <p:nvPr/>
              </p:nvCxnSpPr>
              <p:spPr>
                <a:xfrm>
                  <a:off x="2334" y="1776"/>
                  <a:ext cx="267" cy="103"/>
                </a:xfrm>
                <a:prstGeom prst="curvedConnector2">
                  <a:avLst/>
                </a:prstGeom>
                <a:solidFill>
                  <a:schemeClr val="lt1"/>
                </a:solidFill>
                <a:ln w="50800" cap="rnd" cmpd="sng">
                  <a:solidFill>
                    <a:srgbClr val="008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8" name="Google Shape;1068;p41"/>
                <p:cNvCxnSpPr/>
                <p:nvPr/>
              </p:nvCxnSpPr>
              <p:spPr>
                <a:xfrm rot="10800000">
                  <a:off x="2600" y="1879"/>
                  <a:ext cx="266" cy="103"/>
                </a:xfrm>
                <a:prstGeom prst="curvedConnector2">
                  <a:avLst/>
                </a:prstGeom>
                <a:solidFill>
                  <a:schemeClr val="lt1"/>
                </a:solidFill>
                <a:ln w="50800" cap="rnd" cmpd="sng">
                  <a:solidFill>
                    <a:srgbClr val="008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69" name="Google Shape;1069;p41"/>
              <p:cNvGrpSpPr/>
              <p:nvPr/>
            </p:nvGrpSpPr>
            <p:grpSpPr>
              <a:xfrm>
                <a:off x="2868" y="1776"/>
                <a:ext cx="1021" cy="206"/>
                <a:chOff x="2868" y="1776"/>
                <a:chExt cx="1021" cy="206"/>
              </a:xfrm>
            </p:grpSpPr>
            <p:cxnSp>
              <p:nvCxnSpPr>
                <p:cNvPr id="1070" name="Google Shape;1070;p41"/>
                <p:cNvCxnSpPr/>
                <p:nvPr/>
              </p:nvCxnSpPr>
              <p:spPr>
                <a:xfrm rot="10800000">
                  <a:off x="2868" y="1879"/>
                  <a:ext cx="265" cy="103"/>
                </a:xfrm>
                <a:prstGeom prst="curvedConnector2">
                  <a:avLst/>
                </a:prstGeom>
                <a:solidFill>
                  <a:schemeClr val="lt1"/>
                </a:solidFill>
                <a:ln w="50800" cap="rnd" cmpd="sng">
                  <a:solidFill>
                    <a:srgbClr val="008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1" name="Google Shape;1071;p41"/>
                <p:cNvCxnSpPr/>
                <p:nvPr/>
              </p:nvCxnSpPr>
              <p:spPr>
                <a:xfrm>
                  <a:off x="3133" y="1776"/>
                  <a:ext cx="266" cy="103"/>
                </a:xfrm>
                <a:prstGeom prst="curvedConnector2">
                  <a:avLst/>
                </a:prstGeom>
                <a:solidFill>
                  <a:schemeClr val="lt1"/>
                </a:solidFill>
                <a:ln w="50800" cap="rnd" cmpd="sng">
                  <a:solidFill>
                    <a:srgbClr val="008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2" name="Google Shape;1072;p41"/>
                <p:cNvCxnSpPr/>
                <p:nvPr/>
              </p:nvCxnSpPr>
              <p:spPr>
                <a:xfrm>
                  <a:off x="3357" y="1776"/>
                  <a:ext cx="266" cy="103"/>
                </a:xfrm>
                <a:prstGeom prst="curvedConnector2">
                  <a:avLst/>
                </a:prstGeom>
                <a:solidFill>
                  <a:schemeClr val="lt1"/>
                </a:solidFill>
                <a:ln w="50800" cap="rnd" cmpd="sng">
                  <a:solidFill>
                    <a:srgbClr val="008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" name="Google Shape;1073;p41"/>
                <p:cNvCxnSpPr/>
                <p:nvPr/>
              </p:nvCxnSpPr>
              <p:spPr>
                <a:xfrm rot="10800000">
                  <a:off x="3622" y="1879"/>
                  <a:ext cx="267" cy="103"/>
                </a:xfrm>
                <a:prstGeom prst="curvedConnector2">
                  <a:avLst/>
                </a:prstGeom>
                <a:solidFill>
                  <a:schemeClr val="lt1"/>
                </a:solidFill>
                <a:ln w="50800" cap="rnd" cmpd="sng">
                  <a:solidFill>
                    <a:srgbClr val="008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074" name="Google Shape;1074;p41"/>
            <p:cNvGrpSpPr/>
            <p:nvPr/>
          </p:nvGrpSpPr>
          <p:grpSpPr>
            <a:xfrm>
              <a:off x="1843" y="1775"/>
              <a:ext cx="2046" cy="206"/>
              <a:chOff x="1843" y="1775"/>
              <a:chExt cx="2046" cy="206"/>
            </a:xfrm>
          </p:grpSpPr>
          <p:grpSp>
            <p:nvGrpSpPr>
              <p:cNvPr id="1075" name="Google Shape;1075;p41"/>
              <p:cNvGrpSpPr/>
              <p:nvPr/>
            </p:nvGrpSpPr>
            <p:grpSpPr>
              <a:xfrm>
                <a:off x="1843" y="1775"/>
                <a:ext cx="1024" cy="206"/>
                <a:chOff x="1843" y="1775"/>
                <a:chExt cx="1024" cy="206"/>
              </a:xfrm>
            </p:grpSpPr>
            <p:cxnSp>
              <p:nvCxnSpPr>
                <p:cNvPr id="1076" name="Google Shape;1076;p41"/>
                <p:cNvCxnSpPr/>
                <p:nvPr/>
              </p:nvCxnSpPr>
              <p:spPr>
                <a:xfrm>
                  <a:off x="1843" y="1775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7" name="Google Shape;1077;p41"/>
                <p:cNvCxnSpPr/>
                <p:nvPr/>
              </p:nvCxnSpPr>
              <p:spPr>
                <a:xfrm rot="10800000">
                  <a:off x="2109" y="1878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8" name="Google Shape;1078;p41"/>
                <p:cNvCxnSpPr/>
                <p:nvPr/>
              </p:nvCxnSpPr>
              <p:spPr>
                <a:xfrm rot="10800000">
                  <a:off x="2335" y="1878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9" name="Google Shape;1079;p41"/>
                <p:cNvCxnSpPr/>
                <p:nvPr/>
              </p:nvCxnSpPr>
              <p:spPr>
                <a:xfrm>
                  <a:off x="2602" y="1775"/>
                  <a:ext cx="265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80" name="Google Shape;1080;p41"/>
              <p:cNvGrpSpPr/>
              <p:nvPr/>
            </p:nvGrpSpPr>
            <p:grpSpPr>
              <a:xfrm>
                <a:off x="2866" y="1775"/>
                <a:ext cx="1023" cy="206"/>
                <a:chOff x="2866" y="1775"/>
                <a:chExt cx="1023" cy="206"/>
              </a:xfrm>
            </p:grpSpPr>
            <p:cxnSp>
              <p:nvCxnSpPr>
                <p:cNvPr id="1081" name="Google Shape;1081;p41"/>
                <p:cNvCxnSpPr/>
                <p:nvPr/>
              </p:nvCxnSpPr>
              <p:spPr>
                <a:xfrm>
                  <a:off x="2866" y="1775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2" name="Google Shape;1082;p41"/>
                <p:cNvCxnSpPr/>
                <p:nvPr/>
              </p:nvCxnSpPr>
              <p:spPr>
                <a:xfrm rot="10800000">
                  <a:off x="3132" y="1878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3" name="Google Shape;1083;p41"/>
                <p:cNvCxnSpPr/>
                <p:nvPr/>
              </p:nvCxnSpPr>
              <p:spPr>
                <a:xfrm rot="10800000">
                  <a:off x="3357" y="1878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4" name="Google Shape;1084;p41"/>
                <p:cNvCxnSpPr/>
                <p:nvPr/>
              </p:nvCxnSpPr>
              <p:spPr>
                <a:xfrm>
                  <a:off x="3623" y="1775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085" name="Google Shape;1085;p41"/>
            <p:cNvGrpSpPr/>
            <p:nvPr/>
          </p:nvGrpSpPr>
          <p:grpSpPr>
            <a:xfrm>
              <a:off x="1845" y="2160"/>
              <a:ext cx="2044" cy="206"/>
              <a:chOff x="1845" y="2160"/>
              <a:chExt cx="2044" cy="206"/>
            </a:xfrm>
          </p:grpSpPr>
          <p:grpSp>
            <p:nvGrpSpPr>
              <p:cNvPr id="1086" name="Google Shape;1086;p41"/>
              <p:cNvGrpSpPr/>
              <p:nvPr/>
            </p:nvGrpSpPr>
            <p:grpSpPr>
              <a:xfrm>
                <a:off x="1845" y="2160"/>
                <a:ext cx="1021" cy="206"/>
                <a:chOff x="1845" y="2160"/>
                <a:chExt cx="1021" cy="206"/>
              </a:xfrm>
            </p:grpSpPr>
            <p:cxnSp>
              <p:nvCxnSpPr>
                <p:cNvPr id="1087" name="Google Shape;1087;p41"/>
                <p:cNvCxnSpPr/>
                <p:nvPr/>
              </p:nvCxnSpPr>
              <p:spPr>
                <a:xfrm rot="10800000">
                  <a:off x="1845" y="2263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FF66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8" name="Google Shape;1088;p41"/>
                <p:cNvCxnSpPr/>
                <p:nvPr/>
              </p:nvCxnSpPr>
              <p:spPr>
                <a:xfrm>
                  <a:off x="2109" y="2160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FF66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9" name="Google Shape;1089;p41"/>
                <p:cNvCxnSpPr/>
                <p:nvPr/>
              </p:nvCxnSpPr>
              <p:spPr>
                <a:xfrm>
                  <a:off x="2334" y="2160"/>
                  <a:ext cx="267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FF66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0" name="Google Shape;1090;p41"/>
                <p:cNvCxnSpPr/>
                <p:nvPr/>
              </p:nvCxnSpPr>
              <p:spPr>
                <a:xfrm rot="10800000">
                  <a:off x="2600" y="2263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FF66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91" name="Google Shape;1091;p41"/>
              <p:cNvGrpSpPr/>
              <p:nvPr/>
            </p:nvGrpSpPr>
            <p:grpSpPr>
              <a:xfrm>
                <a:off x="2868" y="2160"/>
                <a:ext cx="1021" cy="206"/>
                <a:chOff x="2868" y="2160"/>
                <a:chExt cx="1021" cy="206"/>
              </a:xfrm>
            </p:grpSpPr>
            <p:cxnSp>
              <p:nvCxnSpPr>
                <p:cNvPr id="1092" name="Google Shape;1092;p41"/>
                <p:cNvCxnSpPr/>
                <p:nvPr/>
              </p:nvCxnSpPr>
              <p:spPr>
                <a:xfrm rot="10800000">
                  <a:off x="2868" y="2263"/>
                  <a:ext cx="265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FF66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3" name="Google Shape;1093;p41"/>
                <p:cNvCxnSpPr/>
                <p:nvPr/>
              </p:nvCxnSpPr>
              <p:spPr>
                <a:xfrm>
                  <a:off x="3133" y="2160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FF66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4" name="Google Shape;1094;p41"/>
                <p:cNvCxnSpPr/>
                <p:nvPr/>
              </p:nvCxnSpPr>
              <p:spPr>
                <a:xfrm>
                  <a:off x="3357" y="2160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FF66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5" name="Google Shape;1095;p41"/>
                <p:cNvCxnSpPr/>
                <p:nvPr/>
              </p:nvCxnSpPr>
              <p:spPr>
                <a:xfrm rot="10800000">
                  <a:off x="3622" y="2263"/>
                  <a:ext cx="267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FF66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096" name="Google Shape;1096;p41"/>
            <p:cNvGrpSpPr/>
            <p:nvPr/>
          </p:nvGrpSpPr>
          <p:grpSpPr>
            <a:xfrm>
              <a:off x="1843" y="2159"/>
              <a:ext cx="2046" cy="206"/>
              <a:chOff x="1843" y="2159"/>
              <a:chExt cx="2046" cy="206"/>
            </a:xfrm>
          </p:grpSpPr>
          <p:grpSp>
            <p:nvGrpSpPr>
              <p:cNvPr id="1097" name="Google Shape;1097;p41"/>
              <p:cNvGrpSpPr/>
              <p:nvPr/>
            </p:nvGrpSpPr>
            <p:grpSpPr>
              <a:xfrm>
                <a:off x="1843" y="2159"/>
                <a:ext cx="1024" cy="206"/>
                <a:chOff x="1843" y="2159"/>
                <a:chExt cx="1024" cy="206"/>
              </a:xfrm>
            </p:grpSpPr>
            <p:cxnSp>
              <p:nvCxnSpPr>
                <p:cNvPr id="1098" name="Google Shape;1098;p41"/>
                <p:cNvCxnSpPr/>
                <p:nvPr/>
              </p:nvCxnSpPr>
              <p:spPr>
                <a:xfrm>
                  <a:off x="1843" y="2159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9" name="Google Shape;1099;p41"/>
                <p:cNvCxnSpPr/>
                <p:nvPr/>
              </p:nvCxnSpPr>
              <p:spPr>
                <a:xfrm rot="10800000">
                  <a:off x="2109" y="2262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0" name="Google Shape;1100;p41"/>
                <p:cNvCxnSpPr/>
                <p:nvPr/>
              </p:nvCxnSpPr>
              <p:spPr>
                <a:xfrm rot="10800000">
                  <a:off x="2335" y="2262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1" name="Google Shape;1101;p41"/>
                <p:cNvCxnSpPr/>
                <p:nvPr/>
              </p:nvCxnSpPr>
              <p:spPr>
                <a:xfrm>
                  <a:off x="2602" y="2159"/>
                  <a:ext cx="265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02" name="Google Shape;1102;p41"/>
              <p:cNvGrpSpPr/>
              <p:nvPr/>
            </p:nvGrpSpPr>
            <p:grpSpPr>
              <a:xfrm>
                <a:off x="2866" y="2159"/>
                <a:ext cx="1023" cy="206"/>
                <a:chOff x="2866" y="2159"/>
                <a:chExt cx="1023" cy="206"/>
              </a:xfrm>
            </p:grpSpPr>
            <p:cxnSp>
              <p:nvCxnSpPr>
                <p:cNvPr id="1103" name="Google Shape;1103;p41"/>
                <p:cNvCxnSpPr/>
                <p:nvPr/>
              </p:nvCxnSpPr>
              <p:spPr>
                <a:xfrm>
                  <a:off x="2866" y="2159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4" name="Google Shape;1104;p41"/>
                <p:cNvCxnSpPr/>
                <p:nvPr/>
              </p:nvCxnSpPr>
              <p:spPr>
                <a:xfrm rot="10800000">
                  <a:off x="3132" y="2262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5" name="Google Shape;1105;p41"/>
                <p:cNvCxnSpPr/>
                <p:nvPr/>
              </p:nvCxnSpPr>
              <p:spPr>
                <a:xfrm rot="10800000">
                  <a:off x="3357" y="2262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6" name="Google Shape;1106;p41"/>
                <p:cNvCxnSpPr/>
                <p:nvPr/>
              </p:nvCxnSpPr>
              <p:spPr>
                <a:xfrm>
                  <a:off x="3623" y="2159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107" name="Google Shape;1107;p41"/>
            <p:cNvGrpSpPr/>
            <p:nvPr/>
          </p:nvGrpSpPr>
          <p:grpSpPr>
            <a:xfrm>
              <a:off x="1845" y="2544"/>
              <a:ext cx="2044" cy="206"/>
              <a:chOff x="1845" y="2544"/>
              <a:chExt cx="2044" cy="206"/>
            </a:xfrm>
          </p:grpSpPr>
          <p:grpSp>
            <p:nvGrpSpPr>
              <p:cNvPr id="1108" name="Google Shape;1108;p41"/>
              <p:cNvGrpSpPr/>
              <p:nvPr/>
            </p:nvGrpSpPr>
            <p:grpSpPr>
              <a:xfrm>
                <a:off x="1845" y="2544"/>
                <a:ext cx="1021" cy="206"/>
                <a:chOff x="1845" y="2544"/>
                <a:chExt cx="1021" cy="206"/>
              </a:xfrm>
            </p:grpSpPr>
            <p:cxnSp>
              <p:nvCxnSpPr>
                <p:cNvPr id="1109" name="Google Shape;1109;p41"/>
                <p:cNvCxnSpPr/>
                <p:nvPr/>
              </p:nvCxnSpPr>
              <p:spPr>
                <a:xfrm rot="10800000">
                  <a:off x="1845" y="2647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00008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0" name="Google Shape;1110;p41"/>
                <p:cNvCxnSpPr/>
                <p:nvPr/>
              </p:nvCxnSpPr>
              <p:spPr>
                <a:xfrm>
                  <a:off x="2109" y="2544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00008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1" name="Google Shape;1111;p41"/>
                <p:cNvCxnSpPr/>
                <p:nvPr/>
              </p:nvCxnSpPr>
              <p:spPr>
                <a:xfrm>
                  <a:off x="2334" y="2544"/>
                  <a:ext cx="267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00008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2" name="Google Shape;1112;p41"/>
                <p:cNvCxnSpPr/>
                <p:nvPr/>
              </p:nvCxnSpPr>
              <p:spPr>
                <a:xfrm rot="10800000">
                  <a:off x="2600" y="2647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00008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13" name="Google Shape;1113;p41"/>
              <p:cNvGrpSpPr/>
              <p:nvPr/>
            </p:nvGrpSpPr>
            <p:grpSpPr>
              <a:xfrm>
                <a:off x="2868" y="2544"/>
                <a:ext cx="1021" cy="206"/>
                <a:chOff x="2868" y="2544"/>
                <a:chExt cx="1021" cy="206"/>
              </a:xfrm>
            </p:grpSpPr>
            <p:cxnSp>
              <p:nvCxnSpPr>
                <p:cNvPr id="1114" name="Google Shape;1114;p41"/>
                <p:cNvCxnSpPr/>
                <p:nvPr/>
              </p:nvCxnSpPr>
              <p:spPr>
                <a:xfrm rot="10800000">
                  <a:off x="2868" y="2647"/>
                  <a:ext cx="265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00008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5" name="Google Shape;1115;p41"/>
                <p:cNvCxnSpPr/>
                <p:nvPr/>
              </p:nvCxnSpPr>
              <p:spPr>
                <a:xfrm>
                  <a:off x="3133" y="2544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00008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6" name="Google Shape;1116;p41"/>
                <p:cNvCxnSpPr/>
                <p:nvPr/>
              </p:nvCxnSpPr>
              <p:spPr>
                <a:xfrm>
                  <a:off x="3357" y="2544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00008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7" name="Google Shape;1117;p41"/>
                <p:cNvCxnSpPr/>
                <p:nvPr/>
              </p:nvCxnSpPr>
              <p:spPr>
                <a:xfrm rot="10800000">
                  <a:off x="3622" y="2647"/>
                  <a:ext cx="267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00008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118" name="Google Shape;1118;p41"/>
            <p:cNvGrpSpPr/>
            <p:nvPr/>
          </p:nvGrpSpPr>
          <p:grpSpPr>
            <a:xfrm>
              <a:off x="1843" y="2543"/>
              <a:ext cx="2046" cy="206"/>
              <a:chOff x="1843" y="2543"/>
              <a:chExt cx="2046" cy="206"/>
            </a:xfrm>
          </p:grpSpPr>
          <p:grpSp>
            <p:nvGrpSpPr>
              <p:cNvPr id="1119" name="Google Shape;1119;p41"/>
              <p:cNvGrpSpPr/>
              <p:nvPr/>
            </p:nvGrpSpPr>
            <p:grpSpPr>
              <a:xfrm>
                <a:off x="1843" y="2543"/>
                <a:ext cx="1024" cy="206"/>
                <a:chOff x="1843" y="2543"/>
                <a:chExt cx="1024" cy="206"/>
              </a:xfrm>
            </p:grpSpPr>
            <p:cxnSp>
              <p:nvCxnSpPr>
                <p:cNvPr id="1120" name="Google Shape;1120;p41"/>
                <p:cNvCxnSpPr/>
                <p:nvPr/>
              </p:nvCxnSpPr>
              <p:spPr>
                <a:xfrm>
                  <a:off x="1843" y="2543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1" name="Google Shape;1121;p41"/>
                <p:cNvCxnSpPr/>
                <p:nvPr/>
              </p:nvCxnSpPr>
              <p:spPr>
                <a:xfrm rot="10800000">
                  <a:off x="2109" y="2646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2" name="Google Shape;1122;p41"/>
                <p:cNvCxnSpPr/>
                <p:nvPr/>
              </p:nvCxnSpPr>
              <p:spPr>
                <a:xfrm rot="10800000">
                  <a:off x="2335" y="2646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3" name="Google Shape;1123;p41"/>
                <p:cNvCxnSpPr/>
                <p:nvPr/>
              </p:nvCxnSpPr>
              <p:spPr>
                <a:xfrm>
                  <a:off x="2602" y="2543"/>
                  <a:ext cx="265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24" name="Google Shape;1124;p41"/>
              <p:cNvGrpSpPr/>
              <p:nvPr/>
            </p:nvGrpSpPr>
            <p:grpSpPr>
              <a:xfrm>
                <a:off x="2866" y="2543"/>
                <a:ext cx="1023" cy="206"/>
                <a:chOff x="2866" y="2543"/>
                <a:chExt cx="1023" cy="206"/>
              </a:xfrm>
            </p:grpSpPr>
            <p:cxnSp>
              <p:nvCxnSpPr>
                <p:cNvPr id="1125" name="Google Shape;1125;p41"/>
                <p:cNvCxnSpPr/>
                <p:nvPr/>
              </p:nvCxnSpPr>
              <p:spPr>
                <a:xfrm>
                  <a:off x="2866" y="2543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6" name="Google Shape;1126;p41"/>
                <p:cNvCxnSpPr/>
                <p:nvPr/>
              </p:nvCxnSpPr>
              <p:spPr>
                <a:xfrm rot="10800000">
                  <a:off x="3132" y="2646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7" name="Google Shape;1127;p41"/>
                <p:cNvCxnSpPr/>
                <p:nvPr/>
              </p:nvCxnSpPr>
              <p:spPr>
                <a:xfrm rot="10800000">
                  <a:off x="3357" y="2646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8" name="Google Shape;1128;p41"/>
                <p:cNvCxnSpPr/>
                <p:nvPr/>
              </p:nvCxnSpPr>
              <p:spPr>
                <a:xfrm>
                  <a:off x="3623" y="2543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129" name="Google Shape;1129;p41"/>
            <p:cNvGrpSpPr/>
            <p:nvPr/>
          </p:nvGrpSpPr>
          <p:grpSpPr>
            <a:xfrm>
              <a:off x="1845" y="2928"/>
              <a:ext cx="2044" cy="206"/>
              <a:chOff x="1845" y="2928"/>
              <a:chExt cx="2044" cy="206"/>
            </a:xfrm>
          </p:grpSpPr>
          <p:grpSp>
            <p:nvGrpSpPr>
              <p:cNvPr id="1130" name="Google Shape;1130;p41"/>
              <p:cNvGrpSpPr/>
              <p:nvPr/>
            </p:nvGrpSpPr>
            <p:grpSpPr>
              <a:xfrm>
                <a:off x="1845" y="2928"/>
                <a:ext cx="1021" cy="206"/>
                <a:chOff x="1845" y="2928"/>
                <a:chExt cx="1021" cy="206"/>
              </a:xfrm>
            </p:grpSpPr>
            <p:cxnSp>
              <p:nvCxnSpPr>
                <p:cNvPr id="1131" name="Google Shape;1131;p41"/>
                <p:cNvCxnSpPr/>
                <p:nvPr/>
              </p:nvCxnSpPr>
              <p:spPr>
                <a:xfrm rot="10800000">
                  <a:off x="1845" y="3031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AD69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32" name="Google Shape;1132;p41"/>
                <p:cNvCxnSpPr/>
                <p:nvPr/>
              </p:nvCxnSpPr>
              <p:spPr>
                <a:xfrm>
                  <a:off x="2109" y="2928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AD69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33" name="Google Shape;1133;p41"/>
                <p:cNvCxnSpPr/>
                <p:nvPr/>
              </p:nvCxnSpPr>
              <p:spPr>
                <a:xfrm>
                  <a:off x="2334" y="2928"/>
                  <a:ext cx="267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AD69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34" name="Google Shape;1134;p41"/>
                <p:cNvCxnSpPr/>
                <p:nvPr/>
              </p:nvCxnSpPr>
              <p:spPr>
                <a:xfrm rot="10800000">
                  <a:off x="2600" y="3031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AD69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35" name="Google Shape;1135;p41"/>
              <p:cNvGrpSpPr/>
              <p:nvPr/>
            </p:nvGrpSpPr>
            <p:grpSpPr>
              <a:xfrm>
                <a:off x="2868" y="2928"/>
                <a:ext cx="1021" cy="206"/>
                <a:chOff x="2868" y="2928"/>
                <a:chExt cx="1021" cy="206"/>
              </a:xfrm>
            </p:grpSpPr>
            <p:cxnSp>
              <p:nvCxnSpPr>
                <p:cNvPr id="1136" name="Google Shape;1136;p41"/>
                <p:cNvCxnSpPr/>
                <p:nvPr/>
              </p:nvCxnSpPr>
              <p:spPr>
                <a:xfrm rot="10800000">
                  <a:off x="2868" y="3031"/>
                  <a:ext cx="265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AD69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37" name="Google Shape;1137;p41"/>
                <p:cNvCxnSpPr/>
                <p:nvPr/>
              </p:nvCxnSpPr>
              <p:spPr>
                <a:xfrm>
                  <a:off x="3133" y="2928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AD69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38" name="Google Shape;1138;p41"/>
                <p:cNvCxnSpPr/>
                <p:nvPr/>
              </p:nvCxnSpPr>
              <p:spPr>
                <a:xfrm>
                  <a:off x="3357" y="2928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AD69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39" name="Google Shape;1139;p41"/>
                <p:cNvCxnSpPr/>
                <p:nvPr/>
              </p:nvCxnSpPr>
              <p:spPr>
                <a:xfrm rot="10800000">
                  <a:off x="3622" y="3031"/>
                  <a:ext cx="267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rgbClr val="AD69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140" name="Google Shape;1140;p41"/>
            <p:cNvGrpSpPr/>
            <p:nvPr/>
          </p:nvGrpSpPr>
          <p:grpSpPr>
            <a:xfrm>
              <a:off x="1843" y="2927"/>
              <a:ext cx="2046" cy="206"/>
              <a:chOff x="1843" y="2927"/>
              <a:chExt cx="2046" cy="206"/>
            </a:xfrm>
          </p:grpSpPr>
          <p:grpSp>
            <p:nvGrpSpPr>
              <p:cNvPr id="1141" name="Google Shape;1141;p41"/>
              <p:cNvGrpSpPr/>
              <p:nvPr/>
            </p:nvGrpSpPr>
            <p:grpSpPr>
              <a:xfrm>
                <a:off x="1843" y="2927"/>
                <a:ext cx="1024" cy="206"/>
                <a:chOff x="1843" y="2927"/>
                <a:chExt cx="1024" cy="206"/>
              </a:xfrm>
            </p:grpSpPr>
            <p:cxnSp>
              <p:nvCxnSpPr>
                <p:cNvPr id="1142" name="Google Shape;1142;p41"/>
                <p:cNvCxnSpPr/>
                <p:nvPr/>
              </p:nvCxnSpPr>
              <p:spPr>
                <a:xfrm>
                  <a:off x="1843" y="2927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43" name="Google Shape;1143;p41"/>
                <p:cNvCxnSpPr/>
                <p:nvPr/>
              </p:nvCxnSpPr>
              <p:spPr>
                <a:xfrm rot="10800000">
                  <a:off x="2109" y="3030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44" name="Google Shape;1144;p41"/>
                <p:cNvCxnSpPr/>
                <p:nvPr/>
              </p:nvCxnSpPr>
              <p:spPr>
                <a:xfrm rot="10800000">
                  <a:off x="2335" y="3030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45" name="Google Shape;1145;p41"/>
                <p:cNvCxnSpPr/>
                <p:nvPr/>
              </p:nvCxnSpPr>
              <p:spPr>
                <a:xfrm>
                  <a:off x="2602" y="2927"/>
                  <a:ext cx="265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46" name="Google Shape;1146;p41"/>
              <p:cNvGrpSpPr/>
              <p:nvPr/>
            </p:nvGrpSpPr>
            <p:grpSpPr>
              <a:xfrm>
                <a:off x="2866" y="2927"/>
                <a:ext cx="1023" cy="206"/>
                <a:chOff x="2866" y="2927"/>
                <a:chExt cx="1023" cy="206"/>
              </a:xfrm>
            </p:grpSpPr>
            <p:cxnSp>
              <p:nvCxnSpPr>
                <p:cNvPr id="1147" name="Google Shape;1147;p41"/>
                <p:cNvCxnSpPr/>
                <p:nvPr/>
              </p:nvCxnSpPr>
              <p:spPr>
                <a:xfrm>
                  <a:off x="2866" y="2927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48" name="Google Shape;1148;p41"/>
                <p:cNvCxnSpPr/>
                <p:nvPr/>
              </p:nvCxnSpPr>
              <p:spPr>
                <a:xfrm rot="10800000">
                  <a:off x="3132" y="3030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49" name="Google Shape;1149;p41"/>
                <p:cNvCxnSpPr/>
                <p:nvPr/>
              </p:nvCxnSpPr>
              <p:spPr>
                <a:xfrm rot="10800000">
                  <a:off x="3357" y="3030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50" name="Google Shape;1150;p41"/>
                <p:cNvCxnSpPr/>
                <p:nvPr/>
              </p:nvCxnSpPr>
              <p:spPr>
                <a:xfrm>
                  <a:off x="3623" y="2927"/>
                  <a:ext cx="266" cy="103"/>
                </a:xfrm>
                <a:prstGeom prst="curvedConnector2">
                  <a:avLst/>
                </a:prstGeom>
                <a:noFill/>
                <a:ln w="50800" cap="rnd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</p:grpSp>
      <p:cxnSp>
        <p:nvCxnSpPr>
          <p:cNvPr id="1151" name="Google Shape;1151;p41"/>
          <p:cNvCxnSpPr/>
          <p:nvPr/>
        </p:nvCxnSpPr>
        <p:spPr>
          <a:xfrm>
            <a:off x="2516187" y="4664075"/>
            <a:ext cx="6858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52" name="Google Shape;1152;p41"/>
          <p:cNvSpPr/>
          <p:nvPr/>
        </p:nvSpPr>
        <p:spPr>
          <a:xfrm>
            <a:off x="2446337" y="2673350"/>
            <a:ext cx="825500" cy="24257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53" name="Google Shape;1153;p41"/>
          <p:cNvCxnSpPr/>
          <p:nvPr/>
        </p:nvCxnSpPr>
        <p:spPr>
          <a:xfrm>
            <a:off x="3278187" y="2667000"/>
            <a:ext cx="3200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54" name="Google Shape;1154;p41"/>
          <p:cNvCxnSpPr/>
          <p:nvPr/>
        </p:nvCxnSpPr>
        <p:spPr>
          <a:xfrm>
            <a:off x="3278187" y="5105400"/>
            <a:ext cx="3200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55" name="Google Shape;1155;p41"/>
          <p:cNvSpPr txBox="1"/>
          <p:nvPr/>
        </p:nvSpPr>
        <p:spPr>
          <a:xfrm flipH="1">
            <a:off x="7242175" y="26685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56" name="Google Shape;1156;p41"/>
          <p:cNvSpPr txBox="1"/>
          <p:nvPr/>
        </p:nvSpPr>
        <p:spPr>
          <a:xfrm flipH="1">
            <a:off x="7242175" y="29733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57" name="Google Shape;1157;p41"/>
          <p:cNvSpPr txBox="1"/>
          <p:nvPr/>
        </p:nvSpPr>
        <p:spPr>
          <a:xfrm flipH="1">
            <a:off x="7242175" y="32781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58" name="Google Shape;1158;p41"/>
          <p:cNvSpPr txBox="1"/>
          <p:nvPr/>
        </p:nvSpPr>
        <p:spPr>
          <a:xfrm flipH="1">
            <a:off x="7242175" y="35829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159" name="Google Shape;1159;p41"/>
          <p:cNvSpPr txBox="1"/>
          <p:nvPr/>
        </p:nvSpPr>
        <p:spPr>
          <a:xfrm flipH="1">
            <a:off x="7242175" y="3887787"/>
            <a:ext cx="3143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160" name="Google Shape;1160;p41"/>
          <p:cNvSpPr txBox="1"/>
          <p:nvPr/>
        </p:nvSpPr>
        <p:spPr>
          <a:xfrm flipH="1">
            <a:off x="7242175" y="4192587"/>
            <a:ext cx="3143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161" name="Google Shape;1161;p41"/>
          <p:cNvSpPr txBox="1"/>
          <p:nvPr/>
        </p:nvSpPr>
        <p:spPr>
          <a:xfrm flipH="1">
            <a:off x="7242175" y="4497387"/>
            <a:ext cx="3143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162" name="Google Shape;1162;p41"/>
          <p:cNvSpPr txBox="1"/>
          <p:nvPr/>
        </p:nvSpPr>
        <p:spPr>
          <a:xfrm flipH="1">
            <a:off x="7242175" y="4802187"/>
            <a:ext cx="3905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cxnSp>
        <p:nvCxnSpPr>
          <p:cNvPr id="1163" name="Google Shape;1163;p41"/>
          <p:cNvCxnSpPr/>
          <p:nvPr/>
        </p:nvCxnSpPr>
        <p:spPr>
          <a:xfrm rot="10800000">
            <a:off x="6478587" y="3124200"/>
            <a:ext cx="685800" cy="1295400"/>
          </a:xfrm>
          <a:prstGeom prst="straightConnector1">
            <a:avLst/>
          </a:prstGeom>
          <a:noFill/>
          <a:ln w="50800" cap="flat" cmpd="sng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64" name="Google Shape;1164;p41"/>
          <p:cNvCxnSpPr/>
          <p:nvPr/>
        </p:nvCxnSpPr>
        <p:spPr>
          <a:xfrm rot="10800000">
            <a:off x="6478587" y="2835275"/>
            <a:ext cx="685800" cy="593725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65" name="Google Shape;1165;p41"/>
          <p:cNvCxnSpPr/>
          <p:nvPr/>
        </p:nvCxnSpPr>
        <p:spPr>
          <a:xfrm flipH="1">
            <a:off x="6478587" y="3124200"/>
            <a:ext cx="685800" cy="609600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66" name="Google Shape;1166;p41"/>
          <p:cNvCxnSpPr/>
          <p:nvPr/>
        </p:nvCxnSpPr>
        <p:spPr>
          <a:xfrm flipH="1">
            <a:off x="6478587" y="2819400"/>
            <a:ext cx="685800" cy="625475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67" name="Google Shape;1167;p41"/>
          <p:cNvCxnSpPr/>
          <p:nvPr/>
        </p:nvCxnSpPr>
        <p:spPr>
          <a:xfrm flipH="1">
            <a:off x="6478587" y="3733800"/>
            <a:ext cx="685800" cy="609600"/>
          </a:xfrm>
          <a:prstGeom prst="straightConnector1">
            <a:avLst/>
          </a:prstGeom>
          <a:noFill/>
          <a:ln w="50800" cap="flat" cmpd="sng">
            <a:solidFill>
              <a:srgbClr val="00008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68" name="Google Shape;1168;p41"/>
          <p:cNvCxnSpPr/>
          <p:nvPr/>
        </p:nvCxnSpPr>
        <p:spPr>
          <a:xfrm rot="10800000">
            <a:off x="6478587" y="4054475"/>
            <a:ext cx="6858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69" name="Google Shape;1169;p41"/>
          <p:cNvCxnSpPr/>
          <p:nvPr/>
        </p:nvCxnSpPr>
        <p:spPr>
          <a:xfrm rot="10800000">
            <a:off x="6478587" y="4953000"/>
            <a:ext cx="685800" cy="0"/>
          </a:xfrm>
          <a:prstGeom prst="straightConnector1">
            <a:avLst/>
          </a:prstGeom>
          <a:noFill/>
          <a:ln w="50800" cap="flat" cmpd="sng">
            <a:solidFill>
              <a:srgbClr val="AD69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70" name="Google Shape;1170;p41"/>
          <p:cNvCxnSpPr/>
          <p:nvPr/>
        </p:nvCxnSpPr>
        <p:spPr>
          <a:xfrm rot="10800000">
            <a:off x="6478587" y="4664075"/>
            <a:ext cx="6858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71" name="Google Shape;1171;p41"/>
          <p:cNvSpPr/>
          <p:nvPr/>
        </p:nvSpPr>
        <p:spPr>
          <a:xfrm>
            <a:off x="6408737" y="2673350"/>
            <a:ext cx="749300" cy="24257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2" name="Google Shape;1172;p41"/>
          <p:cNvSpPr txBox="1"/>
          <p:nvPr/>
        </p:nvSpPr>
        <p:spPr>
          <a:xfrm>
            <a:off x="7394575" y="26685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Branco-Laranja</a:t>
            </a:r>
            <a:endParaRPr/>
          </a:p>
        </p:txBody>
      </p:sp>
      <p:sp>
        <p:nvSpPr>
          <p:cNvPr id="1173" name="Google Shape;1173;p41"/>
          <p:cNvSpPr txBox="1"/>
          <p:nvPr/>
        </p:nvSpPr>
        <p:spPr>
          <a:xfrm>
            <a:off x="7394575" y="29733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Laranja</a:t>
            </a:r>
            <a:endParaRPr/>
          </a:p>
        </p:txBody>
      </p:sp>
      <p:sp>
        <p:nvSpPr>
          <p:cNvPr id="1174" name="Google Shape;1174;p41"/>
          <p:cNvSpPr txBox="1"/>
          <p:nvPr/>
        </p:nvSpPr>
        <p:spPr>
          <a:xfrm>
            <a:off x="7394575" y="32781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Branco-Verde</a:t>
            </a:r>
            <a:endParaRPr/>
          </a:p>
        </p:txBody>
      </p:sp>
      <p:sp>
        <p:nvSpPr>
          <p:cNvPr id="1175" name="Google Shape;1175;p41"/>
          <p:cNvSpPr txBox="1"/>
          <p:nvPr/>
        </p:nvSpPr>
        <p:spPr>
          <a:xfrm>
            <a:off x="7394575" y="35829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Azul</a:t>
            </a:r>
            <a:endParaRPr/>
          </a:p>
        </p:txBody>
      </p:sp>
      <p:sp>
        <p:nvSpPr>
          <p:cNvPr id="1176" name="Google Shape;1176;p41"/>
          <p:cNvSpPr txBox="1"/>
          <p:nvPr/>
        </p:nvSpPr>
        <p:spPr>
          <a:xfrm>
            <a:off x="7394575" y="38877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Branco-Azul</a:t>
            </a:r>
            <a:endParaRPr/>
          </a:p>
        </p:txBody>
      </p:sp>
      <p:sp>
        <p:nvSpPr>
          <p:cNvPr id="1177" name="Google Shape;1177;p41"/>
          <p:cNvSpPr txBox="1"/>
          <p:nvPr/>
        </p:nvSpPr>
        <p:spPr>
          <a:xfrm>
            <a:off x="7394575" y="41925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Verde</a:t>
            </a:r>
            <a:endParaRPr/>
          </a:p>
        </p:txBody>
      </p:sp>
      <p:sp>
        <p:nvSpPr>
          <p:cNvPr id="1178" name="Google Shape;1178;p41"/>
          <p:cNvSpPr txBox="1"/>
          <p:nvPr/>
        </p:nvSpPr>
        <p:spPr>
          <a:xfrm>
            <a:off x="7394575" y="44973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Branco-Marrom</a:t>
            </a:r>
            <a:endParaRPr/>
          </a:p>
        </p:txBody>
      </p:sp>
      <p:sp>
        <p:nvSpPr>
          <p:cNvPr id="1179" name="Google Shape;1179;p41"/>
          <p:cNvSpPr txBox="1"/>
          <p:nvPr/>
        </p:nvSpPr>
        <p:spPr>
          <a:xfrm>
            <a:off x="7394575" y="4802187"/>
            <a:ext cx="1978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Marrom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2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1185" name="Google Shape;1185;p42"/>
          <p:cNvSpPr txBox="1">
            <a:spLocks noGrp="1"/>
          </p:cNvSpPr>
          <p:nvPr>
            <p:ph type="body" idx="4294967295"/>
          </p:nvPr>
        </p:nvSpPr>
        <p:spPr>
          <a:xfrm>
            <a:off x="611187" y="1524000"/>
            <a:ext cx="41513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Ilustrando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6" name="Google Shape;1186;p42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108575" y="1524000"/>
            <a:ext cx="3763962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42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5108575" y="4029075"/>
            <a:ext cx="3763962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8" name="Google Shape;1188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4212" y="2636837"/>
            <a:ext cx="4248150" cy="2655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43"/>
          <p:cNvSpPr txBox="1">
            <a:spLocks noGrp="1"/>
          </p:cNvSpPr>
          <p:nvPr>
            <p:ph type="title" idx="4294967295"/>
          </p:nvPr>
        </p:nvSpPr>
        <p:spPr>
          <a:xfrm>
            <a:off x="381000" y="333375"/>
            <a:ext cx="868680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1194" name="Google Shape;1194;p43"/>
          <p:cNvSpPr txBox="1"/>
          <p:nvPr/>
        </p:nvSpPr>
        <p:spPr>
          <a:xfrm>
            <a:off x="684212" y="1125537"/>
            <a:ext cx="4722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400" b="0" i="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Pares utilizados no Ethernet e Fast Ethernet</a:t>
            </a:r>
            <a:endParaRPr/>
          </a:p>
        </p:txBody>
      </p:sp>
      <p:grpSp>
        <p:nvGrpSpPr>
          <p:cNvPr id="1195" name="Google Shape;1195;p43"/>
          <p:cNvGrpSpPr/>
          <p:nvPr/>
        </p:nvGrpSpPr>
        <p:grpSpPr>
          <a:xfrm>
            <a:off x="3103562" y="2173287"/>
            <a:ext cx="695325" cy="1963737"/>
            <a:chOff x="1529" y="1873"/>
            <a:chExt cx="438" cy="1237"/>
          </a:xfrm>
        </p:grpSpPr>
        <p:sp>
          <p:nvSpPr>
            <p:cNvPr id="1196" name="Google Shape;1196;p43"/>
            <p:cNvSpPr txBox="1"/>
            <p:nvPr/>
          </p:nvSpPr>
          <p:spPr>
            <a:xfrm>
              <a:off x="1529" y="187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197" name="Google Shape;1197;p43"/>
            <p:cNvSpPr txBox="1"/>
            <p:nvPr/>
          </p:nvSpPr>
          <p:spPr>
            <a:xfrm>
              <a:off x="1529" y="201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198" name="Google Shape;1198;p43"/>
            <p:cNvSpPr txBox="1"/>
            <p:nvPr/>
          </p:nvSpPr>
          <p:spPr>
            <a:xfrm>
              <a:off x="1529" y="216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199" name="Google Shape;1199;p43"/>
            <p:cNvSpPr txBox="1"/>
            <p:nvPr/>
          </p:nvSpPr>
          <p:spPr>
            <a:xfrm>
              <a:off x="1529" y="2305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200" name="Google Shape;1200;p43"/>
            <p:cNvSpPr txBox="1"/>
            <p:nvPr/>
          </p:nvSpPr>
          <p:spPr>
            <a:xfrm>
              <a:off x="1529" y="2449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1201" name="Google Shape;1201;p43"/>
            <p:cNvSpPr txBox="1"/>
            <p:nvPr/>
          </p:nvSpPr>
          <p:spPr>
            <a:xfrm>
              <a:off x="1529" y="259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202" name="Google Shape;1202;p43"/>
            <p:cNvSpPr txBox="1"/>
            <p:nvPr/>
          </p:nvSpPr>
          <p:spPr>
            <a:xfrm>
              <a:off x="1529" y="273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1203" name="Google Shape;1203;p43"/>
            <p:cNvSpPr txBox="1"/>
            <p:nvPr/>
          </p:nvSpPr>
          <p:spPr>
            <a:xfrm>
              <a:off x="1529" y="288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cxnSp>
        <p:nvCxnSpPr>
          <p:cNvPr id="1204" name="Google Shape;1204;p43"/>
          <p:cNvCxnSpPr/>
          <p:nvPr/>
        </p:nvCxnSpPr>
        <p:spPr>
          <a:xfrm>
            <a:off x="3419475" y="2324100"/>
            <a:ext cx="9906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05" name="Google Shape;1205;p43"/>
          <p:cNvCxnSpPr/>
          <p:nvPr/>
        </p:nvCxnSpPr>
        <p:spPr>
          <a:xfrm>
            <a:off x="3419475" y="2552700"/>
            <a:ext cx="9906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06" name="Google Shape;1206;p43"/>
          <p:cNvCxnSpPr/>
          <p:nvPr/>
        </p:nvCxnSpPr>
        <p:spPr>
          <a:xfrm>
            <a:off x="3419475" y="2781300"/>
            <a:ext cx="9906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07" name="Google Shape;1207;p43"/>
          <p:cNvCxnSpPr/>
          <p:nvPr/>
        </p:nvCxnSpPr>
        <p:spPr>
          <a:xfrm>
            <a:off x="3419475" y="3009900"/>
            <a:ext cx="990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08" name="Google Shape;1208;p43"/>
          <p:cNvCxnSpPr/>
          <p:nvPr/>
        </p:nvCxnSpPr>
        <p:spPr>
          <a:xfrm>
            <a:off x="3419475" y="3238500"/>
            <a:ext cx="990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09" name="Google Shape;1209;p43"/>
          <p:cNvCxnSpPr/>
          <p:nvPr/>
        </p:nvCxnSpPr>
        <p:spPr>
          <a:xfrm>
            <a:off x="3419475" y="3467100"/>
            <a:ext cx="9906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10" name="Google Shape;1210;p43"/>
          <p:cNvCxnSpPr/>
          <p:nvPr/>
        </p:nvCxnSpPr>
        <p:spPr>
          <a:xfrm>
            <a:off x="3419475" y="3695700"/>
            <a:ext cx="990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11" name="Google Shape;1211;p43"/>
          <p:cNvCxnSpPr/>
          <p:nvPr/>
        </p:nvCxnSpPr>
        <p:spPr>
          <a:xfrm>
            <a:off x="3419475" y="3924300"/>
            <a:ext cx="990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1212" name="Google Shape;1212;p43"/>
          <p:cNvGrpSpPr/>
          <p:nvPr/>
        </p:nvGrpSpPr>
        <p:grpSpPr>
          <a:xfrm>
            <a:off x="4475162" y="2173287"/>
            <a:ext cx="695325" cy="1963737"/>
            <a:chOff x="2393" y="1873"/>
            <a:chExt cx="438" cy="1237"/>
          </a:xfrm>
        </p:grpSpPr>
        <p:sp>
          <p:nvSpPr>
            <p:cNvPr id="1213" name="Google Shape;1213;p43"/>
            <p:cNvSpPr txBox="1"/>
            <p:nvPr/>
          </p:nvSpPr>
          <p:spPr>
            <a:xfrm>
              <a:off x="2393" y="187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214" name="Google Shape;1214;p43"/>
            <p:cNvSpPr txBox="1"/>
            <p:nvPr/>
          </p:nvSpPr>
          <p:spPr>
            <a:xfrm>
              <a:off x="2393" y="201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215" name="Google Shape;1215;p43"/>
            <p:cNvSpPr txBox="1"/>
            <p:nvPr/>
          </p:nvSpPr>
          <p:spPr>
            <a:xfrm>
              <a:off x="2393" y="216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216" name="Google Shape;1216;p43"/>
            <p:cNvSpPr txBox="1"/>
            <p:nvPr/>
          </p:nvSpPr>
          <p:spPr>
            <a:xfrm>
              <a:off x="2393" y="2305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217" name="Google Shape;1217;p43"/>
            <p:cNvSpPr txBox="1"/>
            <p:nvPr/>
          </p:nvSpPr>
          <p:spPr>
            <a:xfrm>
              <a:off x="2393" y="2449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1218" name="Google Shape;1218;p43"/>
            <p:cNvSpPr txBox="1"/>
            <p:nvPr/>
          </p:nvSpPr>
          <p:spPr>
            <a:xfrm>
              <a:off x="2393" y="259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219" name="Google Shape;1219;p43"/>
            <p:cNvSpPr txBox="1"/>
            <p:nvPr/>
          </p:nvSpPr>
          <p:spPr>
            <a:xfrm>
              <a:off x="2393" y="273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1220" name="Google Shape;1220;p43"/>
            <p:cNvSpPr txBox="1"/>
            <p:nvPr/>
          </p:nvSpPr>
          <p:spPr>
            <a:xfrm>
              <a:off x="2393" y="288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grpSp>
        <p:nvGrpSpPr>
          <p:cNvPr id="1221" name="Google Shape;1221;p43"/>
          <p:cNvGrpSpPr/>
          <p:nvPr/>
        </p:nvGrpSpPr>
        <p:grpSpPr>
          <a:xfrm>
            <a:off x="2568575" y="2173287"/>
            <a:ext cx="698500" cy="1965325"/>
            <a:chOff x="1192" y="1873"/>
            <a:chExt cx="440" cy="1238"/>
          </a:xfrm>
        </p:grpSpPr>
        <p:sp>
          <p:nvSpPr>
            <p:cNvPr id="1222" name="Google Shape;1222;p43"/>
            <p:cNvSpPr txBox="1"/>
            <p:nvPr/>
          </p:nvSpPr>
          <p:spPr>
            <a:xfrm>
              <a:off x="1193" y="187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Rx+</a:t>
              </a:r>
              <a:endParaRPr/>
            </a:p>
          </p:txBody>
        </p:sp>
        <p:sp>
          <p:nvSpPr>
            <p:cNvPr id="1223" name="Google Shape;1223;p43"/>
            <p:cNvSpPr txBox="1"/>
            <p:nvPr/>
          </p:nvSpPr>
          <p:spPr>
            <a:xfrm>
              <a:off x="1193" y="201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Rx-</a:t>
              </a:r>
              <a:endParaRPr/>
            </a:p>
          </p:txBody>
        </p:sp>
        <p:sp>
          <p:nvSpPr>
            <p:cNvPr id="1224" name="Google Shape;1224;p43"/>
            <p:cNvSpPr txBox="1"/>
            <p:nvPr/>
          </p:nvSpPr>
          <p:spPr>
            <a:xfrm>
              <a:off x="1193" y="216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Tx+</a:t>
              </a:r>
              <a:endParaRPr/>
            </a:p>
          </p:txBody>
        </p:sp>
        <p:sp>
          <p:nvSpPr>
            <p:cNvPr id="1225" name="Google Shape;1225;p43"/>
            <p:cNvSpPr/>
            <p:nvPr/>
          </p:nvSpPr>
          <p:spPr>
            <a:xfrm>
              <a:off x="1192" y="2304"/>
              <a:ext cx="44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6" name="Google Shape;1226;p43"/>
            <p:cNvSpPr/>
            <p:nvPr/>
          </p:nvSpPr>
          <p:spPr>
            <a:xfrm>
              <a:off x="1192" y="2448"/>
              <a:ext cx="44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7" name="Google Shape;1227;p43"/>
            <p:cNvSpPr txBox="1"/>
            <p:nvPr/>
          </p:nvSpPr>
          <p:spPr>
            <a:xfrm>
              <a:off x="1193" y="259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Tx-</a:t>
              </a:r>
              <a:endParaRPr/>
            </a:p>
          </p:txBody>
        </p:sp>
        <p:sp>
          <p:nvSpPr>
            <p:cNvPr id="1228" name="Google Shape;1228;p43"/>
            <p:cNvSpPr/>
            <p:nvPr/>
          </p:nvSpPr>
          <p:spPr>
            <a:xfrm>
              <a:off x="1192" y="2736"/>
              <a:ext cx="44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9" name="Google Shape;1229;p43"/>
            <p:cNvSpPr/>
            <p:nvPr/>
          </p:nvSpPr>
          <p:spPr>
            <a:xfrm>
              <a:off x="1192" y="2880"/>
              <a:ext cx="44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30" name="Google Shape;1230;p43"/>
          <p:cNvGrpSpPr/>
          <p:nvPr/>
        </p:nvGrpSpPr>
        <p:grpSpPr>
          <a:xfrm>
            <a:off x="4778375" y="2173287"/>
            <a:ext cx="698500" cy="1965325"/>
            <a:chOff x="2584" y="1873"/>
            <a:chExt cx="440" cy="1238"/>
          </a:xfrm>
        </p:grpSpPr>
        <p:sp>
          <p:nvSpPr>
            <p:cNvPr id="1231" name="Google Shape;1231;p43"/>
            <p:cNvSpPr txBox="1"/>
            <p:nvPr/>
          </p:nvSpPr>
          <p:spPr>
            <a:xfrm>
              <a:off x="2585" y="187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Tx+</a:t>
              </a:r>
              <a:endParaRPr/>
            </a:p>
          </p:txBody>
        </p:sp>
        <p:sp>
          <p:nvSpPr>
            <p:cNvPr id="1232" name="Google Shape;1232;p43"/>
            <p:cNvSpPr txBox="1"/>
            <p:nvPr/>
          </p:nvSpPr>
          <p:spPr>
            <a:xfrm>
              <a:off x="2585" y="201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Tx-</a:t>
              </a:r>
              <a:endParaRPr/>
            </a:p>
          </p:txBody>
        </p:sp>
        <p:sp>
          <p:nvSpPr>
            <p:cNvPr id="1233" name="Google Shape;1233;p43"/>
            <p:cNvSpPr txBox="1"/>
            <p:nvPr/>
          </p:nvSpPr>
          <p:spPr>
            <a:xfrm>
              <a:off x="2585" y="216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Rx+</a:t>
              </a:r>
              <a:endParaRPr/>
            </a:p>
          </p:txBody>
        </p:sp>
        <p:sp>
          <p:nvSpPr>
            <p:cNvPr id="1234" name="Google Shape;1234;p43"/>
            <p:cNvSpPr/>
            <p:nvPr/>
          </p:nvSpPr>
          <p:spPr>
            <a:xfrm>
              <a:off x="2584" y="2304"/>
              <a:ext cx="44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5" name="Google Shape;1235;p43"/>
            <p:cNvSpPr/>
            <p:nvPr/>
          </p:nvSpPr>
          <p:spPr>
            <a:xfrm>
              <a:off x="2584" y="2448"/>
              <a:ext cx="44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6" name="Google Shape;1236;p43"/>
            <p:cNvSpPr txBox="1"/>
            <p:nvPr/>
          </p:nvSpPr>
          <p:spPr>
            <a:xfrm>
              <a:off x="2585" y="259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Rx-</a:t>
              </a:r>
              <a:endParaRPr/>
            </a:p>
          </p:txBody>
        </p:sp>
        <p:sp>
          <p:nvSpPr>
            <p:cNvPr id="1237" name="Google Shape;1237;p43"/>
            <p:cNvSpPr/>
            <p:nvPr/>
          </p:nvSpPr>
          <p:spPr>
            <a:xfrm>
              <a:off x="2584" y="2736"/>
              <a:ext cx="44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8" name="Google Shape;1238;p43"/>
            <p:cNvSpPr/>
            <p:nvPr/>
          </p:nvSpPr>
          <p:spPr>
            <a:xfrm>
              <a:off x="2584" y="2880"/>
              <a:ext cx="44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39" name="Google Shape;1239;p43"/>
          <p:cNvSpPr txBox="1"/>
          <p:nvPr/>
        </p:nvSpPr>
        <p:spPr>
          <a:xfrm rot="-5400000" flipH="1">
            <a:off x="1595437" y="2876550"/>
            <a:ext cx="13049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/>
          </a:p>
        </p:txBody>
      </p:sp>
      <p:sp>
        <p:nvSpPr>
          <p:cNvPr id="1240" name="Google Shape;1240;p43"/>
          <p:cNvSpPr txBox="1"/>
          <p:nvPr/>
        </p:nvSpPr>
        <p:spPr>
          <a:xfrm rot="-5400000" flipH="1">
            <a:off x="4665662" y="2819400"/>
            <a:ext cx="18383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Computador</a:t>
            </a:r>
            <a:endParaRPr/>
          </a:p>
        </p:txBody>
      </p:sp>
      <p:sp>
        <p:nvSpPr>
          <p:cNvPr id="1241" name="Google Shape;1241;p43"/>
          <p:cNvSpPr txBox="1"/>
          <p:nvPr/>
        </p:nvSpPr>
        <p:spPr>
          <a:xfrm>
            <a:off x="1331912" y="5084762"/>
            <a:ext cx="66786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Todos os pares são utilizados !!!</a:t>
            </a:r>
            <a:endParaRPr/>
          </a:p>
        </p:txBody>
      </p:sp>
      <p:sp>
        <p:nvSpPr>
          <p:cNvPr id="1242" name="Google Shape;1242;p43"/>
          <p:cNvSpPr txBox="1"/>
          <p:nvPr/>
        </p:nvSpPr>
        <p:spPr>
          <a:xfrm>
            <a:off x="684212" y="4508500"/>
            <a:ext cx="4968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400" b="0" i="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Pares utilizados no ATM e Gigabit-Ethernet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44"/>
          <p:cNvSpPr txBox="1">
            <a:spLocks noGrp="1"/>
          </p:cNvSpPr>
          <p:nvPr>
            <p:ph type="title" idx="4294967295"/>
          </p:nvPr>
        </p:nvSpPr>
        <p:spPr>
          <a:xfrm>
            <a:off x="381000" y="333375"/>
            <a:ext cx="868680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1248" name="Google Shape;1248;p44"/>
          <p:cNvSpPr txBox="1">
            <a:spLocks noGrp="1"/>
          </p:cNvSpPr>
          <p:nvPr>
            <p:ph type="body" idx="4294967295"/>
          </p:nvPr>
        </p:nvSpPr>
        <p:spPr>
          <a:xfrm>
            <a:off x="539750" y="981075"/>
            <a:ext cx="8604250" cy="482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Mapeamento de fios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Comprimento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Atenuação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Paradiafonia 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Interferência de sinal entre pares</a:t>
            </a:r>
            <a:endParaRPr/>
          </a:p>
          <a:p>
            <a:pPr marL="342900" marR="0" lvl="0" indent="-2667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45"/>
          <p:cNvSpPr txBox="1">
            <a:spLocks noGrp="1"/>
          </p:cNvSpPr>
          <p:nvPr>
            <p:ph type="title" idx="4294967295"/>
          </p:nvPr>
        </p:nvSpPr>
        <p:spPr>
          <a:xfrm>
            <a:off x="381000" y="333375"/>
            <a:ext cx="868680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1254" name="Google Shape;1254;p45"/>
          <p:cNvSpPr txBox="1">
            <a:spLocks noGrp="1"/>
          </p:cNvSpPr>
          <p:nvPr>
            <p:ph type="body" idx="4294967295"/>
          </p:nvPr>
        </p:nvSpPr>
        <p:spPr>
          <a:xfrm>
            <a:off x="539750" y="981075"/>
            <a:ext cx="8604250" cy="237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Testes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Mapeamento de fios (Wire Map)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continuidade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curtocircuito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 cruzado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 reverso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 separado (split pairs)</a:t>
            </a:r>
            <a:endParaRPr/>
          </a:p>
        </p:txBody>
      </p:sp>
      <p:grpSp>
        <p:nvGrpSpPr>
          <p:cNvPr id="1255" name="Google Shape;1255;p45"/>
          <p:cNvGrpSpPr/>
          <p:nvPr/>
        </p:nvGrpSpPr>
        <p:grpSpPr>
          <a:xfrm>
            <a:off x="1042987" y="3500437"/>
            <a:ext cx="2066925" cy="2268537"/>
            <a:chOff x="521" y="2689"/>
            <a:chExt cx="1302" cy="1429"/>
          </a:xfrm>
        </p:grpSpPr>
        <p:grpSp>
          <p:nvGrpSpPr>
            <p:cNvPr id="1256" name="Google Shape;1256;p45"/>
            <p:cNvGrpSpPr/>
            <p:nvPr/>
          </p:nvGrpSpPr>
          <p:grpSpPr>
            <a:xfrm>
              <a:off x="521" y="2689"/>
              <a:ext cx="1302" cy="1237"/>
              <a:chOff x="521" y="2689"/>
              <a:chExt cx="1302" cy="1237"/>
            </a:xfrm>
          </p:grpSpPr>
          <p:grpSp>
            <p:nvGrpSpPr>
              <p:cNvPr id="1257" name="Google Shape;1257;p45"/>
              <p:cNvGrpSpPr/>
              <p:nvPr/>
            </p:nvGrpSpPr>
            <p:grpSpPr>
              <a:xfrm>
                <a:off x="521" y="2689"/>
                <a:ext cx="438" cy="1237"/>
                <a:chOff x="521" y="2689"/>
                <a:chExt cx="438" cy="1237"/>
              </a:xfrm>
            </p:grpSpPr>
            <p:sp>
              <p:nvSpPr>
                <p:cNvPr id="1258" name="Google Shape;1258;p45"/>
                <p:cNvSpPr txBox="1"/>
                <p:nvPr/>
              </p:nvSpPr>
              <p:spPr>
                <a:xfrm>
                  <a:off x="521" y="2689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59" name="Google Shape;1259;p45"/>
                <p:cNvSpPr txBox="1"/>
                <p:nvPr/>
              </p:nvSpPr>
              <p:spPr>
                <a:xfrm>
                  <a:off x="521" y="2833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</p:txBody>
            </p:sp>
            <p:sp>
              <p:nvSpPr>
                <p:cNvPr id="1260" name="Google Shape;1260;p45"/>
                <p:cNvSpPr txBox="1"/>
                <p:nvPr/>
              </p:nvSpPr>
              <p:spPr>
                <a:xfrm>
                  <a:off x="521" y="2977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/>
                </a:p>
              </p:txBody>
            </p:sp>
            <p:sp>
              <p:nvSpPr>
                <p:cNvPr id="1261" name="Google Shape;1261;p45"/>
                <p:cNvSpPr txBox="1"/>
                <p:nvPr/>
              </p:nvSpPr>
              <p:spPr>
                <a:xfrm>
                  <a:off x="521" y="3121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/>
                </a:p>
              </p:txBody>
            </p:sp>
            <p:sp>
              <p:nvSpPr>
                <p:cNvPr id="1262" name="Google Shape;1262;p45"/>
                <p:cNvSpPr txBox="1"/>
                <p:nvPr/>
              </p:nvSpPr>
              <p:spPr>
                <a:xfrm>
                  <a:off x="521" y="3265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/>
                </a:p>
              </p:txBody>
            </p:sp>
            <p:sp>
              <p:nvSpPr>
                <p:cNvPr id="1263" name="Google Shape;1263;p45"/>
                <p:cNvSpPr txBox="1"/>
                <p:nvPr/>
              </p:nvSpPr>
              <p:spPr>
                <a:xfrm>
                  <a:off x="521" y="3409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/>
                </a:p>
              </p:txBody>
            </p:sp>
            <p:sp>
              <p:nvSpPr>
                <p:cNvPr id="1264" name="Google Shape;1264;p45"/>
                <p:cNvSpPr txBox="1"/>
                <p:nvPr/>
              </p:nvSpPr>
              <p:spPr>
                <a:xfrm>
                  <a:off x="521" y="3553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  <p:sp>
              <p:nvSpPr>
                <p:cNvPr id="1265" name="Google Shape;1265;p45"/>
                <p:cNvSpPr txBox="1"/>
                <p:nvPr/>
              </p:nvSpPr>
              <p:spPr>
                <a:xfrm>
                  <a:off x="521" y="3697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</p:txBody>
            </p:sp>
          </p:grpSp>
          <p:cxnSp>
            <p:nvCxnSpPr>
              <p:cNvPr id="1266" name="Google Shape;1266;p45"/>
              <p:cNvCxnSpPr/>
              <p:nvPr/>
            </p:nvCxnSpPr>
            <p:spPr>
              <a:xfrm>
                <a:off x="720" y="2784"/>
                <a:ext cx="624" cy="0"/>
              </a:xfrm>
              <a:prstGeom prst="straightConnector1">
                <a:avLst/>
              </a:prstGeom>
              <a:noFill/>
              <a:ln w="508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67" name="Google Shape;1267;p45"/>
              <p:cNvCxnSpPr/>
              <p:nvPr/>
            </p:nvCxnSpPr>
            <p:spPr>
              <a:xfrm>
                <a:off x="720" y="2928"/>
                <a:ext cx="624" cy="0"/>
              </a:xfrm>
              <a:prstGeom prst="straightConnector1">
                <a:avLst/>
              </a:prstGeom>
              <a:noFill/>
              <a:ln w="508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68" name="Google Shape;1268;p45"/>
              <p:cNvCxnSpPr/>
              <p:nvPr/>
            </p:nvCxnSpPr>
            <p:spPr>
              <a:xfrm>
                <a:off x="720" y="3072"/>
                <a:ext cx="624" cy="0"/>
              </a:xfrm>
              <a:prstGeom prst="straightConnector1">
                <a:avLst/>
              </a:prstGeom>
              <a:noFill/>
              <a:ln w="508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69" name="Google Shape;1269;p45"/>
              <p:cNvCxnSpPr/>
              <p:nvPr/>
            </p:nvCxnSpPr>
            <p:spPr>
              <a:xfrm>
                <a:off x="720" y="3216"/>
                <a:ext cx="624" cy="0"/>
              </a:xfrm>
              <a:prstGeom prst="straightConnector1">
                <a:avLst/>
              </a:prstGeom>
              <a:noFill/>
              <a:ln w="508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70" name="Google Shape;1270;p45"/>
              <p:cNvCxnSpPr/>
              <p:nvPr/>
            </p:nvCxnSpPr>
            <p:spPr>
              <a:xfrm>
                <a:off x="720" y="3360"/>
                <a:ext cx="624" cy="0"/>
              </a:xfrm>
              <a:prstGeom prst="straightConnector1">
                <a:avLst/>
              </a:prstGeom>
              <a:noFill/>
              <a:ln w="508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71" name="Google Shape;1271;p45"/>
              <p:cNvCxnSpPr/>
              <p:nvPr/>
            </p:nvCxnSpPr>
            <p:spPr>
              <a:xfrm>
                <a:off x="720" y="3504"/>
                <a:ext cx="624" cy="0"/>
              </a:xfrm>
              <a:prstGeom prst="straightConnector1">
                <a:avLst/>
              </a:prstGeom>
              <a:noFill/>
              <a:ln w="508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72" name="Google Shape;1272;p45"/>
              <p:cNvCxnSpPr/>
              <p:nvPr/>
            </p:nvCxnSpPr>
            <p:spPr>
              <a:xfrm>
                <a:off x="720" y="3648"/>
                <a:ext cx="624" cy="0"/>
              </a:xfrm>
              <a:prstGeom prst="straightConnector1">
                <a:avLst/>
              </a:prstGeom>
              <a:noFill/>
              <a:ln w="508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73" name="Google Shape;1273;p45"/>
              <p:cNvCxnSpPr/>
              <p:nvPr/>
            </p:nvCxnSpPr>
            <p:spPr>
              <a:xfrm>
                <a:off x="720" y="3792"/>
                <a:ext cx="624" cy="0"/>
              </a:xfrm>
              <a:prstGeom prst="straightConnector1">
                <a:avLst/>
              </a:prstGeom>
              <a:noFill/>
              <a:ln w="508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grpSp>
            <p:nvGrpSpPr>
              <p:cNvPr id="1274" name="Google Shape;1274;p45"/>
              <p:cNvGrpSpPr/>
              <p:nvPr/>
            </p:nvGrpSpPr>
            <p:grpSpPr>
              <a:xfrm>
                <a:off x="1385" y="2689"/>
                <a:ext cx="438" cy="1237"/>
                <a:chOff x="1385" y="2689"/>
                <a:chExt cx="438" cy="1237"/>
              </a:xfrm>
            </p:grpSpPr>
            <p:sp>
              <p:nvSpPr>
                <p:cNvPr id="1275" name="Google Shape;1275;p45"/>
                <p:cNvSpPr txBox="1"/>
                <p:nvPr/>
              </p:nvSpPr>
              <p:spPr>
                <a:xfrm>
                  <a:off x="1385" y="2689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76" name="Google Shape;1276;p45"/>
                <p:cNvSpPr txBox="1"/>
                <p:nvPr/>
              </p:nvSpPr>
              <p:spPr>
                <a:xfrm>
                  <a:off x="1385" y="2833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</p:txBody>
            </p:sp>
            <p:sp>
              <p:nvSpPr>
                <p:cNvPr id="1277" name="Google Shape;1277;p45"/>
                <p:cNvSpPr txBox="1"/>
                <p:nvPr/>
              </p:nvSpPr>
              <p:spPr>
                <a:xfrm>
                  <a:off x="1385" y="2977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/>
                </a:p>
              </p:txBody>
            </p:sp>
            <p:sp>
              <p:nvSpPr>
                <p:cNvPr id="1278" name="Google Shape;1278;p45"/>
                <p:cNvSpPr txBox="1"/>
                <p:nvPr/>
              </p:nvSpPr>
              <p:spPr>
                <a:xfrm>
                  <a:off x="1385" y="3121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/>
                </a:p>
              </p:txBody>
            </p:sp>
            <p:sp>
              <p:nvSpPr>
                <p:cNvPr id="1279" name="Google Shape;1279;p45"/>
                <p:cNvSpPr txBox="1"/>
                <p:nvPr/>
              </p:nvSpPr>
              <p:spPr>
                <a:xfrm>
                  <a:off x="1385" y="3265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/>
                </a:p>
              </p:txBody>
            </p:sp>
            <p:sp>
              <p:nvSpPr>
                <p:cNvPr id="1280" name="Google Shape;1280;p45"/>
                <p:cNvSpPr txBox="1"/>
                <p:nvPr/>
              </p:nvSpPr>
              <p:spPr>
                <a:xfrm>
                  <a:off x="1385" y="3409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/>
                </a:p>
              </p:txBody>
            </p:sp>
            <p:sp>
              <p:nvSpPr>
                <p:cNvPr id="1281" name="Google Shape;1281;p45"/>
                <p:cNvSpPr txBox="1"/>
                <p:nvPr/>
              </p:nvSpPr>
              <p:spPr>
                <a:xfrm>
                  <a:off x="1385" y="3553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  <p:sp>
              <p:nvSpPr>
                <p:cNvPr id="1282" name="Google Shape;1282;p45"/>
                <p:cNvSpPr txBox="1"/>
                <p:nvPr/>
              </p:nvSpPr>
              <p:spPr>
                <a:xfrm>
                  <a:off x="1385" y="3697"/>
                  <a:ext cx="438" cy="2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0475" tIns="44450" rIns="90475" bIns="4445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1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</p:txBody>
            </p:sp>
          </p:grpSp>
        </p:grpSp>
        <p:sp>
          <p:nvSpPr>
            <p:cNvPr id="1283" name="Google Shape;1283;p45"/>
            <p:cNvSpPr txBox="1"/>
            <p:nvPr/>
          </p:nvSpPr>
          <p:spPr>
            <a:xfrm>
              <a:off x="625" y="3889"/>
              <a:ext cx="862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Normal</a:t>
              </a:r>
              <a:endParaRPr/>
            </a:p>
          </p:txBody>
        </p:sp>
      </p:grpSp>
      <p:grpSp>
        <p:nvGrpSpPr>
          <p:cNvPr id="1284" name="Google Shape;1284;p45"/>
          <p:cNvGrpSpPr/>
          <p:nvPr/>
        </p:nvGrpSpPr>
        <p:grpSpPr>
          <a:xfrm>
            <a:off x="2947987" y="3500437"/>
            <a:ext cx="695325" cy="1963737"/>
            <a:chOff x="1721" y="2689"/>
            <a:chExt cx="438" cy="1237"/>
          </a:xfrm>
        </p:grpSpPr>
        <p:sp>
          <p:nvSpPr>
            <p:cNvPr id="1285" name="Google Shape;1285;p45"/>
            <p:cNvSpPr txBox="1"/>
            <p:nvPr/>
          </p:nvSpPr>
          <p:spPr>
            <a:xfrm>
              <a:off x="1721" y="2689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286" name="Google Shape;1286;p45"/>
            <p:cNvSpPr txBox="1"/>
            <p:nvPr/>
          </p:nvSpPr>
          <p:spPr>
            <a:xfrm>
              <a:off x="1721" y="283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287" name="Google Shape;1287;p45"/>
            <p:cNvSpPr txBox="1"/>
            <p:nvPr/>
          </p:nvSpPr>
          <p:spPr>
            <a:xfrm>
              <a:off x="1721" y="297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288" name="Google Shape;1288;p45"/>
            <p:cNvSpPr txBox="1"/>
            <p:nvPr/>
          </p:nvSpPr>
          <p:spPr>
            <a:xfrm>
              <a:off x="1721" y="312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289" name="Google Shape;1289;p45"/>
            <p:cNvSpPr txBox="1"/>
            <p:nvPr/>
          </p:nvSpPr>
          <p:spPr>
            <a:xfrm>
              <a:off x="1721" y="3265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1290" name="Google Shape;1290;p45"/>
            <p:cNvSpPr txBox="1"/>
            <p:nvPr/>
          </p:nvSpPr>
          <p:spPr>
            <a:xfrm>
              <a:off x="1721" y="3409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291" name="Google Shape;1291;p45"/>
            <p:cNvSpPr txBox="1"/>
            <p:nvPr/>
          </p:nvSpPr>
          <p:spPr>
            <a:xfrm>
              <a:off x="1721" y="355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1292" name="Google Shape;1292;p45"/>
            <p:cNvSpPr txBox="1"/>
            <p:nvPr/>
          </p:nvSpPr>
          <p:spPr>
            <a:xfrm>
              <a:off x="1721" y="369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cxnSp>
        <p:nvCxnSpPr>
          <p:cNvPr id="1293" name="Google Shape;1293;p45"/>
          <p:cNvCxnSpPr/>
          <p:nvPr/>
        </p:nvCxnSpPr>
        <p:spPr>
          <a:xfrm>
            <a:off x="3263900" y="36512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94" name="Google Shape;1294;p45"/>
          <p:cNvCxnSpPr/>
          <p:nvPr/>
        </p:nvCxnSpPr>
        <p:spPr>
          <a:xfrm>
            <a:off x="3263900" y="38798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95" name="Google Shape;1295;p45"/>
          <p:cNvCxnSpPr/>
          <p:nvPr/>
        </p:nvCxnSpPr>
        <p:spPr>
          <a:xfrm>
            <a:off x="3263900" y="41084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96" name="Google Shape;1296;p45"/>
          <p:cNvCxnSpPr/>
          <p:nvPr/>
        </p:nvCxnSpPr>
        <p:spPr>
          <a:xfrm>
            <a:off x="3263900" y="43370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97" name="Google Shape;1297;p45"/>
          <p:cNvCxnSpPr/>
          <p:nvPr/>
        </p:nvCxnSpPr>
        <p:spPr>
          <a:xfrm>
            <a:off x="3263900" y="47942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98" name="Google Shape;1298;p45"/>
          <p:cNvCxnSpPr/>
          <p:nvPr/>
        </p:nvCxnSpPr>
        <p:spPr>
          <a:xfrm>
            <a:off x="3263900" y="50228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99" name="Google Shape;1299;p45"/>
          <p:cNvCxnSpPr/>
          <p:nvPr/>
        </p:nvCxnSpPr>
        <p:spPr>
          <a:xfrm>
            <a:off x="3263900" y="52514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1300" name="Google Shape;1300;p45"/>
          <p:cNvGrpSpPr/>
          <p:nvPr/>
        </p:nvGrpSpPr>
        <p:grpSpPr>
          <a:xfrm>
            <a:off x="4319587" y="3500437"/>
            <a:ext cx="695325" cy="1963737"/>
            <a:chOff x="2585" y="2689"/>
            <a:chExt cx="438" cy="1237"/>
          </a:xfrm>
        </p:grpSpPr>
        <p:sp>
          <p:nvSpPr>
            <p:cNvPr id="1301" name="Google Shape;1301;p45"/>
            <p:cNvSpPr txBox="1"/>
            <p:nvPr/>
          </p:nvSpPr>
          <p:spPr>
            <a:xfrm>
              <a:off x="2585" y="2689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302" name="Google Shape;1302;p45"/>
            <p:cNvSpPr txBox="1"/>
            <p:nvPr/>
          </p:nvSpPr>
          <p:spPr>
            <a:xfrm>
              <a:off x="2585" y="283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303" name="Google Shape;1303;p45"/>
            <p:cNvSpPr txBox="1"/>
            <p:nvPr/>
          </p:nvSpPr>
          <p:spPr>
            <a:xfrm>
              <a:off x="2585" y="297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304" name="Google Shape;1304;p45"/>
            <p:cNvSpPr txBox="1"/>
            <p:nvPr/>
          </p:nvSpPr>
          <p:spPr>
            <a:xfrm>
              <a:off x="2585" y="312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305" name="Google Shape;1305;p45"/>
            <p:cNvSpPr txBox="1"/>
            <p:nvPr/>
          </p:nvSpPr>
          <p:spPr>
            <a:xfrm>
              <a:off x="2585" y="3265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1306" name="Google Shape;1306;p45"/>
            <p:cNvSpPr txBox="1"/>
            <p:nvPr/>
          </p:nvSpPr>
          <p:spPr>
            <a:xfrm>
              <a:off x="2585" y="3409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307" name="Google Shape;1307;p45"/>
            <p:cNvSpPr txBox="1"/>
            <p:nvPr/>
          </p:nvSpPr>
          <p:spPr>
            <a:xfrm>
              <a:off x="2585" y="355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1308" name="Google Shape;1308;p45"/>
            <p:cNvSpPr txBox="1"/>
            <p:nvPr/>
          </p:nvSpPr>
          <p:spPr>
            <a:xfrm>
              <a:off x="2585" y="369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sp>
        <p:nvSpPr>
          <p:cNvPr id="1309" name="Google Shape;1309;p45"/>
          <p:cNvSpPr txBox="1"/>
          <p:nvPr/>
        </p:nvSpPr>
        <p:spPr>
          <a:xfrm>
            <a:off x="2732087" y="5481637"/>
            <a:ext cx="19018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Sem continuidade</a:t>
            </a:r>
            <a:endParaRPr/>
          </a:p>
        </p:txBody>
      </p:sp>
      <p:grpSp>
        <p:nvGrpSpPr>
          <p:cNvPr id="1310" name="Google Shape;1310;p45"/>
          <p:cNvGrpSpPr/>
          <p:nvPr/>
        </p:nvGrpSpPr>
        <p:grpSpPr>
          <a:xfrm>
            <a:off x="4852987" y="3500437"/>
            <a:ext cx="695325" cy="1963737"/>
            <a:chOff x="2921" y="2689"/>
            <a:chExt cx="438" cy="1237"/>
          </a:xfrm>
        </p:grpSpPr>
        <p:sp>
          <p:nvSpPr>
            <p:cNvPr id="1311" name="Google Shape;1311;p45"/>
            <p:cNvSpPr txBox="1"/>
            <p:nvPr/>
          </p:nvSpPr>
          <p:spPr>
            <a:xfrm>
              <a:off x="2921" y="2689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312" name="Google Shape;1312;p45"/>
            <p:cNvSpPr txBox="1"/>
            <p:nvPr/>
          </p:nvSpPr>
          <p:spPr>
            <a:xfrm>
              <a:off x="2921" y="283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313" name="Google Shape;1313;p45"/>
            <p:cNvSpPr txBox="1"/>
            <p:nvPr/>
          </p:nvSpPr>
          <p:spPr>
            <a:xfrm>
              <a:off x="2921" y="297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314" name="Google Shape;1314;p45"/>
            <p:cNvSpPr txBox="1"/>
            <p:nvPr/>
          </p:nvSpPr>
          <p:spPr>
            <a:xfrm>
              <a:off x="2921" y="312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315" name="Google Shape;1315;p45"/>
            <p:cNvSpPr txBox="1"/>
            <p:nvPr/>
          </p:nvSpPr>
          <p:spPr>
            <a:xfrm>
              <a:off x="2921" y="3265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1316" name="Google Shape;1316;p45"/>
            <p:cNvSpPr txBox="1"/>
            <p:nvPr/>
          </p:nvSpPr>
          <p:spPr>
            <a:xfrm>
              <a:off x="2921" y="3409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317" name="Google Shape;1317;p45"/>
            <p:cNvSpPr txBox="1"/>
            <p:nvPr/>
          </p:nvSpPr>
          <p:spPr>
            <a:xfrm>
              <a:off x="2921" y="355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1318" name="Google Shape;1318;p45"/>
            <p:cNvSpPr txBox="1"/>
            <p:nvPr/>
          </p:nvSpPr>
          <p:spPr>
            <a:xfrm>
              <a:off x="2921" y="369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cxnSp>
        <p:nvCxnSpPr>
          <p:cNvPr id="1319" name="Google Shape;1319;p45"/>
          <p:cNvCxnSpPr/>
          <p:nvPr/>
        </p:nvCxnSpPr>
        <p:spPr>
          <a:xfrm>
            <a:off x="5168900" y="36512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20" name="Google Shape;1320;p45"/>
          <p:cNvCxnSpPr/>
          <p:nvPr/>
        </p:nvCxnSpPr>
        <p:spPr>
          <a:xfrm>
            <a:off x="5168900" y="38798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21" name="Google Shape;1321;p45"/>
          <p:cNvCxnSpPr/>
          <p:nvPr/>
        </p:nvCxnSpPr>
        <p:spPr>
          <a:xfrm>
            <a:off x="5168900" y="41084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22" name="Google Shape;1322;p45"/>
          <p:cNvCxnSpPr/>
          <p:nvPr/>
        </p:nvCxnSpPr>
        <p:spPr>
          <a:xfrm>
            <a:off x="5168900" y="43370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23" name="Google Shape;1323;p45"/>
          <p:cNvCxnSpPr/>
          <p:nvPr/>
        </p:nvCxnSpPr>
        <p:spPr>
          <a:xfrm>
            <a:off x="5168900" y="45656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24" name="Google Shape;1324;p45"/>
          <p:cNvCxnSpPr/>
          <p:nvPr/>
        </p:nvCxnSpPr>
        <p:spPr>
          <a:xfrm>
            <a:off x="5168900" y="47942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25" name="Google Shape;1325;p45"/>
          <p:cNvCxnSpPr/>
          <p:nvPr/>
        </p:nvCxnSpPr>
        <p:spPr>
          <a:xfrm>
            <a:off x="5168900" y="50228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26" name="Google Shape;1326;p45"/>
          <p:cNvCxnSpPr/>
          <p:nvPr/>
        </p:nvCxnSpPr>
        <p:spPr>
          <a:xfrm>
            <a:off x="5168900" y="52514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1327" name="Google Shape;1327;p45"/>
          <p:cNvGrpSpPr/>
          <p:nvPr/>
        </p:nvGrpSpPr>
        <p:grpSpPr>
          <a:xfrm>
            <a:off x="6224587" y="3500437"/>
            <a:ext cx="695325" cy="1963737"/>
            <a:chOff x="3785" y="2689"/>
            <a:chExt cx="438" cy="1237"/>
          </a:xfrm>
        </p:grpSpPr>
        <p:sp>
          <p:nvSpPr>
            <p:cNvPr id="1328" name="Google Shape;1328;p45"/>
            <p:cNvSpPr txBox="1"/>
            <p:nvPr/>
          </p:nvSpPr>
          <p:spPr>
            <a:xfrm>
              <a:off x="3785" y="2689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329" name="Google Shape;1329;p45"/>
            <p:cNvSpPr txBox="1"/>
            <p:nvPr/>
          </p:nvSpPr>
          <p:spPr>
            <a:xfrm>
              <a:off x="3785" y="283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330" name="Google Shape;1330;p45"/>
            <p:cNvSpPr txBox="1"/>
            <p:nvPr/>
          </p:nvSpPr>
          <p:spPr>
            <a:xfrm>
              <a:off x="3785" y="297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331" name="Google Shape;1331;p45"/>
            <p:cNvSpPr txBox="1"/>
            <p:nvPr/>
          </p:nvSpPr>
          <p:spPr>
            <a:xfrm>
              <a:off x="3785" y="312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332" name="Google Shape;1332;p45"/>
            <p:cNvSpPr txBox="1"/>
            <p:nvPr/>
          </p:nvSpPr>
          <p:spPr>
            <a:xfrm>
              <a:off x="3785" y="3265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1333" name="Google Shape;1333;p45"/>
            <p:cNvSpPr txBox="1"/>
            <p:nvPr/>
          </p:nvSpPr>
          <p:spPr>
            <a:xfrm>
              <a:off x="3785" y="3409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334" name="Google Shape;1334;p45"/>
            <p:cNvSpPr txBox="1"/>
            <p:nvPr/>
          </p:nvSpPr>
          <p:spPr>
            <a:xfrm>
              <a:off x="3785" y="355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1335" name="Google Shape;1335;p45"/>
            <p:cNvSpPr txBox="1"/>
            <p:nvPr/>
          </p:nvSpPr>
          <p:spPr>
            <a:xfrm>
              <a:off x="3785" y="369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sp>
        <p:nvSpPr>
          <p:cNvPr id="1336" name="Google Shape;1336;p45"/>
          <p:cNvSpPr txBox="1"/>
          <p:nvPr/>
        </p:nvSpPr>
        <p:spPr>
          <a:xfrm>
            <a:off x="4941887" y="5481637"/>
            <a:ext cx="13684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Curto Circuito</a:t>
            </a:r>
            <a:endParaRPr/>
          </a:p>
        </p:txBody>
      </p:sp>
      <p:cxnSp>
        <p:nvCxnSpPr>
          <p:cNvPr id="1337" name="Google Shape;1337;p45"/>
          <p:cNvCxnSpPr/>
          <p:nvPr/>
        </p:nvCxnSpPr>
        <p:spPr>
          <a:xfrm>
            <a:off x="5626100" y="4108450"/>
            <a:ext cx="0" cy="2286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1338" name="Google Shape;1338;p45"/>
          <p:cNvGrpSpPr/>
          <p:nvPr/>
        </p:nvGrpSpPr>
        <p:grpSpPr>
          <a:xfrm>
            <a:off x="6834187" y="3576637"/>
            <a:ext cx="695325" cy="1963737"/>
            <a:chOff x="4169" y="2737"/>
            <a:chExt cx="438" cy="1237"/>
          </a:xfrm>
        </p:grpSpPr>
        <p:sp>
          <p:nvSpPr>
            <p:cNvPr id="1339" name="Google Shape;1339;p45"/>
            <p:cNvSpPr txBox="1"/>
            <p:nvPr/>
          </p:nvSpPr>
          <p:spPr>
            <a:xfrm>
              <a:off x="4169" y="273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340" name="Google Shape;1340;p45"/>
            <p:cNvSpPr txBox="1"/>
            <p:nvPr/>
          </p:nvSpPr>
          <p:spPr>
            <a:xfrm>
              <a:off x="4169" y="288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341" name="Google Shape;1341;p45"/>
            <p:cNvSpPr txBox="1"/>
            <p:nvPr/>
          </p:nvSpPr>
          <p:spPr>
            <a:xfrm>
              <a:off x="4169" y="3025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342" name="Google Shape;1342;p45"/>
            <p:cNvSpPr txBox="1"/>
            <p:nvPr/>
          </p:nvSpPr>
          <p:spPr>
            <a:xfrm>
              <a:off x="4169" y="3169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343" name="Google Shape;1343;p45"/>
            <p:cNvSpPr txBox="1"/>
            <p:nvPr/>
          </p:nvSpPr>
          <p:spPr>
            <a:xfrm>
              <a:off x="4169" y="331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1344" name="Google Shape;1344;p45"/>
            <p:cNvSpPr txBox="1"/>
            <p:nvPr/>
          </p:nvSpPr>
          <p:spPr>
            <a:xfrm>
              <a:off x="4169" y="345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345" name="Google Shape;1345;p45"/>
            <p:cNvSpPr txBox="1"/>
            <p:nvPr/>
          </p:nvSpPr>
          <p:spPr>
            <a:xfrm>
              <a:off x="4169" y="360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1346" name="Google Shape;1346;p45"/>
            <p:cNvSpPr txBox="1"/>
            <p:nvPr/>
          </p:nvSpPr>
          <p:spPr>
            <a:xfrm>
              <a:off x="4169" y="3745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cxnSp>
        <p:nvCxnSpPr>
          <p:cNvPr id="1347" name="Google Shape;1347;p45"/>
          <p:cNvCxnSpPr/>
          <p:nvPr/>
        </p:nvCxnSpPr>
        <p:spPr>
          <a:xfrm>
            <a:off x="7150100" y="3727450"/>
            <a:ext cx="990600" cy="4572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48" name="Google Shape;1348;p45"/>
          <p:cNvCxnSpPr/>
          <p:nvPr/>
        </p:nvCxnSpPr>
        <p:spPr>
          <a:xfrm>
            <a:off x="7150100" y="3956050"/>
            <a:ext cx="990600" cy="9144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49" name="Google Shape;1349;p45"/>
          <p:cNvCxnSpPr/>
          <p:nvPr/>
        </p:nvCxnSpPr>
        <p:spPr>
          <a:xfrm rot="10800000" flipH="1">
            <a:off x="7150100" y="3727450"/>
            <a:ext cx="990600" cy="4572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50" name="Google Shape;1350;p45"/>
          <p:cNvCxnSpPr/>
          <p:nvPr/>
        </p:nvCxnSpPr>
        <p:spPr>
          <a:xfrm>
            <a:off x="7150100" y="44132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51" name="Google Shape;1351;p45"/>
          <p:cNvCxnSpPr/>
          <p:nvPr/>
        </p:nvCxnSpPr>
        <p:spPr>
          <a:xfrm>
            <a:off x="7150100" y="46418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52" name="Google Shape;1352;p45"/>
          <p:cNvCxnSpPr/>
          <p:nvPr/>
        </p:nvCxnSpPr>
        <p:spPr>
          <a:xfrm rot="10800000" flipH="1">
            <a:off x="7150100" y="3956050"/>
            <a:ext cx="990600" cy="9144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53" name="Google Shape;1353;p45"/>
          <p:cNvCxnSpPr/>
          <p:nvPr/>
        </p:nvCxnSpPr>
        <p:spPr>
          <a:xfrm>
            <a:off x="7150100" y="50990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54" name="Google Shape;1354;p45"/>
          <p:cNvCxnSpPr/>
          <p:nvPr/>
        </p:nvCxnSpPr>
        <p:spPr>
          <a:xfrm>
            <a:off x="7150100" y="5327650"/>
            <a:ext cx="9906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1355" name="Google Shape;1355;p45"/>
          <p:cNvGrpSpPr/>
          <p:nvPr/>
        </p:nvGrpSpPr>
        <p:grpSpPr>
          <a:xfrm>
            <a:off x="8205787" y="3576637"/>
            <a:ext cx="695325" cy="1963737"/>
            <a:chOff x="5033" y="2737"/>
            <a:chExt cx="438" cy="1237"/>
          </a:xfrm>
        </p:grpSpPr>
        <p:sp>
          <p:nvSpPr>
            <p:cNvPr id="1356" name="Google Shape;1356;p45"/>
            <p:cNvSpPr txBox="1"/>
            <p:nvPr/>
          </p:nvSpPr>
          <p:spPr>
            <a:xfrm>
              <a:off x="5033" y="273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357" name="Google Shape;1357;p45"/>
            <p:cNvSpPr txBox="1"/>
            <p:nvPr/>
          </p:nvSpPr>
          <p:spPr>
            <a:xfrm>
              <a:off x="5033" y="288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358" name="Google Shape;1358;p45"/>
            <p:cNvSpPr txBox="1"/>
            <p:nvPr/>
          </p:nvSpPr>
          <p:spPr>
            <a:xfrm>
              <a:off x="5033" y="3025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359" name="Google Shape;1359;p45"/>
            <p:cNvSpPr txBox="1"/>
            <p:nvPr/>
          </p:nvSpPr>
          <p:spPr>
            <a:xfrm>
              <a:off x="5033" y="3169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360" name="Google Shape;1360;p45"/>
            <p:cNvSpPr txBox="1"/>
            <p:nvPr/>
          </p:nvSpPr>
          <p:spPr>
            <a:xfrm>
              <a:off x="5033" y="3313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1361" name="Google Shape;1361;p45"/>
            <p:cNvSpPr txBox="1"/>
            <p:nvPr/>
          </p:nvSpPr>
          <p:spPr>
            <a:xfrm>
              <a:off x="5033" y="3457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362" name="Google Shape;1362;p45"/>
            <p:cNvSpPr txBox="1"/>
            <p:nvPr/>
          </p:nvSpPr>
          <p:spPr>
            <a:xfrm>
              <a:off x="5033" y="3601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1363" name="Google Shape;1363;p45"/>
            <p:cNvSpPr txBox="1"/>
            <p:nvPr/>
          </p:nvSpPr>
          <p:spPr>
            <a:xfrm>
              <a:off x="5033" y="3745"/>
              <a:ext cx="438" cy="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sp>
        <p:nvSpPr>
          <p:cNvPr id="1364" name="Google Shape;1364;p45"/>
          <p:cNvSpPr txBox="1"/>
          <p:nvPr/>
        </p:nvSpPr>
        <p:spPr>
          <a:xfrm>
            <a:off x="6999287" y="5481637"/>
            <a:ext cx="13684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Cruzado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46"/>
          <p:cNvSpPr txBox="1">
            <a:spLocks noGrp="1"/>
          </p:cNvSpPr>
          <p:nvPr>
            <p:ph type="title" idx="4294967295"/>
          </p:nvPr>
        </p:nvSpPr>
        <p:spPr>
          <a:xfrm>
            <a:off x="381000" y="333375"/>
            <a:ext cx="868680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par trançado</a:t>
            </a:r>
            <a:endParaRPr/>
          </a:p>
        </p:txBody>
      </p:sp>
      <p:sp>
        <p:nvSpPr>
          <p:cNvPr id="1370" name="Google Shape;1370;p46"/>
          <p:cNvSpPr txBox="1">
            <a:spLocks noGrp="1"/>
          </p:cNvSpPr>
          <p:nvPr>
            <p:ph type="body" idx="4294967295"/>
          </p:nvPr>
        </p:nvSpPr>
        <p:spPr>
          <a:xfrm>
            <a:off x="539750" y="981075"/>
            <a:ext cx="8604250" cy="496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Testes</a:t>
            </a:r>
            <a:endParaRPr/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Comprimento do cabo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deve exceder o definido pelo padrão</a:t>
            </a:r>
            <a:endParaRPr/>
          </a:p>
          <a:p>
            <a:pPr marL="914400" marR="0" lvl="2" indent="-812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Atenuação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 medida de perda de sinal em um canal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som (sinal): quanto mais distante menos é escutado devido à atenuação do sinal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contornar a atenuação em transmissão digital através da colocação de repetidores que regeneram totalmente o sinal original</a:t>
            </a:r>
            <a:endParaRPr/>
          </a:p>
          <a:p>
            <a:pPr marL="914400" marR="0" lvl="2" indent="-812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Paradiafonia 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Mede a interferência do sinal de um par em um outro, ou seja, o sinal transmitido de um par para os outros pares de um mesmo cabo 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verificadores inserem um sinal em um par e verificam qual é a interferência que ocorre nos outros pares</a:t>
            </a:r>
            <a:endParaRPr/>
          </a:p>
          <a:p>
            <a:pPr marL="914400" marR="0" lvl="2" indent="-914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Causas: Par separado, Par mal trançados, Cabo muito esticado</a:t>
            </a:r>
            <a:endParaRPr/>
          </a:p>
          <a:p>
            <a:pPr marL="914400" marR="0" lvl="2" indent="-812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667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47"/>
          <p:cNvSpPr txBox="1"/>
          <p:nvPr/>
        </p:nvSpPr>
        <p:spPr>
          <a:xfrm>
            <a:off x="539750" y="2932112"/>
            <a:ext cx="8748712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Fibra Ótica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48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Fibra Ótica</a:t>
            </a:r>
            <a:endParaRPr/>
          </a:p>
        </p:txBody>
      </p:sp>
      <p:sp>
        <p:nvSpPr>
          <p:cNvPr id="1381" name="Google Shape;1381;p48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Funcionamento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transmissão em fibra ótica é realizada pelo envio de um sinal de luz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Propriedades óticas dos materiais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refração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reflexão</a:t>
            </a:r>
            <a:endParaRPr/>
          </a:p>
        </p:txBody>
      </p:sp>
      <p:sp>
        <p:nvSpPr>
          <p:cNvPr id="1382" name="Google Shape;1382;p48"/>
          <p:cNvSpPr/>
          <p:nvPr/>
        </p:nvSpPr>
        <p:spPr>
          <a:xfrm>
            <a:off x="3200400" y="4572000"/>
            <a:ext cx="5791200" cy="1600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3" name="Google Shape;1383;p48"/>
          <p:cNvSpPr txBox="1"/>
          <p:nvPr/>
        </p:nvSpPr>
        <p:spPr>
          <a:xfrm>
            <a:off x="8002587" y="4649787"/>
            <a:ext cx="987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 1</a:t>
            </a:r>
            <a:endParaRPr/>
          </a:p>
        </p:txBody>
      </p:sp>
      <p:sp>
        <p:nvSpPr>
          <p:cNvPr id="1384" name="Google Shape;1384;p48"/>
          <p:cNvSpPr txBox="1"/>
          <p:nvPr/>
        </p:nvSpPr>
        <p:spPr>
          <a:xfrm>
            <a:off x="7926387" y="4192587"/>
            <a:ext cx="12160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 2</a:t>
            </a:r>
            <a:endParaRPr/>
          </a:p>
        </p:txBody>
      </p:sp>
      <p:cxnSp>
        <p:nvCxnSpPr>
          <p:cNvPr id="1385" name="Google Shape;1385;p48"/>
          <p:cNvCxnSpPr/>
          <p:nvPr/>
        </p:nvCxnSpPr>
        <p:spPr>
          <a:xfrm>
            <a:off x="4572000" y="3505200"/>
            <a:ext cx="0" cy="2438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86" name="Google Shape;1386;p48"/>
          <p:cNvCxnSpPr/>
          <p:nvPr/>
        </p:nvCxnSpPr>
        <p:spPr>
          <a:xfrm rot="10800000" flipH="1">
            <a:off x="4038600" y="4572000"/>
            <a:ext cx="533400" cy="12192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87" name="Google Shape;1387;p48"/>
          <p:cNvCxnSpPr/>
          <p:nvPr/>
        </p:nvCxnSpPr>
        <p:spPr>
          <a:xfrm rot="10800000" flipH="1">
            <a:off x="4572000" y="3733800"/>
            <a:ext cx="762000" cy="8382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388" name="Google Shape;1388;p48"/>
          <p:cNvSpPr txBox="1"/>
          <p:nvPr/>
        </p:nvSpPr>
        <p:spPr>
          <a:xfrm>
            <a:off x="4114800" y="3049587"/>
            <a:ext cx="12160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difração</a:t>
            </a:r>
            <a:endParaRPr/>
          </a:p>
        </p:txBody>
      </p:sp>
      <p:cxnSp>
        <p:nvCxnSpPr>
          <p:cNvPr id="1389" name="Google Shape;1389;p48"/>
          <p:cNvCxnSpPr/>
          <p:nvPr/>
        </p:nvCxnSpPr>
        <p:spPr>
          <a:xfrm>
            <a:off x="6705600" y="3505200"/>
            <a:ext cx="0" cy="2286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90" name="Google Shape;1390;p48"/>
          <p:cNvCxnSpPr/>
          <p:nvPr/>
        </p:nvCxnSpPr>
        <p:spPr>
          <a:xfrm rot="10800000" flipH="1">
            <a:off x="5562600" y="4572000"/>
            <a:ext cx="1143000" cy="11430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91" name="Google Shape;1391;p48"/>
          <p:cNvSpPr txBox="1"/>
          <p:nvPr/>
        </p:nvSpPr>
        <p:spPr>
          <a:xfrm>
            <a:off x="6248400" y="3049587"/>
            <a:ext cx="12160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reflexão</a:t>
            </a:r>
            <a:endParaRPr/>
          </a:p>
        </p:txBody>
      </p:sp>
      <p:cxnSp>
        <p:nvCxnSpPr>
          <p:cNvPr id="1392" name="Google Shape;1392;p48"/>
          <p:cNvCxnSpPr/>
          <p:nvPr/>
        </p:nvCxnSpPr>
        <p:spPr>
          <a:xfrm rot="10800000">
            <a:off x="6705600" y="4572000"/>
            <a:ext cx="1143000" cy="11430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1393" name="Google Shape;1393;p48"/>
          <p:cNvCxnSpPr/>
          <p:nvPr/>
        </p:nvCxnSpPr>
        <p:spPr>
          <a:xfrm rot="10800000">
            <a:off x="4038600" y="5716587"/>
            <a:ext cx="533400" cy="152400"/>
          </a:xfrm>
          <a:prstGeom prst="curvedConnector2">
            <a:avLst/>
          </a:prstGeom>
          <a:noFill/>
          <a:ln w="12700" cap="rnd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394" name="Google Shape;1394;p48"/>
          <p:cNvSpPr txBox="1"/>
          <p:nvPr/>
        </p:nvSpPr>
        <p:spPr>
          <a:xfrm>
            <a:off x="1908175" y="6092825"/>
            <a:ext cx="3527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Ângulo de incidência</a:t>
            </a:r>
            <a:endParaRPr/>
          </a:p>
        </p:txBody>
      </p:sp>
      <p:cxnSp>
        <p:nvCxnSpPr>
          <p:cNvPr id="1395" name="Google Shape;1395;p48"/>
          <p:cNvCxnSpPr/>
          <p:nvPr/>
        </p:nvCxnSpPr>
        <p:spPr>
          <a:xfrm rot="10800000" flipH="1">
            <a:off x="3810000" y="4572000"/>
            <a:ext cx="76200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96" name="Google Shape;1396;p48"/>
          <p:cNvCxnSpPr/>
          <p:nvPr/>
        </p:nvCxnSpPr>
        <p:spPr>
          <a:xfrm rot="10800000" flipH="1">
            <a:off x="5943600" y="4495800"/>
            <a:ext cx="76200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97" name="Google Shape;1397;p48"/>
          <p:cNvCxnSpPr/>
          <p:nvPr/>
        </p:nvCxnSpPr>
        <p:spPr>
          <a:xfrm rot="10800000">
            <a:off x="5715000" y="5640387"/>
            <a:ext cx="990600" cy="228600"/>
          </a:xfrm>
          <a:prstGeom prst="curvedConnector2">
            <a:avLst/>
          </a:prstGeom>
          <a:noFill/>
          <a:ln w="12700" cap="rnd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398" name="Google Shape;1398;p48"/>
          <p:cNvSpPr txBox="1"/>
          <p:nvPr/>
        </p:nvSpPr>
        <p:spPr>
          <a:xfrm>
            <a:off x="5257800" y="6097587"/>
            <a:ext cx="3275012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Ângulo de incidência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49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Fibra Ótica</a:t>
            </a:r>
            <a:endParaRPr/>
          </a:p>
        </p:txBody>
      </p:sp>
      <p:pic>
        <p:nvPicPr>
          <p:cNvPr id="1404" name="Google Shape;1404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3575" y="1557337"/>
            <a:ext cx="2232025" cy="223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4437" y="4572000"/>
            <a:ext cx="30480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1187" y="1557337"/>
            <a:ext cx="2232025" cy="22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49"/>
          <p:cNvSpPr txBox="1"/>
          <p:nvPr/>
        </p:nvSpPr>
        <p:spPr>
          <a:xfrm>
            <a:off x="684212" y="4005262"/>
            <a:ext cx="16732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Conector SC</a:t>
            </a:r>
            <a:endParaRPr/>
          </a:p>
        </p:txBody>
      </p:sp>
      <p:sp>
        <p:nvSpPr>
          <p:cNvPr id="1408" name="Google Shape;1408;p49"/>
          <p:cNvSpPr txBox="1"/>
          <p:nvPr/>
        </p:nvSpPr>
        <p:spPr>
          <a:xfrm>
            <a:off x="3203575" y="3933825"/>
            <a:ext cx="16732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Conector ST</a:t>
            </a:r>
            <a:endParaRPr/>
          </a:p>
        </p:txBody>
      </p:sp>
      <p:pic>
        <p:nvPicPr>
          <p:cNvPr id="1409" name="Google Shape;1409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27762" y="2205037"/>
            <a:ext cx="1905000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50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Fibra Ótica</a:t>
            </a:r>
            <a:endParaRPr/>
          </a:p>
        </p:txBody>
      </p:sp>
      <p:sp>
        <p:nvSpPr>
          <p:cNvPr id="1415" name="Google Shape;1415;p50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Fibra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Monomodo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 até 45 km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50"/>
          <p:cNvSpPr/>
          <p:nvPr/>
        </p:nvSpPr>
        <p:spPr>
          <a:xfrm>
            <a:off x="2024062" y="2743200"/>
            <a:ext cx="990600" cy="99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7" name="Google Shape;1417;p50"/>
          <p:cNvSpPr/>
          <p:nvPr/>
        </p:nvSpPr>
        <p:spPr>
          <a:xfrm>
            <a:off x="2335212" y="3054350"/>
            <a:ext cx="368300" cy="368300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8" name="Google Shape;1418;p50"/>
          <p:cNvSpPr/>
          <p:nvPr/>
        </p:nvSpPr>
        <p:spPr>
          <a:xfrm>
            <a:off x="3706812" y="2749550"/>
            <a:ext cx="5397500" cy="10541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9" name="Google Shape;1419;p50"/>
          <p:cNvSpPr/>
          <p:nvPr/>
        </p:nvSpPr>
        <p:spPr>
          <a:xfrm>
            <a:off x="3706812" y="3130550"/>
            <a:ext cx="5397500" cy="2921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0" name="Google Shape;1420;p50"/>
          <p:cNvCxnSpPr/>
          <p:nvPr/>
        </p:nvCxnSpPr>
        <p:spPr>
          <a:xfrm rot="10800000" flipH="1">
            <a:off x="3471862" y="3124200"/>
            <a:ext cx="457200" cy="15240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21" name="Google Shape;1421;p50"/>
          <p:cNvCxnSpPr/>
          <p:nvPr/>
        </p:nvCxnSpPr>
        <p:spPr>
          <a:xfrm>
            <a:off x="4005262" y="3124200"/>
            <a:ext cx="1447800" cy="30480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22" name="Google Shape;1422;p50"/>
          <p:cNvCxnSpPr/>
          <p:nvPr/>
        </p:nvCxnSpPr>
        <p:spPr>
          <a:xfrm rot="10800000" flipH="1">
            <a:off x="5529262" y="3124200"/>
            <a:ext cx="1447800" cy="30480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23" name="Google Shape;1423;p50"/>
          <p:cNvCxnSpPr/>
          <p:nvPr/>
        </p:nvCxnSpPr>
        <p:spPr>
          <a:xfrm>
            <a:off x="6977062" y="3124200"/>
            <a:ext cx="1447800" cy="30480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24" name="Google Shape;1424;p50"/>
          <p:cNvCxnSpPr/>
          <p:nvPr/>
        </p:nvCxnSpPr>
        <p:spPr>
          <a:xfrm rot="10800000" flipH="1">
            <a:off x="8501062" y="3352800"/>
            <a:ext cx="533400" cy="7620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25" name="Google Shape;1425;p50"/>
          <p:cNvSpPr/>
          <p:nvPr/>
        </p:nvSpPr>
        <p:spPr>
          <a:xfrm>
            <a:off x="2100262" y="4876800"/>
            <a:ext cx="990600" cy="99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6" name="Google Shape;1426;p50"/>
          <p:cNvSpPr/>
          <p:nvPr/>
        </p:nvSpPr>
        <p:spPr>
          <a:xfrm>
            <a:off x="2411412" y="5187950"/>
            <a:ext cx="368300" cy="368300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7" name="Google Shape;1427;p50"/>
          <p:cNvSpPr/>
          <p:nvPr/>
        </p:nvSpPr>
        <p:spPr>
          <a:xfrm>
            <a:off x="3783012" y="4883150"/>
            <a:ext cx="5397500" cy="10541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8" name="Google Shape;1428;p50"/>
          <p:cNvCxnSpPr/>
          <p:nvPr/>
        </p:nvCxnSpPr>
        <p:spPr>
          <a:xfrm>
            <a:off x="1566862" y="2743200"/>
            <a:ext cx="685800" cy="2286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29" name="Google Shape;1429;p50"/>
          <p:cNvSpPr txBox="1"/>
          <p:nvPr/>
        </p:nvSpPr>
        <p:spPr>
          <a:xfrm>
            <a:off x="501650" y="2516187"/>
            <a:ext cx="1673225" cy="912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índice de refração constante</a:t>
            </a:r>
            <a:endParaRPr/>
          </a:p>
        </p:txBody>
      </p:sp>
      <p:cxnSp>
        <p:nvCxnSpPr>
          <p:cNvPr id="1430" name="Google Shape;1430;p50"/>
          <p:cNvCxnSpPr/>
          <p:nvPr/>
        </p:nvCxnSpPr>
        <p:spPr>
          <a:xfrm>
            <a:off x="1643062" y="5029200"/>
            <a:ext cx="914400" cy="3048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31" name="Google Shape;1431;p50"/>
          <p:cNvSpPr txBox="1"/>
          <p:nvPr/>
        </p:nvSpPr>
        <p:spPr>
          <a:xfrm>
            <a:off x="577850" y="4802187"/>
            <a:ext cx="1673225" cy="912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índice de refração constante</a:t>
            </a:r>
            <a:endParaRPr/>
          </a:p>
        </p:txBody>
      </p:sp>
      <p:cxnSp>
        <p:nvCxnSpPr>
          <p:cNvPr id="1432" name="Google Shape;1432;p50"/>
          <p:cNvCxnSpPr/>
          <p:nvPr/>
        </p:nvCxnSpPr>
        <p:spPr>
          <a:xfrm rot="10800000" flipH="1">
            <a:off x="1795462" y="5638800"/>
            <a:ext cx="533400" cy="4572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33" name="Google Shape;1433;p50"/>
          <p:cNvSpPr txBox="1"/>
          <p:nvPr/>
        </p:nvSpPr>
        <p:spPr>
          <a:xfrm>
            <a:off x="684212" y="6021387"/>
            <a:ext cx="31210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índice de refração gradual</a:t>
            </a:r>
            <a:endParaRPr/>
          </a:p>
        </p:txBody>
      </p:sp>
      <p:grpSp>
        <p:nvGrpSpPr>
          <p:cNvPr id="1434" name="Google Shape;1434;p50"/>
          <p:cNvGrpSpPr/>
          <p:nvPr/>
        </p:nvGrpSpPr>
        <p:grpSpPr>
          <a:xfrm>
            <a:off x="5913437" y="5410200"/>
            <a:ext cx="1293812" cy="304800"/>
            <a:chOff x="3458" y="3408"/>
            <a:chExt cx="815" cy="192"/>
          </a:xfrm>
        </p:grpSpPr>
        <p:cxnSp>
          <p:nvCxnSpPr>
            <p:cNvPr id="1435" name="Google Shape;1435;p50"/>
            <p:cNvCxnSpPr/>
            <p:nvPr/>
          </p:nvCxnSpPr>
          <p:spPr>
            <a:xfrm>
              <a:off x="3827" y="3408"/>
              <a:ext cx="446" cy="192"/>
            </a:xfrm>
            <a:prstGeom prst="curvedConnector2">
              <a:avLst/>
            </a:prstGeom>
            <a:noFill/>
            <a:ln w="12700" cap="rnd" cmpd="sng">
              <a:solidFill>
                <a:srgbClr val="FFFF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36" name="Google Shape;1436;p50"/>
            <p:cNvCxnSpPr/>
            <p:nvPr/>
          </p:nvCxnSpPr>
          <p:spPr>
            <a:xfrm>
              <a:off x="3458" y="3408"/>
              <a:ext cx="446" cy="192"/>
            </a:xfrm>
            <a:prstGeom prst="curvedConnector2">
              <a:avLst/>
            </a:prstGeom>
            <a:noFill/>
            <a:ln w="12700" cap="rnd" cmpd="sng">
              <a:solidFill>
                <a:srgbClr val="FFFF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1437" name="Google Shape;1437;p50"/>
          <p:cNvGrpSpPr/>
          <p:nvPr/>
        </p:nvGrpSpPr>
        <p:grpSpPr>
          <a:xfrm>
            <a:off x="4159250" y="5105400"/>
            <a:ext cx="1296987" cy="304800"/>
            <a:chOff x="2353" y="3216"/>
            <a:chExt cx="817" cy="192"/>
          </a:xfrm>
        </p:grpSpPr>
        <p:cxnSp>
          <p:nvCxnSpPr>
            <p:cNvPr id="1438" name="Google Shape;1438;p50"/>
            <p:cNvCxnSpPr/>
            <p:nvPr/>
          </p:nvCxnSpPr>
          <p:spPr>
            <a:xfrm rot="10800000">
              <a:off x="2724" y="3216"/>
              <a:ext cx="446" cy="192"/>
            </a:xfrm>
            <a:prstGeom prst="curvedConnector2">
              <a:avLst/>
            </a:prstGeom>
            <a:noFill/>
            <a:ln w="12700" cap="rnd" cmpd="sng">
              <a:solidFill>
                <a:srgbClr val="FFFF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39" name="Google Shape;1439;p50"/>
            <p:cNvCxnSpPr/>
            <p:nvPr/>
          </p:nvCxnSpPr>
          <p:spPr>
            <a:xfrm rot="10800000">
              <a:off x="2353" y="3216"/>
              <a:ext cx="446" cy="192"/>
            </a:xfrm>
            <a:prstGeom prst="curvedConnector2">
              <a:avLst/>
            </a:prstGeom>
            <a:noFill/>
            <a:ln w="12700" cap="rnd" cmpd="sng">
              <a:solidFill>
                <a:srgbClr val="FFFF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440" name="Google Shape;1440;p50"/>
          <p:cNvSpPr/>
          <p:nvPr/>
        </p:nvSpPr>
        <p:spPr>
          <a:xfrm>
            <a:off x="3783012" y="5264150"/>
            <a:ext cx="5397500" cy="2921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41" name="Google Shape;1441;p50"/>
          <p:cNvCxnSpPr/>
          <p:nvPr/>
        </p:nvCxnSpPr>
        <p:spPr>
          <a:xfrm rot="10800000" flipH="1">
            <a:off x="3624262" y="5257800"/>
            <a:ext cx="609600" cy="3048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42" name="Google Shape;1442;p50"/>
          <p:cNvCxnSpPr/>
          <p:nvPr/>
        </p:nvCxnSpPr>
        <p:spPr>
          <a:xfrm rot="10800000">
            <a:off x="5376862" y="5257800"/>
            <a:ext cx="609600" cy="3048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43" name="Google Shape;1443;p50"/>
          <p:cNvCxnSpPr/>
          <p:nvPr/>
        </p:nvCxnSpPr>
        <p:spPr>
          <a:xfrm flipH="1">
            <a:off x="7129462" y="5257800"/>
            <a:ext cx="609600" cy="304800"/>
          </a:xfrm>
          <a:prstGeom prst="straightConnector1">
            <a:avLst/>
          </a:prstGeom>
          <a:noFill/>
          <a:ln w="12700" cap="flat" cmpd="sng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51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Fibra Ótica</a:t>
            </a:r>
            <a:endParaRPr/>
          </a:p>
        </p:txBody>
      </p:sp>
      <p:sp>
        <p:nvSpPr>
          <p:cNvPr id="1449" name="Google Shape;1449;p51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Propriedades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Imune a interferências eletromagnéticas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gera interferência eletromagnética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Confiabilidade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Altas taxas de transmissão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 luz viaja muito mais depressa do que a eletricidade o cabo de fibra ótica transporta dados mais rapidamente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conduz eletricidade</a:t>
            </a: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Conexão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Necessita duas fibras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Tx - Transmissão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Rx - Recepção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52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Cabo de Fibra Ótica</a:t>
            </a:r>
            <a:endParaRPr/>
          </a:p>
        </p:txBody>
      </p:sp>
      <p:sp>
        <p:nvSpPr>
          <p:cNvPr id="1455" name="Google Shape;1455;p52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Caractetísticas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10BaseF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Mbps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Baseband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Fiber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100BaseF</a:t>
            </a:r>
            <a:b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Conectores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Outros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53"/>
          <p:cNvSpPr txBox="1"/>
          <p:nvPr/>
        </p:nvSpPr>
        <p:spPr>
          <a:xfrm>
            <a:off x="539750" y="2932112"/>
            <a:ext cx="8748712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Cabeamento Estruturado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54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Cabeamento Estruturado</a:t>
            </a:r>
            <a:endParaRPr/>
          </a:p>
        </p:txBody>
      </p:sp>
      <p:sp>
        <p:nvSpPr>
          <p:cNvPr id="1466" name="Google Shape;1466;p54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Padrão EIA/TIA-568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EIA (Electronic Industries Association)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Responsável pela elaboração padrão de cabeamento de telecomunicação de edifícios comerciais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cabos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Unshielded Twisted Pair (UTP) - Par trançado não blindado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pares de fios 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Shielded Twisted Pair (STP) - Par trançado blindado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pares de fios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 coaxial de 50 ohms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 com um par de fibra ótica multimodo (Tx,Rx)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55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Cabeamento Estruturado</a:t>
            </a:r>
            <a:endParaRPr/>
          </a:p>
        </p:txBody>
      </p:sp>
      <p:sp>
        <p:nvSpPr>
          <p:cNvPr id="1472" name="Google Shape;1472;p55"/>
          <p:cNvSpPr/>
          <p:nvPr/>
        </p:nvSpPr>
        <p:spPr>
          <a:xfrm>
            <a:off x="5416550" y="2292350"/>
            <a:ext cx="2425700" cy="28829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3" name="Google Shape;1473;p55"/>
          <p:cNvSpPr/>
          <p:nvPr/>
        </p:nvSpPr>
        <p:spPr>
          <a:xfrm>
            <a:off x="5645150" y="4730750"/>
            <a:ext cx="368300" cy="1397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4" name="Google Shape;1474;p55"/>
          <p:cNvSpPr/>
          <p:nvPr/>
        </p:nvSpPr>
        <p:spPr>
          <a:xfrm>
            <a:off x="7848600" y="2286000"/>
            <a:ext cx="839787" cy="3811587"/>
          </a:xfrm>
          <a:custGeom>
            <a:avLst/>
            <a:gdLst/>
            <a:ahLst/>
            <a:cxnLst/>
            <a:rect l="l" t="t" r="r" b="b"/>
            <a:pathLst>
              <a:path w="529" h="2401" extrusionOk="0">
                <a:moveTo>
                  <a:pt x="0" y="0"/>
                </a:moveTo>
                <a:lnTo>
                  <a:pt x="528" y="600"/>
                </a:lnTo>
                <a:lnTo>
                  <a:pt x="528" y="2400"/>
                </a:lnTo>
                <a:lnTo>
                  <a:pt x="0" y="1800"/>
                </a:lnTo>
                <a:lnTo>
                  <a:pt x="0" y="0"/>
                </a:lnTo>
              </a:path>
            </a:pathLst>
          </a:custGeom>
          <a:solidFill>
            <a:srgbClr val="FF6600"/>
          </a:solidFill>
          <a:ln w="12700" cap="rnd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5" name="Google Shape;1475;p55"/>
          <p:cNvSpPr/>
          <p:nvPr/>
        </p:nvSpPr>
        <p:spPr>
          <a:xfrm>
            <a:off x="6254750" y="4730750"/>
            <a:ext cx="1663700" cy="1397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6" name="Google Shape;1476;p55"/>
          <p:cNvSpPr/>
          <p:nvPr/>
        </p:nvSpPr>
        <p:spPr>
          <a:xfrm>
            <a:off x="6483350" y="4883150"/>
            <a:ext cx="63500" cy="673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7" name="Google Shape;1477;p55"/>
          <p:cNvSpPr/>
          <p:nvPr/>
        </p:nvSpPr>
        <p:spPr>
          <a:xfrm>
            <a:off x="7550150" y="4883150"/>
            <a:ext cx="63500" cy="673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8" name="Google Shape;1478;p55"/>
          <p:cNvSpPr/>
          <p:nvPr/>
        </p:nvSpPr>
        <p:spPr>
          <a:xfrm>
            <a:off x="5799137" y="4051300"/>
            <a:ext cx="1060450" cy="674687"/>
          </a:xfrm>
          <a:custGeom>
            <a:avLst/>
            <a:gdLst/>
            <a:ahLst/>
            <a:cxnLst/>
            <a:rect l="l" t="t" r="r" b="b"/>
            <a:pathLst>
              <a:path w="668" h="425" extrusionOk="0">
                <a:moveTo>
                  <a:pt x="667" y="80"/>
                </a:moveTo>
                <a:lnTo>
                  <a:pt x="607" y="25"/>
                </a:lnTo>
                <a:lnTo>
                  <a:pt x="546" y="0"/>
                </a:lnTo>
                <a:lnTo>
                  <a:pt x="499" y="0"/>
                </a:lnTo>
                <a:lnTo>
                  <a:pt x="437" y="0"/>
                </a:lnTo>
                <a:lnTo>
                  <a:pt x="374" y="48"/>
                </a:lnTo>
                <a:lnTo>
                  <a:pt x="327" y="48"/>
                </a:lnTo>
                <a:lnTo>
                  <a:pt x="234" y="48"/>
                </a:lnTo>
                <a:lnTo>
                  <a:pt x="140" y="48"/>
                </a:lnTo>
                <a:lnTo>
                  <a:pt x="93" y="25"/>
                </a:lnTo>
                <a:lnTo>
                  <a:pt x="47" y="12"/>
                </a:lnTo>
                <a:lnTo>
                  <a:pt x="0" y="25"/>
                </a:lnTo>
                <a:lnTo>
                  <a:pt x="0" y="61"/>
                </a:lnTo>
                <a:lnTo>
                  <a:pt x="0" y="97"/>
                </a:lnTo>
                <a:lnTo>
                  <a:pt x="0" y="133"/>
                </a:lnTo>
                <a:lnTo>
                  <a:pt x="0" y="170"/>
                </a:lnTo>
                <a:lnTo>
                  <a:pt x="0" y="206"/>
                </a:lnTo>
                <a:lnTo>
                  <a:pt x="0" y="242"/>
                </a:lnTo>
                <a:lnTo>
                  <a:pt x="0" y="279"/>
                </a:lnTo>
                <a:lnTo>
                  <a:pt x="0" y="315"/>
                </a:lnTo>
                <a:lnTo>
                  <a:pt x="16" y="351"/>
                </a:lnTo>
                <a:lnTo>
                  <a:pt x="16" y="388"/>
                </a:lnTo>
                <a:lnTo>
                  <a:pt x="16" y="424"/>
                </a:lnTo>
              </a:path>
            </a:pathLst>
          </a:custGeom>
          <a:noFill/>
          <a:ln w="50800" cap="rnd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9" name="Google Shape;1479;p55"/>
          <p:cNvSpPr/>
          <p:nvPr/>
        </p:nvSpPr>
        <p:spPr>
          <a:xfrm>
            <a:off x="920750" y="2292350"/>
            <a:ext cx="2425700" cy="28829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0" name="Google Shape;1480;p55"/>
          <p:cNvSpPr/>
          <p:nvPr/>
        </p:nvSpPr>
        <p:spPr>
          <a:xfrm>
            <a:off x="76200" y="2286000"/>
            <a:ext cx="839787" cy="3811587"/>
          </a:xfrm>
          <a:custGeom>
            <a:avLst/>
            <a:gdLst/>
            <a:ahLst/>
            <a:cxnLst/>
            <a:rect l="l" t="t" r="r" b="b"/>
            <a:pathLst>
              <a:path w="529" h="2401" extrusionOk="0">
                <a:moveTo>
                  <a:pt x="528" y="0"/>
                </a:moveTo>
                <a:lnTo>
                  <a:pt x="0" y="600"/>
                </a:lnTo>
                <a:lnTo>
                  <a:pt x="0" y="2400"/>
                </a:lnTo>
                <a:lnTo>
                  <a:pt x="528" y="1800"/>
                </a:lnTo>
                <a:lnTo>
                  <a:pt x="528" y="0"/>
                </a:lnTo>
              </a:path>
            </a:pathLst>
          </a:custGeom>
          <a:solidFill>
            <a:srgbClr val="FF6600"/>
          </a:solidFill>
          <a:ln w="12700" cap="rnd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81" name="Google Shape;1481;p55"/>
          <p:cNvCxnSpPr/>
          <p:nvPr/>
        </p:nvCxnSpPr>
        <p:spPr>
          <a:xfrm rot="10800000">
            <a:off x="2895600" y="4800600"/>
            <a:ext cx="2743200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482" name="Google Shape;1482;p55"/>
          <p:cNvSpPr/>
          <p:nvPr/>
        </p:nvSpPr>
        <p:spPr>
          <a:xfrm>
            <a:off x="1301750" y="3435350"/>
            <a:ext cx="1511300" cy="2654300"/>
          </a:xfrm>
          <a:prstGeom prst="cube">
            <a:avLst>
              <a:gd name="adj" fmla="val 5399"/>
            </a:avLst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83" name="Google Shape;1483;p55"/>
          <p:cNvGrpSpPr/>
          <p:nvPr/>
        </p:nvGrpSpPr>
        <p:grpSpPr>
          <a:xfrm>
            <a:off x="1377950" y="4197350"/>
            <a:ext cx="977900" cy="139700"/>
            <a:chOff x="868" y="2644"/>
            <a:chExt cx="616" cy="88"/>
          </a:xfrm>
        </p:grpSpPr>
        <p:sp>
          <p:nvSpPr>
            <p:cNvPr id="1484" name="Google Shape;1484;p55"/>
            <p:cNvSpPr/>
            <p:nvPr/>
          </p:nvSpPr>
          <p:spPr>
            <a:xfrm>
              <a:off x="868" y="2644"/>
              <a:ext cx="616" cy="88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5" name="Google Shape;1485;p55"/>
            <p:cNvSpPr/>
            <p:nvPr/>
          </p:nvSpPr>
          <p:spPr>
            <a:xfrm>
              <a:off x="891" y="2668"/>
              <a:ext cx="36" cy="4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6" name="Google Shape;1486;p55"/>
            <p:cNvSpPr/>
            <p:nvPr/>
          </p:nvSpPr>
          <p:spPr>
            <a:xfrm>
              <a:off x="957" y="2668"/>
              <a:ext cx="36" cy="4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7" name="Google Shape;1487;p55"/>
            <p:cNvSpPr/>
            <p:nvPr/>
          </p:nvSpPr>
          <p:spPr>
            <a:xfrm>
              <a:off x="1024" y="2668"/>
              <a:ext cx="36" cy="4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8" name="Google Shape;1488;p55"/>
            <p:cNvSpPr/>
            <p:nvPr/>
          </p:nvSpPr>
          <p:spPr>
            <a:xfrm>
              <a:off x="1224" y="2668"/>
              <a:ext cx="37" cy="4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9" name="Google Shape;1489;p55"/>
            <p:cNvSpPr/>
            <p:nvPr/>
          </p:nvSpPr>
          <p:spPr>
            <a:xfrm>
              <a:off x="1157" y="2668"/>
              <a:ext cx="38" cy="4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0" name="Google Shape;1490;p55"/>
            <p:cNvSpPr/>
            <p:nvPr/>
          </p:nvSpPr>
          <p:spPr>
            <a:xfrm>
              <a:off x="1091" y="2668"/>
              <a:ext cx="37" cy="4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1" name="Google Shape;1491;p55"/>
            <p:cNvSpPr/>
            <p:nvPr/>
          </p:nvSpPr>
          <p:spPr>
            <a:xfrm>
              <a:off x="1292" y="2668"/>
              <a:ext cx="36" cy="4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2" name="Google Shape;1492;p55"/>
            <p:cNvSpPr/>
            <p:nvPr/>
          </p:nvSpPr>
          <p:spPr>
            <a:xfrm>
              <a:off x="1359" y="2668"/>
              <a:ext cx="36" cy="4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3" name="Google Shape;1493;p55"/>
            <p:cNvSpPr/>
            <p:nvPr/>
          </p:nvSpPr>
          <p:spPr>
            <a:xfrm>
              <a:off x="1425" y="2668"/>
              <a:ext cx="36" cy="4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94" name="Google Shape;1494;p55"/>
          <p:cNvGrpSpPr/>
          <p:nvPr/>
        </p:nvGrpSpPr>
        <p:grpSpPr>
          <a:xfrm>
            <a:off x="1377950" y="4806950"/>
            <a:ext cx="977900" cy="292100"/>
            <a:chOff x="868" y="3028"/>
            <a:chExt cx="616" cy="184"/>
          </a:xfrm>
        </p:grpSpPr>
        <p:sp>
          <p:nvSpPr>
            <p:cNvPr id="1495" name="Google Shape;1495;p55"/>
            <p:cNvSpPr/>
            <p:nvPr/>
          </p:nvSpPr>
          <p:spPr>
            <a:xfrm>
              <a:off x="868" y="3028"/>
              <a:ext cx="616" cy="184"/>
            </a:xfrm>
            <a:prstGeom prst="rect">
              <a:avLst/>
            </a:prstGeom>
            <a:solidFill>
              <a:srgbClr val="474747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6" name="Google Shape;1496;p55"/>
            <p:cNvSpPr/>
            <p:nvPr/>
          </p:nvSpPr>
          <p:spPr>
            <a:xfrm>
              <a:off x="890" y="3057"/>
              <a:ext cx="37" cy="4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7" name="Google Shape;1497;p55"/>
            <p:cNvSpPr/>
            <p:nvPr/>
          </p:nvSpPr>
          <p:spPr>
            <a:xfrm>
              <a:off x="957" y="3057"/>
              <a:ext cx="37" cy="4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8" name="Google Shape;1498;p55"/>
            <p:cNvSpPr/>
            <p:nvPr/>
          </p:nvSpPr>
          <p:spPr>
            <a:xfrm>
              <a:off x="1024" y="3057"/>
              <a:ext cx="37" cy="4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9" name="Google Shape;1499;p55"/>
            <p:cNvSpPr/>
            <p:nvPr/>
          </p:nvSpPr>
          <p:spPr>
            <a:xfrm>
              <a:off x="1225" y="3057"/>
              <a:ext cx="36" cy="4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0" name="Google Shape;1500;p55"/>
            <p:cNvSpPr/>
            <p:nvPr/>
          </p:nvSpPr>
          <p:spPr>
            <a:xfrm>
              <a:off x="1158" y="3057"/>
              <a:ext cx="36" cy="4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1" name="Google Shape;1501;p55"/>
            <p:cNvSpPr/>
            <p:nvPr/>
          </p:nvSpPr>
          <p:spPr>
            <a:xfrm>
              <a:off x="1091" y="3057"/>
              <a:ext cx="36" cy="4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2" name="Google Shape;1502;p55"/>
            <p:cNvSpPr/>
            <p:nvPr/>
          </p:nvSpPr>
          <p:spPr>
            <a:xfrm>
              <a:off x="1291" y="3057"/>
              <a:ext cx="37" cy="4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3" name="Google Shape;1503;p55"/>
            <p:cNvSpPr/>
            <p:nvPr/>
          </p:nvSpPr>
          <p:spPr>
            <a:xfrm>
              <a:off x="1358" y="3057"/>
              <a:ext cx="37" cy="4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4" name="Google Shape;1504;p55"/>
            <p:cNvSpPr/>
            <p:nvPr/>
          </p:nvSpPr>
          <p:spPr>
            <a:xfrm>
              <a:off x="1425" y="3057"/>
              <a:ext cx="37" cy="4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505" name="Google Shape;1505;p55"/>
          <p:cNvCxnSpPr/>
          <p:nvPr/>
        </p:nvCxnSpPr>
        <p:spPr>
          <a:xfrm rot="10800000" flipH="1">
            <a:off x="2286000" y="3886200"/>
            <a:ext cx="381000" cy="3810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06" name="Google Shape;1506;p55"/>
          <p:cNvCxnSpPr/>
          <p:nvPr/>
        </p:nvCxnSpPr>
        <p:spPr>
          <a:xfrm>
            <a:off x="2667000" y="3886200"/>
            <a:ext cx="0" cy="11430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07" name="Google Shape;1507;p55"/>
          <p:cNvCxnSpPr/>
          <p:nvPr/>
        </p:nvCxnSpPr>
        <p:spPr>
          <a:xfrm flipH="1">
            <a:off x="2667000" y="4800600"/>
            <a:ext cx="228600" cy="2286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508" name="Google Shape;1508;p55"/>
          <p:cNvSpPr/>
          <p:nvPr/>
        </p:nvSpPr>
        <p:spPr>
          <a:xfrm>
            <a:off x="2074862" y="4267200"/>
            <a:ext cx="212725" cy="611187"/>
          </a:xfrm>
          <a:custGeom>
            <a:avLst/>
            <a:gdLst/>
            <a:ahLst/>
            <a:cxnLst/>
            <a:rect l="l" t="t" r="r" b="b"/>
            <a:pathLst>
              <a:path w="134" h="385" extrusionOk="0">
                <a:moveTo>
                  <a:pt x="133" y="0"/>
                </a:moveTo>
                <a:lnTo>
                  <a:pt x="106" y="51"/>
                </a:lnTo>
                <a:lnTo>
                  <a:pt x="80" y="91"/>
                </a:lnTo>
                <a:lnTo>
                  <a:pt x="40" y="91"/>
                </a:lnTo>
                <a:lnTo>
                  <a:pt x="13" y="131"/>
                </a:lnTo>
                <a:lnTo>
                  <a:pt x="0" y="171"/>
                </a:lnTo>
                <a:lnTo>
                  <a:pt x="0" y="211"/>
                </a:lnTo>
                <a:lnTo>
                  <a:pt x="13" y="251"/>
                </a:lnTo>
                <a:lnTo>
                  <a:pt x="53" y="277"/>
                </a:lnTo>
                <a:lnTo>
                  <a:pt x="66" y="317"/>
                </a:lnTo>
                <a:lnTo>
                  <a:pt x="80" y="357"/>
                </a:lnTo>
                <a:lnTo>
                  <a:pt x="120" y="384"/>
                </a:lnTo>
              </a:path>
            </a:pathLst>
          </a:custGeom>
          <a:noFill/>
          <a:ln w="50800" cap="rnd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9" name="Google Shape;1509;p55"/>
          <p:cNvSpPr txBox="1"/>
          <p:nvPr/>
        </p:nvSpPr>
        <p:spPr>
          <a:xfrm>
            <a:off x="3430587" y="3125787"/>
            <a:ext cx="17494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 de Distribuição</a:t>
            </a:r>
            <a:endParaRPr/>
          </a:p>
        </p:txBody>
      </p:sp>
      <p:sp>
        <p:nvSpPr>
          <p:cNvPr id="1510" name="Google Shape;1510;p55"/>
          <p:cNvSpPr txBox="1"/>
          <p:nvPr/>
        </p:nvSpPr>
        <p:spPr>
          <a:xfrm>
            <a:off x="6402387" y="5792787"/>
            <a:ext cx="1520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trabalho</a:t>
            </a:r>
            <a:endParaRPr/>
          </a:p>
        </p:txBody>
      </p:sp>
      <p:sp>
        <p:nvSpPr>
          <p:cNvPr id="1511" name="Google Shape;1511;p55"/>
          <p:cNvSpPr/>
          <p:nvPr/>
        </p:nvSpPr>
        <p:spPr>
          <a:xfrm>
            <a:off x="6254750" y="4578350"/>
            <a:ext cx="63500" cy="673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2" name="Google Shape;1512;p55"/>
          <p:cNvSpPr/>
          <p:nvPr/>
        </p:nvSpPr>
        <p:spPr>
          <a:xfrm>
            <a:off x="7321550" y="4883150"/>
            <a:ext cx="63500" cy="368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3" name="Google Shape;1513;p55"/>
          <p:cNvSpPr/>
          <p:nvPr/>
        </p:nvSpPr>
        <p:spPr>
          <a:xfrm>
            <a:off x="5943600" y="4495800"/>
            <a:ext cx="1982787" cy="306387"/>
          </a:xfrm>
          <a:custGeom>
            <a:avLst/>
            <a:gdLst/>
            <a:ahLst/>
            <a:cxnLst/>
            <a:rect l="l" t="t" r="r" b="b"/>
            <a:pathLst>
              <a:path w="1249" h="193" extrusionOk="0">
                <a:moveTo>
                  <a:pt x="1248" y="192"/>
                </a:moveTo>
                <a:lnTo>
                  <a:pt x="1031" y="0"/>
                </a:lnTo>
                <a:lnTo>
                  <a:pt x="0" y="0"/>
                </a:lnTo>
                <a:lnTo>
                  <a:pt x="217" y="192"/>
                </a:lnTo>
                <a:lnTo>
                  <a:pt x="1248" y="192"/>
                </a:lnTo>
              </a:path>
            </a:pathLst>
          </a:custGeom>
          <a:solidFill>
            <a:schemeClr val="lt1"/>
          </a:solidFill>
          <a:ln w="12700" cap="rnd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14" name="Google Shape;1514;p55"/>
          <p:cNvGraphicFramePr/>
          <p:nvPr/>
        </p:nvGraphicFramePr>
        <p:xfrm>
          <a:off x="6704012" y="40132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r:id="rId4" imgW="906462" imgH="711200" progId="MS_ClipArt_Gallery">
                  <p:embed/>
                </p:oleObj>
              </mc:Choice>
              <mc:Fallback>
                <p:oleObj r:id="rId4" imgW="906462" imgH="711200" progId="MS_ClipArt_Gallery">
                  <p:embed/>
                  <p:pic>
                    <p:nvPicPr>
                      <p:cNvPr id="1514" name="Google Shape;1514;p55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704012" y="40132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" name="Google Shape;1515;p55"/>
          <p:cNvSpPr txBox="1"/>
          <p:nvPr/>
        </p:nvSpPr>
        <p:spPr>
          <a:xfrm>
            <a:off x="5030787" y="6097587"/>
            <a:ext cx="1520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Tomada de rede</a:t>
            </a:r>
            <a:endParaRPr/>
          </a:p>
        </p:txBody>
      </p:sp>
      <p:sp>
        <p:nvSpPr>
          <p:cNvPr id="1516" name="Google Shape;1516;p55"/>
          <p:cNvSpPr txBox="1"/>
          <p:nvPr/>
        </p:nvSpPr>
        <p:spPr>
          <a:xfrm>
            <a:off x="3430587" y="5411787"/>
            <a:ext cx="1901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Cabeamento Horizontal</a:t>
            </a:r>
            <a:endParaRPr/>
          </a:p>
        </p:txBody>
      </p:sp>
      <p:sp>
        <p:nvSpPr>
          <p:cNvPr id="1517" name="Google Shape;1517;p55"/>
          <p:cNvSpPr txBox="1"/>
          <p:nvPr/>
        </p:nvSpPr>
        <p:spPr>
          <a:xfrm>
            <a:off x="6249987" y="1525587"/>
            <a:ext cx="1520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Cordão de estação</a:t>
            </a:r>
            <a:endParaRPr/>
          </a:p>
        </p:txBody>
      </p:sp>
      <p:sp>
        <p:nvSpPr>
          <p:cNvPr id="1518" name="Google Shape;1518;p55"/>
          <p:cNvSpPr txBox="1"/>
          <p:nvPr/>
        </p:nvSpPr>
        <p:spPr>
          <a:xfrm>
            <a:off x="77787" y="1525587"/>
            <a:ext cx="1520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Cordão de patch</a:t>
            </a:r>
            <a:endParaRPr/>
          </a:p>
        </p:txBody>
      </p:sp>
      <p:sp>
        <p:nvSpPr>
          <p:cNvPr id="1519" name="Google Shape;1519;p55"/>
          <p:cNvSpPr txBox="1"/>
          <p:nvPr/>
        </p:nvSpPr>
        <p:spPr>
          <a:xfrm>
            <a:off x="2439987" y="1677987"/>
            <a:ext cx="1749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Patch Panel</a:t>
            </a:r>
            <a:endParaRPr/>
          </a:p>
        </p:txBody>
      </p:sp>
      <p:cxnSp>
        <p:nvCxnSpPr>
          <p:cNvPr id="1520" name="Google Shape;1520;p55"/>
          <p:cNvCxnSpPr/>
          <p:nvPr/>
        </p:nvCxnSpPr>
        <p:spPr>
          <a:xfrm>
            <a:off x="685800" y="2209800"/>
            <a:ext cx="1295400" cy="2286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521" name="Google Shape;1521;p55"/>
          <p:cNvCxnSpPr/>
          <p:nvPr/>
        </p:nvCxnSpPr>
        <p:spPr>
          <a:xfrm flipH="1">
            <a:off x="1981200" y="1981200"/>
            <a:ext cx="1143000" cy="2133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522" name="Google Shape;1522;p55"/>
          <p:cNvCxnSpPr/>
          <p:nvPr/>
        </p:nvCxnSpPr>
        <p:spPr>
          <a:xfrm flipH="1">
            <a:off x="2819400" y="3733800"/>
            <a:ext cx="11430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523" name="Google Shape;1523;p55"/>
          <p:cNvCxnSpPr/>
          <p:nvPr/>
        </p:nvCxnSpPr>
        <p:spPr>
          <a:xfrm rot="10800000">
            <a:off x="3886200" y="4876800"/>
            <a:ext cx="609600" cy="60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524" name="Google Shape;1524;p55"/>
          <p:cNvCxnSpPr/>
          <p:nvPr/>
        </p:nvCxnSpPr>
        <p:spPr>
          <a:xfrm rot="10800000">
            <a:off x="5791200" y="4953000"/>
            <a:ext cx="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525" name="Google Shape;1525;p55"/>
          <p:cNvCxnSpPr/>
          <p:nvPr/>
        </p:nvCxnSpPr>
        <p:spPr>
          <a:xfrm flipH="1">
            <a:off x="6172200" y="2209800"/>
            <a:ext cx="609600" cy="1828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56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Cabeamento Estruturado</a:t>
            </a:r>
            <a:endParaRPr/>
          </a:p>
        </p:txBody>
      </p:sp>
      <p:pic>
        <p:nvPicPr>
          <p:cNvPr id="1531" name="Google Shape;1531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750" y="1628775"/>
            <a:ext cx="2374900" cy="213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2" name="Google Shape;1532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3575" y="1844675"/>
            <a:ext cx="2046287" cy="3062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3" name="Google Shape;1533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80075" y="2227262"/>
            <a:ext cx="3211512" cy="2357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p56"/>
          <p:cNvSpPr txBox="1"/>
          <p:nvPr/>
        </p:nvSpPr>
        <p:spPr>
          <a:xfrm>
            <a:off x="3348037" y="5013325"/>
            <a:ext cx="1749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Rack</a:t>
            </a:r>
            <a:endParaRPr/>
          </a:p>
        </p:txBody>
      </p:sp>
      <p:sp>
        <p:nvSpPr>
          <p:cNvPr id="1535" name="Google Shape;1535;p56"/>
          <p:cNvSpPr txBox="1"/>
          <p:nvPr/>
        </p:nvSpPr>
        <p:spPr>
          <a:xfrm>
            <a:off x="6300787" y="4724400"/>
            <a:ext cx="1749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Patch Panel</a:t>
            </a:r>
            <a:endParaRPr/>
          </a:p>
        </p:txBody>
      </p:sp>
      <p:sp>
        <p:nvSpPr>
          <p:cNvPr id="1536" name="Google Shape;1536;p56"/>
          <p:cNvSpPr txBox="1"/>
          <p:nvPr/>
        </p:nvSpPr>
        <p:spPr>
          <a:xfrm>
            <a:off x="900112" y="4005262"/>
            <a:ext cx="17494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Tomadas RJ-45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57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Cabeamento Estruturado</a:t>
            </a:r>
            <a:endParaRPr/>
          </a:p>
        </p:txBody>
      </p:sp>
      <p:sp>
        <p:nvSpPr>
          <p:cNvPr id="1542" name="Google Shape;1542;p57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Definições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trabalho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sala, escritório,...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mínimo de 2 tomadas de rede por área de trabalho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Armário de telecomunicação (ou Central de distribuição)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existir um armário de telecomunicação por andar</a:t>
            </a:r>
            <a:endParaRPr/>
          </a:p>
          <a:p>
            <a:pPr marL="1600200" marR="0" lvl="3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Exceto quando o cabeamento horizontal exceder o limite máximo de 90 metros.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Consiste de</a:t>
            </a:r>
            <a:endParaRPr/>
          </a:p>
          <a:p>
            <a:pPr marL="1600200" marR="0" lvl="3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patch pannel (painel de distribuição)</a:t>
            </a:r>
            <a:endParaRPr/>
          </a:p>
          <a:p>
            <a:pPr marL="1600200" marR="0" lvl="3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equipamentos de rede</a:t>
            </a:r>
            <a:endParaRPr/>
          </a:p>
          <a:p>
            <a:pPr marL="1600200" marR="0" lvl="3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eventualmente com a rede de telefonia </a:t>
            </a:r>
            <a:endParaRPr/>
          </a:p>
          <a:p>
            <a:pPr marL="2057400" marR="0" lvl="4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 telefônica deve utilizar cabos separados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58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Cabeamento Estruturado</a:t>
            </a:r>
            <a:endParaRPr/>
          </a:p>
        </p:txBody>
      </p:sp>
      <p:sp>
        <p:nvSpPr>
          <p:cNvPr id="1548" name="Google Shape;1548;p58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Cabeamento horizontal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 tomadas das áreas de trabalho ao armário de distribuição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Distância máxima definida no padrão: 90 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Sala central de distribuição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Armário de telecomunicação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Distâncias máximas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Cabeamento horizontal: 90m (cabo rígido)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Cordão de patch panel: 2 m (flexível)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Cordão de estação: 8 m (flexível)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59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Cabeamento Estruturado</a:t>
            </a:r>
            <a:endParaRPr/>
          </a:p>
        </p:txBody>
      </p:sp>
      <p:sp>
        <p:nvSpPr>
          <p:cNvPr id="1554" name="Google Shape;1554;p59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Cabeamento vertical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Interliga os armários de telecomunicação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Cabeamento de backbone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Topologia física estrela ligando o Armário de Telecomunicação central aos outros Armários de Telecomunicação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60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Cabeamento Estruturado</a:t>
            </a:r>
            <a:endParaRPr/>
          </a:p>
        </p:txBody>
      </p:sp>
      <p:sp>
        <p:nvSpPr>
          <p:cNvPr id="1560" name="Google Shape;1560;p60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Precauções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Fiações elétricas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passar a pelo menos 20 cm de distância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utilizar calha blindada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61"/>
          <p:cNvSpPr txBox="1"/>
          <p:nvPr/>
        </p:nvSpPr>
        <p:spPr>
          <a:xfrm>
            <a:off x="539750" y="2932112"/>
            <a:ext cx="8748712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Ethernet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62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Ethernet</a:t>
            </a:r>
            <a:endParaRPr/>
          </a:p>
        </p:txBody>
      </p:sp>
      <p:sp>
        <p:nvSpPr>
          <p:cNvPr id="1571" name="Google Shape;1571;p62"/>
          <p:cNvSpPr txBox="1"/>
          <p:nvPr/>
        </p:nvSpPr>
        <p:spPr>
          <a:xfrm>
            <a:off x="1338262" y="3032125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Sessão</a:t>
            </a:r>
            <a:endParaRPr/>
          </a:p>
        </p:txBody>
      </p:sp>
      <p:sp>
        <p:nvSpPr>
          <p:cNvPr id="1572" name="Google Shape;1572;p62"/>
          <p:cNvSpPr txBox="1"/>
          <p:nvPr/>
        </p:nvSpPr>
        <p:spPr>
          <a:xfrm>
            <a:off x="1338262" y="2422525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endParaRPr/>
          </a:p>
        </p:txBody>
      </p:sp>
      <p:sp>
        <p:nvSpPr>
          <p:cNvPr id="1573" name="Google Shape;1573;p62"/>
          <p:cNvSpPr txBox="1"/>
          <p:nvPr/>
        </p:nvSpPr>
        <p:spPr>
          <a:xfrm>
            <a:off x="1338262" y="1812925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/>
          </a:p>
        </p:txBody>
      </p:sp>
      <p:sp>
        <p:nvSpPr>
          <p:cNvPr id="1574" name="Google Shape;1574;p62"/>
          <p:cNvSpPr txBox="1"/>
          <p:nvPr/>
        </p:nvSpPr>
        <p:spPr>
          <a:xfrm>
            <a:off x="1338262" y="3641725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  <a:endParaRPr/>
          </a:p>
        </p:txBody>
      </p:sp>
      <p:sp>
        <p:nvSpPr>
          <p:cNvPr id="1575" name="Google Shape;1575;p62"/>
          <p:cNvSpPr txBox="1"/>
          <p:nvPr/>
        </p:nvSpPr>
        <p:spPr>
          <a:xfrm>
            <a:off x="1338262" y="4251325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sp>
        <p:nvSpPr>
          <p:cNvPr id="1576" name="Google Shape;1576;p62"/>
          <p:cNvSpPr txBox="1"/>
          <p:nvPr/>
        </p:nvSpPr>
        <p:spPr>
          <a:xfrm>
            <a:off x="1338262" y="4860925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Enlace</a:t>
            </a:r>
            <a:endParaRPr/>
          </a:p>
        </p:txBody>
      </p:sp>
      <p:sp>
        <p:nvSpPr>
          <p:cNvPr id="1577" name="Google Shape;1577;p62"/>
          <p:cNvSpPr txBox="1"/>
          <p:nvPr/>
        </p:nvSpPr>
        <p:spPr>
          <a:xfrm>
            <a:off x="1338262" y="5470525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Físico</a:t>
            </a:r>
            <a:endParaRPr/>
          </a:p>
        </p:txBody>
      </p:sp>
      <p:sp>
        <p:nvSpPr>
          <p:cNvPr id="1578" name="Google Shape;1578;p62"/>
          <p:cNvSpPr txBox="1"/>
          <p:nvPr/>
        </p:nvSpPr>
        <p:spPr>
          <a:xfrm>
            <a:off x="1335087" y="6010275"/>
            <a:ext cx="20542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 físico</a:t>
            </a:r>
            <a:endParaRPr/>
          </a:p>
        </p:txBody>
      </p:sp>
      <p:sp>
        <p:nvSpPr>
          <p:cNvPr id="1579" name="Google Shape;1579;p62"/>
          <p:cNvSpPr txBox="1"/>
          <p:nvPr/>
        </p:nvSpPr>
        <p:spPr>
          <a:xfrm>
            <a:off x="4843462" y="1812925"/>
            <a:ext cx="1971675" cy="16256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580" name="Google Shape;1580;p62"/>
          <p:cNvSpPr txBox="1"/>
          <p:nvPr/>
        </p:nvSpPr>
        <p:spPr>
          <a:xfrm>
            <a:off x="4843462" y="3641725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  <a:endParaRPr/>
          </a:p>
        </p:txBody>
      </p:sp>
      <p:sp>
        <p:nvSpPr>
          <p:cNvPr id="1581" name="Google Shape;1581;p62"/>
          <p:cNvSpPr txBox="1"/>
          <p:nvPr/>
        </p:nvSpPr>
        <p:spPr>
          <a:xfrm>
            <a:off x="4843462" y="4251325"/>
            <a:ext cx="1971675" cy="4064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sp>
        <p:nvSpPr>
          <p:cNvPr id="1582" name="Google Shape;1582;p62"/>
          <p:cNvSpPr txBox="1"/>
          <p:nvPr/>
        </p:nvSpPr>
        <p:spPr>
          <a:xfrm>
            <a:off x="4843462" y="4860925"/>
            <a:ext cx="1971675" cy="10160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Intra-rede</a:t>
            </a: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583" name="Google Shape;1583;p62"/>
          <p:cNvSpPr txBox="1"/>
          <p:nvPr/>
        </p:nvSpPr>
        <p:spPr>
          <a:xfrm>
            <a:off x="4840287" y="6010275"/>
            <a:ext cx="20542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 físico</a:t>
            </a:r>
            <a:endParaRPr/>
          </a:p>
        </p:txBody>
      </p:sp>
      <p:sp>
        <p:nvSpPr>
          <p:cNvPr id="1584" name="Google Shape;1584;p62"/>
          <p:cNvSpPr txBox="1"/>
          <p:nvPr/>
        </p:nvSpPr>
        <p:spPr>
          <a:xfrm>
            <a:off x="7212012" y="1819275"/>
            <a:ext cx="1958975" cy="1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FTP, DNS, Telnet, HTTP, SMTP, POP, IMAP, SNMP, ...</a:t>
            </a:r>
            <a:endParaRPr/>
          </a:p>
        </p:txBody>
      </p:sp>
      <p:sp>
        <p:nvSpPr>
          <p:cNvPr id="1585" name="Google Shape;1585;p62"/>
          <p:cNvSpPr txBox="1"/>
          <p:nvPr/>
        </p:nvSpPr>
        <p:spPr>
          <a:xfrm>
            <a:off x="7212012" y="3648075"/>
            <a:ext cx="19589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UDP, TCP</a:t>
            </a:r>
            <a:endParaRPr/>
          </a:p>
        </p:txBody>
      </p:sp>
      <p:sp>
        <p:nvSpPr>
          <p:cNvPr id="1586" name="Google Shape;1586;p62"/>
          <p:cNvSpPr txBox="1"/>
          <p:nvPr/>
        </p:nvSpPr>
        <p:spPr>
          <a:xfrm>
            <a:off x="7212012" y="4257675"/>
            <a:ext cx="19589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63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Ethernet</a:t>
            </a:r>
            <a:endParaRPr/>
          </a:p>
        </p:txBody>
      </p:sp>
      <p:sp>
        <p:nvSpPr>
          <p:cNvPr id="1592" name="Google Shape;1592;p63"/>
          <p:cNvSpPr txBox="1"/>
          <p:nvPr/>
        </p:nvSpPr>
        <p:spPr>
          <a:xfrm>
            <a:off x="4271962" y="4999037"/>
            <a:ext cx="2733675" cy="10160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Ethernet</a:t>
            </a: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593" name="Google Shape;1593;p63"/>
          <p:cNvSpPr txBox="1"/>
          <p:nvPr/>
        </p:nvSpPr>
        <p:spPr>
          <a:xfrm>
            <a:off x="4802187" y="6072187"/>
            <a:ext cx="20542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 físico</a:t>
            </a:r>
            <a:endParaRPr/>
          </a:p>
        </p:txBody>
      </p:sp>
      <p:sp>
        <p:nvSpPr>
          <p:cNvPr id="1594" name="Google Shape;1594;p63"/>
          <p:cNvSpPr txBox="1"/>
          <p:nvPr/>
        </p:nvSpPr>
        <p:spPr>
          <a:xfrm>
            <a:off x="4271962" y="1341437"/>
            <a:ext cx="2809875" cy="10160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 HTTP  FTP Telnet  SMTP  POP  IMAP ...</a:t>
            </a:r>
            <a:endParaRPr/>
          </a:p>
        </p:txBody>
      </p:sp>
      <p:sp>
        <p:nvSpPr>
          <p:cNvPr id="1595" name="Google Shape;1595;p63"/>
          <p:cNvSpPr txBox="1"/>
          <p:nvPr/>
        </p:nvSpPr>
        <p:spPr>
          <a:xfrm>
            <a:off x="4271962" y="2560637"/>
            <a:ext cx="2733675" cy="10160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 / UDP</a:t>
            </a: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596" name="Google Shape;1596;p63"/>
          <p:cNvSpPr txBox="1"/>
          <p:nvPr/>
        </p:nvSpPr>
        <p:spPr>
          <a:xfrm>
            <a:off x="4271962" y="3779837"/>
            <a:ext cx="2733675" cy="10160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597" name="Google Shape;1597;p63"/>
          <p:cNvSpPr txBox="1"/>
          <p:nvPr/>
        </p:nvSpPr>
        <p:spPr>
          <a:xfrm>
            <a:off x="2363787" y="1576387"/>
            <a:ext cx="18256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Aplicação</a:t>
            </a:r>
            <a:endParaRPr/>
          </a:p>
        </p:txBody>
      </p:sp>
      <p:sp>
        <p:nvSpPr>
          <p:cNvPr id="1598" name="Google Shape;1598;p63"/>
          <p:cNvSpPr txBox="1"/>
          <p:nvPr/>
        </p:nvSpPr>
        <p:spPr>
          <a:xfrm>
            <a:off x="2363787" y="5233987"/>
            <a:ext cx="1901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intra-rede</a:t>
            </a:r>
            <a:endParaRPr/>
          </a:p>
        </p:txBody>
      </p:sp>
      <p:sp>
        <p:nvSpPr>
          <p:cNvPr id="1599" name="Google Shape;1599;p63"/>
          <p:cNvSpPr txBox="1"/>
          <p:nvPr/>
        </p:nvSpPr>
        <p:spPr>
          <a:xfrm>
            <a:off x="2363787" y="3938587"/>
            <a:ext cx="1901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redes</a:t>
            </a:r>
            <a:endParaRPr/>
          </a:p>
        </p:txBody>
      </p:sp>
      <p:sp>
        <p:nvSpPr>
          <p:cNvPr id="1600" name="Google Shape;1600;p63"/>
          <p:cNvSpPr txBox="1"/>
          <p:nvPr/>
        </p:nvSpPr>
        <p:spPr>
          <a:xfrm>
            <a:off x="2363787" y="2719387"/>
            <a:ext cx="18256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transporte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64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Ethernet</a:t>
            </a:r>
            <a:endParaRPr/>
          </a:p>
        </p:txBody>
      </p:sp>
      <p:sp>
        <p:nvSpPr>
          <p:cNvPr id="1606" name="Google Shape;1606;p64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 Ethernet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frame Ethernet é responsável pela transmissão de dados entre máquinas de uma mesma rede local que se utiliza do protocolo Ethernet</a:t>
            </a: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um dado ser transmitido para outra máquina é necessário coloca-lo dentro de um frame Ethernet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07" name="Google Shape;1607;p64"/>
          <p:cNvGraphicFramePr/>
          <p:nvPr/>
        </p:nvGraphicFramePr>
        <p:xfrm>
          <a:off x="1692275" y="4724400"/>
          <a:ext cx="51816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r:id="rId4" imgW="5181600" imgH="1371600" progId="MS_ClipArt_Gallery">
                  <p:embed/>
                </p:oleObj>
              </mc:Choice>
              <mc:Fallback>
                <p:oleObj r:id="rId4" imgW="5181600" imgH="1371600" progId="MS_ClipArt_Gallery">
                  <p:embed/>
                  <p:pic>
                    <p:nvPicPr>
                      <p:cNvPr id="1607" name="Google Shape;1607;p6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692275" y="4724400"/>
                        <a:ext cx="51816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8" name="Google Shape;1608;p64"/>
          <p:cNvSpPr txBox="1"/>
          <p:nvPr/>
        </p:nvSpPr>
        <p:spPr>
          <a:xfrm>
            <a:off x="3598862" y="4784725"/>
            <a:ext cx="27400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(46 a 1500 octetos)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65"/>
          <p:cNvSpPr txBox="1"/>
          <p:nvPr/>
        </p:nvSpPr>
        <p:spPr>
          <a:xfrm>
            <a:off x="539750" y="2932112"/>
            <a:ext cx="8748712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Endereçamento Ethernet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66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Ethernet</a:t>
            </a:r>
            <a:endParaRPr/>
          </a:p>
        </p:txBody>
      </p:sp>
      <p:sp>
        <p:nvSpPr>
          <p:cNvPr id="1619" name="Google Shape;1619;p66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Endereço Ethernet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Também chamado de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endereço físico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endereço de hardware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endereço MAC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Composto por 6 bytes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de endereço Ethernet: 00:C0:D2:A1:B8:32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endereço Ethernet vem definido com a placa de rede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placa de rede possui um endereço físico distinto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Endereços adotados pelos fabricantes é organizado pela IANA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IANA -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Assigned Numbers Authority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http://www.iana.org</a:t>
            </a:r>
            <a:endParaRPr/>
          </a:p>
          <a:p>
            <a:pPr marL="1600200" marR="0" lvl="3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Protocol Numbers and Assignment Services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  <a:p>
            <a:pPr marL="1600200" marR="0" lvl="3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Ethernet Numbers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</a:t>
            </a:r>
            <a:endParaRPr/>
          </a:p>
          <a:p>
            <a:pPr marL="1600200" marR="0" lvl="3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apresentada uma lista parcial (a segunda) dos fabricantes</a:t>
            </a:r>
            <a:endParaRPr/>
          </a:p>
        </p:txBody>
      </p:sp>
      <p:sp>
        <p:nvSpPr>
          <p:cNvPr id="1620" name="Google Shape;1620;p66"/>
          <p:cNvSpPr txBox="1"/>
          <p:nvPr/>
        </p:nvSpPr>
        <p:spPr>
          <a:xfrm>
            <a:off x="4427537" y="1900237"/>
            <a:ext cx="609600" cy="376237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/>
          </a:p>
        </p:txBody>
      </p:sp>
      <p:sp>
        <p:nvSpPr>
          <p:cNvPr id="1621" name="Google Shape;1621;p66"/>
          <p:cNvSpPr txBox="1"/>
          <p:nvPr/>
        </p:nvSpPr>
        <p:spPr>
          <a:xfrm>
            <a:off x="5189537" y="1900237"/>
            <a:ext cx="609600" cy="376237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C0</a:t>
            </a:r>
            <a:endParaRPr/>
          </a:p>
        </p:txBody>
      </p:sp>
      <p:sp>
        <p:nvSpPr>
          <p:cNvPr id="1622" name="Google Shape;1622;p66"/>
          <p:cNvSpPr txBox="1"/>
          <p:nvPr/>
        </p:nvSpPr>
        <p:spPr>
          <a:xfrm>
            <a:off x="5951537" y="1900237"/>
            <a:ext cx="609600" cy="376237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/>
          </a:p>
        </p:txBody>
      </p:sp>
      <p:sp>
        <p:nvSpPr>
          <p:cNvPr id="1623" name="Google Shape;1623;p66"/>
          <p:cNvSpPr txBox="1"/>
          <p:nvPr/>
        </p:nvSpPr>
        <p:spPr>
          <a:xfrm>
            <a:off x="6713537" y="1900237"/>
            <a:ext cx="609600" cy="376237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A1</a:t>
            </a:r>
            <a:endParaRPr/>
          </a:p>
        </p:txBody>
      </p:sp>
      <p:sp>
        <p:nvSpPr>
          <p:cNvPr id="1624" name="Google Shape;1624;p66"/>
          <p:cNvSpPr txBox="1"/>
          <p:nvPr/>
        </p:nvSpPr>
        <p:spPr>
          <a:xfrm>
            <a:off x="7475537" y="1900237"/>
            <a:ext cx="609600" cy="376237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B8</a:t>
            </a:r>
            <a:endParaRPr/>
          </a:p>
        </p:txBody>
      </p:sp>
      <p:sp>
        <p:nvSpPr>
          <p:cNvPr id="1625" name="Google Shape;1625;p66"/>
          <p:cNvSpPr txBox="1"/>
          <p:nvPr/>
        </p:nvSpPr>
        <p:spPr>
          <a:xfrm>
            <a:off x="8237537" y="1900237"/>
            <a:ext cx="609600" cy="376237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  <p:cxnSp>
        <p:nvCxnSpPr>
          <p:cNvPr id="1626" name="Google Shape;1626;p66"/>
          <p:cNvCxnSpPr/>
          <p:nvPr/>
        </p:nvCxnSpPr>
        <p:spPr>
          <a:xfrm>
            <a:off x="4508500" y="2590800"/>
            <a:ext cx="2057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627" name="Google Shape;1627;p66"/>
          <p:cNvSpPr txBox="1"/>
          <p:nvPr/>
        </p:nvSpPr>
        <p:spPr>
          <a:xfrm>
            <a:off x="4891087" y="2668587"/>
            <a:ext cx="14446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Fabricante</a:t>
            </a:r>
            <a:endParaRPr/>
          </a:p>
        </p:txBody>
      </p:sp>
      <p:cxnSp>
        <p:nvCxnSpPr>
          <p:cNvPr id="1628" name="Google Shape;1628;p66"/>
          <p:cNvCxnSpPr/>
          <p:nvPr/>
        </p:nvCxnSpPr>
        <p:spPr>
          <a:xfrm>
            <a:off x="6718300" y="2590800"/>
            <a:ext cx="213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629" name="Google Shape;1629;p66"/>
          <p:cNvSpPr txBox="1"/>
          <p:nvPr/>
        </p:nvSpPr>
        <p:spPr>
          <a:xfrm>
            <a:off x="6796087" y="2668587"/>
            <a:ext cx="1968500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ident. da placa</a:t>
            </a:r>
            <a:endParaRPr/>
          </a:p>
        </p:txBody>
      </p:sp>
      <p:cxnSp>
        <p:nvCxnSpPr>
          <p:cNvPr id="1630" name="Google Shape;1630;p66"/>
          <p:cNvCxnSpPr/>
          <p:nvPr/>
        </p:nvCxnSpPr>
        <p:spPr>
          <a:xfrm>
            <a:off x="6642100" y="1905000"/>
            <a:ext cx="0" cy="990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67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Ethernet</a:t>
            </a:r>
            <a:endParaRPr/>
          </a:p>
        </p:txBody>
      </p:sp>
      <p:sp>
        <p:nvSpPr>
          <p:cNvPr id="1636" name="Google Shape;1636;p67"/>
          <p:cNvSpPr txBox="1">
            <a:spLocks noGrp="1"/>
          </p:cNvSpPr>
          <p:nvPr>
            <p:ph type="body" idx="1"/>
          </p:nvPr>
        </p:nvSpPr>
        <p:spPr>
          <a:xfrm>
            <a:off x="611187" y="1412875"/>
            <a:ext cx="8456612" cy="496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mostrar o endereço Ethernet no Windows</a:t>
            </a:r>
            <a:endParaRPr/>
          </a:p>
        </p:txBody>
      </p:sp>
      <p:sp>
        <p:nvSpPr>
          <p:cNvPr id="1637" name="Google Shape;1637;p67"/>
          <p:cNvSpPr txBox="1"/>
          <p:nvPr/>
        </p:nvSpPr>
        <p:spPr>
          <a:xfrm>
            <a:off x="534987" y="1906587"/>
            <a:ext cx="8531225" cy="448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urier New"/>
              <a:buNone/>
            </a:pP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ipconfig -all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Host Name                  : angra.site.com.br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DNS Servers                : 10.0.161.200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192.168.10.13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Node Type                  : Hybrid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NetBIOS Scope IP           :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IP Routing Enabled         : No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WINS Proxy Enabled         : No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NetBIOS Resolution Uses DNS: Yes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0 Ethernet Adapter: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Description           : DEC DC21140 PCI Fast Eth Adapter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Phisical Address           : 00-60-67-30-D3-0D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DHCP Enable                : No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IP Address                 : 10.0.161.50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Subnet Mask                : 255.255.254.0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Default Gateway            : 10.0.161.254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Primary WINS Server        : 10.0.161.185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Secondary WINS Server      : 10.0.161.186                                  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68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Ethernet</a:t>
            </a:r>
            <a:endParaRPr/>
          </a:p>
        </p:txBody>
      </p:sp>
      <p:sp>
        <p:nvSpPr>
          <p:cNvPr id="1643" name="Google Shape;1643;p68"/>
          <p:cNvSpPr txBox="1">
            <a:spLocks noGrp="1"/>
          </p:cNvSpPr>
          <p:nvPr>
            <p:ph type="body" idx="1"/>
          </p:nvPr>
        </p:nvSpPr>
        <p:spPr>
          <a:xfrm>
            <a:off x="611187" y="1412875"/>
            <a:ext cx="8456612" cy="496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mostrar o endereço Ethernet no UNIX</a:t>
            </a:r>
            <a:endParaRPr/>
          </a:p>
        </p:txBody>
      </p:sp>
      <p:sp>
        <p:nvSpPr>
          <p:cNvPr id="1644" name="Google Shape;1644;p68"/>
          <p:cNvSpPr txBox="1"/>
          <p:nvPr/>
        </p:nvSpPr>
        <p:spPr>
          <a:xfrm>
            <a:off x="611187" y="2135187"/>
            <a:ext cx="8455025" cy="416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urier New"/>
              <a:buNone/>
            </a:pP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/sbin/ifconfig -a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urier New"/>
              <a:buNone/>
            </a:pP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lo    Link encap:Local Loopback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inet:127.0.0.1 Mask:255.0.0.0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UP LOOPBACK RUNNING MULTICAST  MTU:3924  Metric:1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RXpackets:3205 errors:0 dropped:0 overruns:0 frame:0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Txpackets:3205 errors:0 drppped:0 oversuns:0 carrier:0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collisions:0 txqueuelen:0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urier New"/>
              <a:buNone/>
            </a:pP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eth0  Link encap: Ethernet HWaddr 00:80:AD:1A:93:87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inet:10.0.161.59 Bcast:10.0.161.255 Mask:255.255.254.0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UP BROADCAST RUNNING MULTICAST  MTU:1500  Metric:1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RXpackets:5823 errors:0 dropped:0 overruns:0 frame:259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Txpackets:4606 errors:0 drppped:0 oversuns:0 carrier:0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collisions:381 txqueuelen:100</a:t>
            </a:r>
            <a:b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Interrupt:10   Base Address:0x340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69"/>
          <p:cNvSpPr txBox="1"/>
          <p:nvPr/>
        </p:nvSpPr>
        <p:spPr>
          <a:xfrm>
            <a:off x="539750" y="2932112"/>
            <a:ext cx="8748712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Frame Ethernet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70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Ethernet</a:t>
            </a:r>
            <a:endParaRPr/>
          </a:p>
        </p:txBody>
      </p:sp>
      <p:sp>
        <p:nvSpPr>
          <p:cNvPr id="1655" name="Google Shape;1655;p70"/>
          <p:cNvSpPr txBox="1">
            <a:spLocks noGrp="1"/>
          </p:cNvSpPr>
          <p:nvPr>
            <p:ph type="body" idx="1"/>
          </p:nvPr>
        </p:nvSpPr>
        <p:spPr>
          <a:xfrm>
            <a:off x="468312" y="1484312"/>
            <a:ext cx="9577387" cy="334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Campos do frame ethernet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Preâmbulo	: Necessário para sincronização (7bytes 10101010)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SDF		: Start of Frame Delimiter (10101011)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End. Destino	: Endereço Ethernet do destinatário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End. Origem	: Endereço Ethernet do emissor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		: Tipo de dado sendo transmitido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		: Dados (eventualmente + pad)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CRC		: Código de Redundância Cíclica</a:t>
            </a:r>
            <a:endParaRPr/>
          </a:p>
        </p:txBody>
      </p:sp>
      <p:sp>
        <p:nvSpPr>
          <p:cNvPr id="1656" name="Google Shape;1656;p70"/>
          <p:cNvSpPr/>
          <p:nvPr/>
        </p:nvSpPr>
        <p:spPr>
          <a:xfrm>
            <a:off x="684212" y="5302250"/>
            <a:ext cx="792162" cy="673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7" name="Google Shape;1657;p70"/>
          <p:cNvSpPr/>
          <p:nvPr/>
        </p:nvSpPr>
        <p:spPr>
          <a:xfrm>
            <a:off x="1476375" y="5302250"/>
            <a:ext cx="431800" cy="673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8" name="Google Shape;1658;p70"/>
          <p:cNvSpPr/>
          <p:nvPr/>
        </p:nvSpPr>
        <p:spPr>
          <a:xfrm>
            <a:off x="1878012" y="5305425"/>
            <a:ext cx="74930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9" name="Google Shape;1659;p70"/>
          <p:cNvSpPr txBox="1"/>
          <p:nvPr/>
        </p:nvSpPr>
        <p:spPr>
          <a:xfrm>
            <a:off x="1835150" y="5389562"/>
            <a:ext cx="82232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end. destino</a:t>
            </a:r>
            <a:endParaRPr/>
          </a:p>
        </p:txBody>
      </p:sp>
      <p:sp>
        <p:nvSpPr>
          <p:cNvPr id="1660" name="Google Shape;1660;p70"/>
          <p:cNvSpPr/>
          <p:nvPr/>
        </p:nvSpPr>
        <p:spPr>
          <a:xfrm>
            <a:off x="2633662" y="5305425"/>
            <a:ext cx="74930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1" name="Google Shape;1661;p70"/>
          <p:cNvSpPr txBox="1"/>
          <p:nvPr/>
        </p:nvSpPr>
        <p:spPr>
          <a:xfrm>
            <a:off x="2597150" y="5389562"/>
            <a:ext cx="82232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end. origem</a:t>
            </a:r>
            <a:endParaRPr/>
          </a:p>
        </p:txBody>
      </p:sp>
      <p:sp>
        <p:nvSpPr>
          <p:cNvPr id="1662" name="Google Shape;1662;p70"/>
          <p:cNvSpPr/>
          <p:nvPr/>
        </p:nvSpPr>
        <p:spPr>
          <a:xfrm>
            <a:off x="3395662" y="5305425"/>
            <a:ext cx="74930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3" name="Google Shape;1663;p70"/>
          <p:cNvSpPr txBox="1"/>
          <p:nvPr/>
        </p:nvSpPr>
        <p:spPr>
          <a:xfrm>
            <a:off x="3389312" y="5497512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</a:t>
            </a:r>
            <a:endParaRPr/>
          </a:p>
        </p:txBody>
      </p:sp>
      <p:sp>
        <p:nvSpPr>
          <p:cNvPr id="1664" name="Google Shape;1664;p70"/>
          <p:cNvSpPr/>
          <p:nvPr/>
        </p:nvSpPr>
        <p:spPr>
          <a:xfrm>
            <a:off x="4140200" y="5305425"/>
            <a:ext cx="393065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5" name="Google Shape;1665;p70"/>
          <p:cNvSpPr/>
          <p:nvPr/>
        </p:nvSpPr>
        <p:spPr>
          <a:xfrm>
            <a:off x="8083550" y="5305425"/>
            <a:ext cx="592137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6" name="Google Shape;1666;p70"/>
          <p:cNvSpPr txBox="1"/>
          <p:nvPr/>
        </p:nvSpPr>
        <p:spPr>
          <a:xfrm>
            <a:off x="5724525" y="5497512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/>
          </a:p>
        </p:txBody>
      </p:sp>
      <p:sp>
        <p:nvSpPr>
          <p:cNvPr id="1667" name="Google Shape;1667;p70"/>
          <p:cNvSpPr txBox="1"/>
          <p:nvPr/>
        </p:nvSpPr>
        <p:spPr>
          <a:xfrm>
            <a:off x="8077200" y="5518150"/>
            <a:ext cx="598487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CRC</a:t>
            </a:r>
            <a:endParaRPr/>
          </a:p>
        </p:txBody>
      </p:sp>
      <p:sp>
        <p:nvSpPr>
          <p:cNvPr id="1668" name="Google Shape;1668;p70"/>
          <p:cNvSpPr txBox="1"/>
          <p:nvPr/>
        </p:nvSpPr>
        <p:spPr>
          <a:xfrm>
            <a:off x="2051050" y="6094412"/>
            <a:ext cx="563562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669" name="Google Shape;1669;p70"/>
          <p:cNvSpPr txBox="1"/>
          <p:nvPr/>
        </p:nvSpPr>
        <p:spPr>
          <a:xfrm>
            <a:off x="2627312" y="6107112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670" name="Google Shape;1670;p70"/>
          <p:cNvSpPr txBox="1"/>
          <p:nvPr/>
        </p:nvSpPr>
        <p:spPr>
          <a:xfrm>
            <a:off x="3389312" y="6107112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671" name="Google Shape;1671;p70"/>
          <p:cNvSpPr txBox="1"/>
          <p:nvPr/>
        </p:nvSpPr>
        <p:spPr>
          <a:xfrm>
            <a:off x="4776787" y="6107112"/>
            <a:ext cx="2819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46-1500</a:t>
            </a:r>
            <a:endParaRPr/>
          </a:p>
        </p:txBody>
      </p:sp>
      <p:sp>
        <p:nvSpPr>
          <p:cNvPr id="1672" name="Google Shape;1672;p70"/>
          <p:cNvSpPr txBox="1"/>
          <p:nvPr/>
        </p:nvSpPr>
        <p:spPr>
          <a:xfrm>
            <a:off x="8172450" y="6094412"/>
            <a:ext cx="503237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1673" name="Google Shape;1673;p70"/>
          <p:cNvCxnSpPr/>
          <p:nvPr/>
        </p:nvCxnSpPr>
        <p:spPr>
          <a:xfrm rot="10800000" flipH="1">
            <a:off x="1908175" y="5065712"/>
            <a:ext cx="6931025" cy="206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674" name="Google Shape;1674;p70"/>
          <p:cNvSpPr txBox="1"/>
          <p:nvPr/>
        </p:nvSpPr>
        <p:spPr>
          <a:xfrm>
            <a:off x="3654425" y="4730750"/>
            <a:ext cx="22860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 a 1518 octetos</a:t>
            </a:r>
            <a:endParaRPr/>
          </a:p>
        </p:txBody>
      </p:sp>
      <p:sp>
        <p:nvSpPr>
          <p:cNvPr id="1675" name="Google Shape;1675;p70"/>
          <p:cNvSpPr txBox="1"/>
          <p:nvPr/>
        </p:nvSpPr>
        <p:spPr>
          <a:xfrm>
            <a:off x="1619250" y="6094412"/>
            <a:ext cx="2889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76" name="Google Shape;1676;p70"/>
          <p:cNvSpPr txBox="1"/>
          <p:nvPr/>
        </p:nvSpPr>
        <p:spPr>
          <a:xfrm>
            <a:off x="828675" y="6107112"/>
            <a:ext cx="6477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677" name="Google Shape;1677;p70"/>
          <p:cNvSpPr txBox="1"/>
          <p:nvPr/>
        </p:nvSpPr>
        <p:spPr>
          <a:xfrm>
            <a:off x="684212" y="5373687"/>
            <a:ext cx="82232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Preâm-</a:t>
            </a:r>
            <a:b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bulo</a:t>
            </a:r>
            <a:endParaRPr/>
          </a:p>
        </p:txBody>
      </p:sp>
      <p:sp>
        <p:nvSpPr>
          <p:cNvPr id="1678" name="Google Shape;1678;p70"/>
          <p:cNvSpPr txBox="1"/>
          <p:nvPr/>
        </p:nvSpPr>
        <p:spPr>
          <a:xfrm>
            <a:off x="1258887" y="5518150"/>
            <a:ext cx="8223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SFD</a:t>
            </a:r>
            <a:endParaRPr/>
          </a:p>
        </p:txBody>
      </p:sp>
      <p:cxnSp>
        <p:nvCxnSpPr>
          <p:cNvPr id="1679" name="Google Shape;1679;p70"/>
          <p:cNvCxnSpPr/>
          <p:nvPr/>
        </p:nvCxnSpPr>
        <p:spPr>
          <a:xfrm>
            <a:off x="684212" y="5086350"/>
            <a:ext cx="10795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680" name="Google Shape;1680;p70"/>
          <p:cNvSpPr txBox="1"/>
          <p:nvPr/>
        </p:nvSpPr>
        <p:spPr>
          <a:xfrm>
            <a:off x="611187" y="4725987"/>
            <a:ext cx="1223962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octetos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71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Ethernet</a:t>
            </a:r>
            <a:endParaRPr/>
          </a:p>
        </p:txBody>
      </p:sp>
      <p:sp>
        <p:nvSpPr>
          <p:cNvPr id="1686" name="Google Shape;1686;p71"/>
          <p:cNvSpPr txBox="1">
            <a:spLocks noGrp="1"/>
          </p:cNvSpPr>
          <p:nvPr>
            <p:ph type="body" idx="1"/>
          </p:nvPr>
        </p:nvSpPr>
        <p:spPr>
          <a:xfrm>
            <a:off x="468312" y="1484312"/>
            <a:ext cx="9577387" cy="468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Campo “Tipo”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o tipo da informação que o frame ethernet está transportando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Alguns valores mais utilizados: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 v4	: 0800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ARP	: 0806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RARP	: 8035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lista parcial dos valores possíveis está em: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http://www.iana.org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“Protocol Numbers and Assignment Services”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“Ethernet Numbers” 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primeira lista apresentada no documento é uma lista parcial 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 possíveis valores deste campo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72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Ethernet</a:t>
            </a:r>
            <a:endParaRPr/>
          </a:p>
        </p:txBody>
      </p:sp>
      <p:sp>
        <p:nvSpPr>
          <p:cNvPr id="1692" name="Google Shape;1692;p72"/>
          <p:cNvSpPr txBox="1">
            <a:spLocks noGrp="1"/>
          </p:cNvSpPr>
          <p:nvPr>
            <p:ph type="body" idx="1"/>
          </p:nvPr>
        </p:nvSpPr>
        <p:spPr>
          <a:xfrm>
            <a:off x="468312" y="1412875"/>
            <a:ext cx="8424862" cy="468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Transmissão UNICAST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Endereço Destino: Endereço Ethernet da máquina destino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Trasmissão Broadcast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Endereço Destino: FF-FF-FF-FF-FF-FF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Transmissão Multicast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Endereço Destino: endereço multicast (um endereço ethernet com o oitavo bit do endereço ethernet destino = 1)</a:t>
            </a:r>
            <a:endParaRPr/>
          </a:p>
        </p:txBody>
      </p:sp>
      <p:sp>
        <p:nvSpPr>
          <p:cNvPr id="1693" name="Google Shape;1693;p72"/>
          <p:cNvSpPr txBox="1"/>
          <p:nvPr/>
        </p:nvSpPr>
        <p:spPr>
          <a:xfrm>
            <a:off x="1187450" y="2565400"/>
            <a:ext cx="1136650" cy="287337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2075" tIns="0" rIns="9207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</a:t>
            </a:r>
            <a:endParaRPr/>
          </a:p>
        </p:txBody>
      </p:sp>
      <p:sp>
        <p:nvSpPr>
          <p:cNvPr id="1694" name="Google Shape;1694;p72"/>
          <p:cNvSpPr txBox="1"/>
          <p:nvPr/>
        </p:nvSpPr>
        <p:spPr>
          <a:xfrm>
            <a:off x="2397125" y="2565400"/>
            <a:ext cx="1146175" cy="287337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2075" tIns="0" rIns="9207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0</a:t>
            </a:r>
            <a:endParaRPr/>
          </a:p>
        </p:txBody>
      </p:sp>
      <p:sp>
        <p:nvSpPr>
          <p:cNvPr id="1695" name="Google Shape;1695;p72"/>
          <p:cNvSpPr txBox="1"/>
          <p:nvPr/>
        </p:nvSpPr>
        <p:spPr>
          <a:xfrm>
            <a:off x="3616325" y="2565400"/>
            <a:ext cx="1146175" cy="287337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2075" tIns="0" rIns="9207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2</a:t>
            </a:r>
            <a:endParaRPr/>
          </a:p>
        </p:txBody>
      </p:sp>
      <p:sp>
        <p:nvSpPr>
          <p:cNvPr id="1696" name="Google Shape;1696;p72"/>
          <p:cNvSpPr txBox="1"/>
          <p:nvPr/>
        </p:nvSpPr>
        <p:spPr>
          <a:xfrm>
            <a:off x="4835525" y="2565400"/>
            <a:ext cx="1146175" cy="287337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2075" tIns="0" rIns="9207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1</a:t>
            </a:r>
            <a:endParaRPr/>
          </a:p>
        </p:txBody>
      </p:sp>
      <p:sp>
        <p:nvSpPr>
          <p:cNvPr id="1697" name="Google Shape;1697;p72"/>
          <p:cNvSpPr txBox="1"/>
          <p:nvPr/>
        </p:nvSpPr>
        <p:spPr>
          <a:xfrm>
            <a:off x="6054725" y="2565400"/>
            <a:ext cx="1146175" cy="287337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2075" tIns="0" rIns="9207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8</a:t>
            </a:r>
            <a:endParaRPr/>
          </a:p>
        </p:txBody>
      </p:sp>
      <p:sp>
        <p:nvSpPr>
          <p:cNvPr id="1698" name="Google Shape;1698;p72"/>
          <p:cNvSpPr txBox="1"/>
          <p:nvPr/>
        </p:nvSpPr>
        <p:spPr>
          <a:xfrm>
            <a:off x="7273925" y="2565400"/>
            <a:ext cx="1146175" cy="287337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2075" tIns="0" rIns="9207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3 2</a:t>
            </a:r>
            <a:endParaRPr/>
          </a:p>
        </p:txBody>
      </p:sp>
      <p:sp>
        <p:nvSpPr>
          <p:cNvPr id="1699" name="Google Shape;1699;p72"/>
          <p:cNvSpPr txBox="1"/>
          <p:nvPr/>
        </p:nvSpPr>
        <p:spPr>
          <a:xfrm>
            <a:off x="1187450" y="3098800"/>
            <a:ext cx="1136650" cy="287337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</a:t>
            </a:r>
            <a:endParaRPr/>
          </a:p>
        </p:txBody>
      </p:sp>
      <p:sp>
        <p:nvSpPr>
          <p:cNvPr id="1700" name="Google Shape;1700;p72"/>
          <p:cNvSpPr txBox="1"/>
          <p:nvPr/>
        </p:nvSpPr>
        <p:spPr>
          <a:xfrm>
            <a:off x="2406650" y="3098800"/>
            <a:ext cx="1136650" cy="287337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1100 0000</a:t>
            </a:r>
            <a:endParaRPr/>
          </a:p>
        </p:txBody>
      </p:sp>
      <p:sp>
        <p:nvSpPr>
          <p:cNvPr id="1701" name="Google Shape;1701;p72"/>
          <p:cNvSpPr txBox="1"/>
          <p:nvPr/>
        </p:nvSpPr>
        <p:spPr>
          <a:xfrm>
            <a:off x="3625850" y="3098800"/>
            <a:ext cx="1136650" cy="287337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1101 0010</a:t>
            </a:r>
            <a:endParaRPr/>
          </a:p>
        </p:txBody>
      </p:sp>
      <p:sp>
        <p:nvSpPr>
          <p:cNvPr id="1702" name="Google Shape;1702;p72"/>
          <p:cNvSpPr txBox="1"/>
          <p:nvPr/>
        </p:nvSpPr>
        <p:spPr>
          <a:xfrm>
            <a:off x="4845050" y="3098800"/>
            <a:ext cx="1136650" cy="287337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1010 0001</a:t>
            </a:r>
            <a:endParaRPr/>
          </a:p>
        </p:txBody>
      </p:sp>
      <p:sp>
        <p:nvSpPr>
          <p:cNvPr id="1703" name="Google Shape;1703;p72"/>
          <p:cNvSpPr txBox="1"/>
          <p:nvPr/>
        </p:nvSpPr>
        <p:spPr>
          <a:xfrm>
            <a:off x="6064250" y="3098800"/>
            <a:ext cx="1136650" cy="287337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1011 1000</a:t>
            </a:r>
            <a:endParaRPr/>
          </a:p>
        </p:txBody>
      </p:sp>
      <p:sp>
        <p:nvSpPr>
          <p:cNvPr id="1704" name="Google Shape;1704;p72"/>
          <p:cNvSpPr txBox="1"/>
          <p:nvPr/>
        </p:nvSpPr>
        <p:spPr>
          <a:xfrm>
            <a:off x="7283450" y="3098800"/>
            <a:ext cx="1136650" cy="287337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0011 0010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73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Ethernet</a:t>
            </a:r>
            <a:endParaRPr/>
          </a:p>
        </p:txBody>
      </p:sp>
      <p:sp>
        <p:nvSpPr>
          <p:cNvPr id="1710" name="Google Shape;1710;p73"/>
          <p:cNvSpPr txBox="1">
            <a:spLocks noGrp="1"/>
          </p:cNvSpPr>
          <p:nvPr>
            <p:ph type="body" idx="1"/>
          </p:nvPr>
        </p:nvSpPr>
        <p:spPr>
          <a:xfrm>
            <a:off x="468312" y="1484312"/>
            <a:ext cx="8351837" cy="468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MTU</a:t>
            </a:r>
            <a:endParaRPr/>
          </a:p>
          <a:p>
            <a:pPr marL="342900" marR="0" lvl="0" indent="-247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Maximum Transmition Unit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Unidade máxima de transmissão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Fragmentação</a:t>
            </a:r>
            <a:endParaRPr/>
          </a:p>
          <a:p>
            <a:pPr marL="342900" marR="0" lvl="0" indent="-247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frame a ser transmitido é maior do que o MTU o frame deve ser fragmentado (dividido em várias partes)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74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Ethernet</a:t>
            </a:r>
            <a:endParaRPr/>
          </a:p>
        </p:txBody>
      </p:sp>
      <p:pic>
        <p:nvPicPr>
          <p:cNvPr id="1716" name="Google Shape;1716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2987" y="1628775"/>
            <a:ext cx="7291387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7" name="Google Shape;1717;p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4425" y="4365625"/>
            <a:ext cx="7132637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75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Ethernet: </a:t>
            </a:r>
            <a:b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Acesso ao Meio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76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Ethernet: Acesso ao Meio</a:t>
            </a:r>
            <a:endParaRPr/>
          </a:p>
        </p:txBody>
      </p:sp>
      <p:sp>
        <p:nvSpPr>
          <p:cNvPr id="1728" name="Google Shape;1728;p76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original de operação</a:t>
            </a:r>
            <a:endParaRPr/>
          </a:p>
          <a:p>
            <a:pPr marL="342900" marR="0" lvl="0" indent="-247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Half Duplex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Originalmente ethernet somente suportava Half-duplex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Era suposto sempre um meio compartilhado (barramento)</a:t>
            </a:r>
            <a:endParaRPr/>
          </a:p>
          <a:p>
            <a:pPr marL="1143000" marR="0" lvl="2" indent="-114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 de acesso ao meio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CSMA/CD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77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Ethernet: Acesso ao Meio</a:t>
            </a:r>
            <a:endParaRPr/>
          </a:p>
        </p:txBody>
      </p:sp>
      <p:sp>
        <p:nvSpPr>
          <p:cNvPr id="1734" name="Google Shape;1734;p77"/>
          <p:cNvSpPr txBox="1">
            <a:spLocks noGrp="1"/>
          </p:cNvSpPr>
          <p:nvPr>
            <p:ph type="body" idx="1"/>
          </p:nvPr>
        </p:nvSpPr>
        <p:spPr>
          <a:xfrm>
            <a:off x="565150" y="1524000"/>
            <a:ext cx="8686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CSMA/CD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Carrier Sense, Multiple Access with Colision Detection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Carrier Sense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de transmitir é verificado se o meio está disponível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Access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Vários equipamentos podem transmitir no mesmo meio (rede multiponto: barramento)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Colision Detection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Durante a transmissão do frame é verificado se ocorreu uma colisão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78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Ethernet: Acesso ao Meio</a:t>
            </a:r>
            <a:endParaRPr/>
          </a:p>
        </p:txBody>
      </p:sp>
      <p:sp>
        <p:nvSpPr>
          <p:cNvPr id="1740" name="Google Shape;1740;p78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Funcionamento do CSMA/CD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 O equipamento A deseja transmitir um frame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meio estiver ocupado (existe algum frame sendo transmitido), aguarda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meio está disponível (não existe nenhum frame sendo transmitido), transmite o frame</a:t>
            </a:r>
            <a:endParaRPr/>
          </a:p>
        </p:txBody>
      </p:sp>
      <p:graphicFrame>
        <p:nvGraphicFramePr>
          <p:cNvPr id="1741" name="Google Shape;1741;p78"/>
          <p:cNvGraphicFramePr/>
          <p:nvPr/>
        </p:nvGraphicFramePr>
        <p:xfrm>
          <a:off x="973137" y="5067300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r:id="rId4" imgW="1117600" imgH="877887" progId="MS_ClipArt_Gallery">
                  <p:embed/>
                </p:oleObj>
              </mc:Choice>
              <mc:Fallback>
                <p:oleObj r:id="rId4" imgW="1117600" imgH="877887" progId="MS_ClipArt_Gallery">
                  <p:embed/>
                  <p:pic>
                    <p:nvPicPr>
                      <p:cNvPr id="1741" name="Google Shape;1741;p78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973137" y="5067300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42" name="Google Shape;1742;p78"/>
          <p:cNvCxnSpPr/>
          <p:nvPr/>
        </p:nvCxnSpPr>
        <p:spPr>
          <a:xfrm flipH="1">
            <a:off x="1584325" y="4102100"/>
            <a:ext cx="533400" cy="9906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1743" name="Google Shape;1743;p78"/>
          <p:cNvGraphicFramePr/>
          <p:nvPr/>
        </p:nvGraphicFramePr>
        <p:xfrm>
          <a:off x="3030537" y="5372100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r:id="rId6" imgW="1117600" imgH="877887" progId="MS_ClipArt_Gallery">
                  <p:embed/>
                </p:oleObj>
              </mc:Choice>
              <mc:Fallback>
                <p:oleObj r:id="rId6" imgW="1117600" imgH="877887" progId="MS_ClipArt_Gallery">
                  <p:embed/>
                  <p:pic>
                    <p:nvPicPr>
                      <p:cNvPr id="1743" name="Google Shape;1743;p78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030537" y="5372100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44" name="Google Shape;1744;p78"/>
          <p:cNvCxnSpPr/>
          <p:nvPr/>
        </p:nvCxnSpPr>
        <p:spPr>
          <a:xfrm flipH="1">
            <a:off x="3641725" y="3949700"/>
            <a:ext cx="381000" cy="14478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1745" name="Google Shape;1745;p78"/>
          <p:cNvGraphicFramePr/>
          <p:nvPr/>
        </p:nvGraphicFramePr>
        <p:xfrm>
          <a:off x="5545137" y="5372100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r:id="rId7" imgW="1117600" imgH="877887" progId="MS_ClipArt_Gallery">
                  <p:embed/>
                </p:oleObj>
              </mc:Choice>
              <mc:Fallback>
                <p:oleObj r:id="rId7" imgW="1117600" imgH="877887" progId="MS_ClipArt_Gallery">
                  <p:embed/>
                  <p:pic>
                    <p:nvPicPr>
                      <p:cNvPr id="1745" name="Google Shape;1745;p78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545137" y="5372100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46" name="Google Shape;1746;p78"/>
          <p:cNvCxnSpPr/>
          <p:nvPr/>
        </p:nvCxnSpPr>
        <p:spPr>
          <a:xfrm>
            <a:off x="5851525" y="4102100"/>
            <a:ext cx="228600" cy="12954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1747" name="Google Shape;1747;p78"/>
          <p:cNvGraphicFramePr/>
          <p:nvPr/>
        </p:nvGraphicFramePr>
        <p:xfrm>
          <a:off x="7983537" y="4991100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r:id="rId8" imgW="1117600" imgH="877887" progId="MS_ClipArt_Gallery">
                  <p:embed/>
                </p:oleObj>
              </mc:Choice>
              <mc:Fallback>
                <p:oleObj r:id="rId8" imgW="1117600" imgH="877887" progId="MS_ClipArt_Gallery">
                  <p:embed/>
                  <p:pic>
                    <p:nvPicPr>
                      <p:cNvPr id="1747" name="Google Shape;1747;p78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983537" y="4991100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48" name="Google Shape;1748;p78"/>
          <p:cNvCxnSpPr/>
          <p:nvPr/>
        </p:nvCxnSpPr>
        <p:spPr>
          <a:xfrm>
            <a:off x="7832725" y="4254500"/>
            <a:ext cx="685800" cy="8382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749" name="Google Shape;1749;p78"/>
          <p:cNvSpPr txBox="1"/>
          <p:nvPr/>
        </p:nvSpPr>
        <p:spPr>
          <a:xfrm>
            <a:off x="1890712" y="4560887"/>
            <a:ext cx="10636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posso?</a:t>
            </a:r>
            <a:br>
              <a:rPr lang="en-US" sz="20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/>
          </a:p>
        </p:txBody>
      </p:sp>
      <p:cxnSp>
        <p:nvCxnSpPr>
          <p:cNvPr id="1750" name="Google Shape;1750;p78"/>
          <p:cNvCxnSpPr/>
          <p:nvPr/>
        </p:nvCxnSpPr>
        <p:spPr>
          <a:xfrm rot="10800000" flipH="1">
            <a:off x="1812925" y="4406900"/>
            <a:ext cx="304800" cy="53340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751" name="Google Shape;1751;p78"/>
          <p:cNvSpPr txBox="1"/>
          <p:nvPr/>
        </p:nvSpPr>
        <p:spPr>
          <a:xfrm>
            <a:off x="900112" y="5094287"/>
            <a:ext cx="682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752" name="Google Shape;1752;p78"/>
          <p:cNvSpPr txBox="1"/>
          <p:nvPr/>
        </p:nvSpPr>
        <p:spPr>
          <a:xfrm>
            <a:off x="2957512" y="5399087"/>
            <a:ext cx="682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753" name="Google Shape;1753;p78"/>
          <p:cNvSpPr txBox="1"/>
          <p:nvPr/>
        </p:nvSpPr>
        <p:spPr>
          <a:xfrm>
            <a:off x="5472112" y="5399087"/>
            <a:ext cx="682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754" name="Google Shape;1754;p78"/>
          <p:cNvSpPr txBox="1"/>
          <p:nvPr/>
        </p:nvSpPr>
        <p:spPr>
          <a:xfrm>
            <a:off x="7986712" y="5018087"/>
            <a:ext cx="682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graphicFrame>
        <p:nvGraphicFramePr>
          <p:cNvPr id="1755" name="Google Shape;1755;p78"/>
          <p:cNvGraphicFramePr/>
          <p:nvPr/>
        </p:nvGraphicFramePr>
        <p:xfrm>
          <a:off x="1508125" y="3644900"/>
          <a:ext cx="708660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r:id="rId9" imgW="7086600" imgH="1222375" progId="MS_ClipArt_Gallery">
                  <p:embed/>
                </p:oleObj>
              </mc:Choice>
              <mc:Fallback>
                <p:oleObj r:id="rId9" imgW="7086600" imgH="1222375" progId="MS_ClipArt_Gallery">
                  <p:embed/>
                  <p:pic>
                    <p:nvPicPr>
                      <p:cNvPr id="1755" name="Google Shape;1755;p78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1508125" y="3644900"/>
                        <a:ext cx="7086600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79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Ethernet: Acesso ao Meio</a:t>
            </a:r>
            <a:endParaRPr/>
          </a:p>
        </p:txBody>
      </p:sp>
      <p:sp>
        <p:nvSpPr>
          <p:cNvPr id="1761" name="Google Shape;1761;p79"/>
          <p:cNvSpPr txBox="1">
            <a:spLocks noGrp="1"/>
          </p:cNvSpPr>
          <p:nvPr>
            <p:ph type="body" idx="1"/>
          </p:nvPr>
        </p:nvSpPr>
        <p:spPr>
          <a:xfrm>
            <a:off x="381000" y="15240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Durante a transmissão do frame, verifica se não ocorreu colisão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colisão ocorre quando dois ou mais equipamentos transmitem frames ao mesmo tempo, misturando o sinal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padrão define que a colisão, quando existir, deve obrigatoriamente ocorrer durante a transmissão dos primeiros 64 octetos (bytes) do frame</a:t>
            </a:r>
            <a:endParaRPr/>
          </a:p>
        </p:txBody>
      </p:sp>
      <p:graphicFrame>
        <p:nvGraphicFramePr>
          <p:cNvPr id="1762" name="Google Shape;1762;p79"/>
          <p:cNvGraphicFramePr/>
          <p:nvPr/>
        </p:nvGraphicFramePr>
        <p:xfrm>
          <a:off x="684212" y="5067300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r:id="rId4" imgW="1117600" imgH="877887" progId="MS_ClipArt_Gallery">
                  <p:embed/>
                </p:oleObj>
              </mc:Choice>
              <mc:Fallback>
                <p:oleObj r:id="rId4" imgW="1117600" imgH="877887" progId="MS_ClipArt_Gallery">
                  <p:embed/>
                  <p:pic>
                    <p:nvPicPr>
                      <p:cNvPr id="1762" name="Google Shape;1762;p7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84212" y="5067300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63" name="Google Shape;1763;p79"/>
          <p:cNvCxnSpPr/>
          <p:nvPr/>
        </p:nvCxnSpPr>
        <p:spPr>
          <a:xfrm flipH="1">
            <a:off x="1295400" y="4102100"/>
            <a:ext cx="533400" cy="9906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1764" name="Google Shape;1764;p79"/>
          <p:cNvGraphicFramePr/>
          <p:nvPr/>
        </p:nvGraphicFramePr>
        <p:xfrm>
          <a:off x="2741612" y="5372100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r:id="rId6" imgW="1117600" imgH="877887" progId="MS_ClipArt_Gallery">
                  <p:embed/>
                </p:oleObj>
              </mc:Choice>
              <mc:Fallback>
                <p:oleObj r:id="rId6" imgW="1117600" imgH="877887" progId="MS_ClipArt_Gallery">
                  <p:embed/>
                  <p:pic>
                    <p:nvPicPr>
                      <p:cNvPr id="1764" name="Google Shape;1764;p7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741612" y="5372100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65" name="Google Shape;1765;p79"/>
          <p:cNvCxnSpPr/>
          <p:nvPr/>
        </p:nvCxnSpPr>
        <p:spPr>
          <a:xfrm flipH="1">
            <a:off x="3352800" y="4711700"/>
            <a:ext cx="152400" cy="6858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1766" name="Google Shape;1766;p79"/>
          <p:cNvGraphicFramePr/>
          <p:nvPr/>
        </p:nvGraphicFramePr>
        <p:xfrm>
          <a:off x="5256212" y="5372100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r:id="rId7" imgW="1117600" imgH="877887" progId="MS_ClipArt_Gallery">
                  <p:embed/>
                </p:oleObj>
              </mc:Choice>
              <mc:Fallback>
                <p:oleObj r:id="rId7" imgW="1117600" imgH="877887" progId="MS_ClipArt_Gallery">
                  <p:embed/>
                  <p:pic>
                    <p:nvPicPr>
                      <p:cNvPr id="1766" name="Google Shape;1766;p7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256212" y="5372100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67" name="Google Shape;1767;p79"/>
          <p:cNvCxnSpPr/>
          <p:nvPr/>
        </p:nvCxnSpPr>
        <p:spPr>
          <a:xfrm>
            <a:off x="5638800" y="4635500"/>
            <a:ext cx="152400" cy="7620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1768" name="Google Shape;1768;p79"/>
          <p:cNvGraphicFramePr/>
          <p:nvPr/>
        </p:nvGraphicFramePr>
        <p:xfrm>
          <a:off x="7694612" y="4991100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r:id="rId8" imgW="1117600" imgH="877887" progId="MS_ClipArt_Gallery">
                  <p:embed/>
                </p:oleObj>
              </mc:Choice>
              <mc:Fallback>
                <p:oleObj r:id="rId8" imgW="1117600" imgH="877887" progId="MS_ClipArt_Gallery">
                  <p:embed/>
                  <p:pic>
                    <p:nvPicPr>
                      <p:cNvPr id="1768" name="Google Shape;1768;p7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694612" y="4991100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9" name="Google Shape;1769;p79"/>
          <p:cNvGraphicFramePr/>
          <p:nvPr/>
        </p:nvGraphicFramePr>
        <p:xfrm>
          <a:off x="1219200" y="3644900"/>
          <a:ext cx="708660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r:id="rId9" imgW="7086600" imgH="1222375" progId="MS_ClipArt_Gallery">
                  <p:embed/>
                </p:oleObj>
              </mc:Choice>
              <mc:Fallback>
                <p:oleObj r:id="rId9" imgW="7086600" imgH="1222375" progId="MS_ClipArt_Gallery">
                  <p:embed/>
                  <p:pic>
                    <p:nvPicPr>
                      <p:cNvPr id="1769" name="Google Shape;1769;p79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1219200" y="3644900"/>
                        <a:ext cx="7086600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70" name="Google Shape;1770;p79"/>
          <p:cNvCxnSpPr/>
          <p:nvPr/>
        </p:nvCxnSpPr>
        <p:spPr>
          <a:xfrm>
            <a:off x="7543800" y="4330700"/>
            <a:ext cx="685800" cy="7620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771" name="Google Shape;1771;p79"/>
          <p:cNvSpPr txBox="1"/>
          <p:nvPr/>
        </p:nvSpPr>
        <p:spPr>
          <a:xfrm>
            <a:off x="1835150" y="4437062"/>
            <a:ext cx="5302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/>
          </a:p>
        </p:txBody>
      </p:sp>
      <p:sp>
        <p:nvSpPr>
          <p:cNvPr id="1772" name="Google Shape;1772;p79"/>
          <p:cNvSpPr/>
          <p:nvPr/>
        </p:nvSpPr>
        <p:spPr>
          <a:xfrm>
            <a:off x="1682750" y="4794250"/>
            <a:ext cx="596900" cy="2159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73" name="Google Shape;1773;p79"/>
          <p:cNvCxnSpPr/>
          <p:nvPr/>
        </p:nvCxnSpPr>
        <p:spPr>
          <a:xfrm rot="10800000" flipH="1">
            <a:off x="1524000" y="4406900"/>
            <a:ext cx="304800" cy="53340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774" name="Google Shape;1774;p79"/>
          <p:cNvSpPr txBox="1"/>
          <p:nvPr/>
        </p:nvSpPr>
        <p:spPr>
          <a:xfrm>
            <a:off x="611187" y="5094287"/>
            <a:ext cx="682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775" name="Google Shape;1775;p79"/>
          <p:cNvSpPr txBox="1"/>
          <p:nvPr/>
        </p:nvSpPr>
        <p:spPr>
          <a:xfrm>
            <a:off x="2668587" y="5399087"/>
            <a:ext cx="682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776" name="Google Shape;1776;p79"/>
          <p:cNvSpPr txBox="1"/>
          <p:nvPr/>
        </p:nvSpPr>
        <p:spPr>
          <a:xfrm>
            <a:off x="5183187" y="5399087"/>
            <a:ext cx="682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777" name="Google Shape;1777;p79"/>
          <p:cNvSpPr txBox="1"/>
          <p:nvPr/>
        </p:nvSpPr>
        <p:spPr>
          <a:xfrm>
            <a:off x="7697787" y="5018087"/>
            <a:ext cx="682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80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Ethernet: Acesso ao Meio</a:t>
            </a:r>
            <a:endParaRPr/>
          </a:p>
        </p:txBody>
      </p:sp>
      <p:sp>
        <p:nvSpPr>
          <p:cNvPr id="1783" name="Google Shape;1783;p80"/>
          <p:cNvSpPr txBox="1">
            <a:spLocks noGrp="1"/>
          </p:cNvSpPr>
          <p:nvPr>
            <p:ph type="body" idx="1"/>
          </p:nvPr>
        </p:nvSpPr>
        <p:spPr>
          <a:xfrm>
            <a:off x="381000" y="1524000"/>
            <a:ext cx="8686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(3) Se ocorrer uma colisão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equipamento para imediatamente a transmissão do frame e transmite um sinal especial (jam) indicando a ocorrência de colisão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aguarda um tempo aleatório 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meio estiver disponível, tenta novamente transmitir</a:t>
            </a:r>
            <a:endParaRPr/>
          </a:p>
        </p:txBody>
      </p:sp>
      <p:graphicFrame>
        <p:nvGraphicFramePr>
          <p:cNvPr id="1784" name="Google Shape;1784;p80"/>
          <p:cNvGraphicFramePr/>
          <p:nvPr/>
        </p:nvGraphicFramePr>
        <p:xfrm>
          <a:off x="684212" y="4922837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r:id="rId4" imgW="1117600" imgH="877887" progId="MS_ClipArt_Gallery">
                  <p:embed/>
                </p:oleObj>
              </mc:Choice>
              <mc:Fallback>
                <p:oleObj r:id="rId4" imgW="1117600" imgH="877887" progId="MS_ClipArt_Gallery">
                  <p:embed/>
                  <p:pic>
                    <p:nvPicPr>
                      <p:cNvPr id="1784" name="Google Shape;1784;p8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84212" y="4922837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85" name="Google Shape;1785;p80"/>
          <p:cNvCxnSpPr/>
          <p:nvPr/>
        </p:nvCxnSpPr>
        <p:spPr>
          <a:xfrm flipH="1">
            <a:off x="1295400" y="3957637"/>
            <a:ext cx="533400" cy="99060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1786" name="Google Shape;1786;p80"/>
          <p:cNvGraphicFramePr/>
          <p:nvPr/>
        </p:nvGraphicFramePr>
        <p:xfrm>
          <a:off x="2741612" y="5227637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r:id="rId6" imgW="1117600" imgH="877887" progId="MS_ClipArt_Gallery">
                  <p:embed/>
                </p:oleObj>
              </mc:Choice>
              <mc:Fallback>
                <p:oleObj r:id="rId6" imgW="1117600" imgH="877887" progId="MS_ClipArt_Gallery">
                  <p:embed/>
                  <p:pic>
                    <p:nvPicPr>
                      <p:cNvPr id="1786" name="Google Shape;1786;p8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741612" y="5227637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87" name="Google Shape;1787;p80"/>
          <p:cNvCxnSpPr/>
          <p:nvPr/>
        </p:nvCxnSpPr>
        <p:spPr>
          <a:xfrm flipH="1">
            <a:off x="3352800" y="4567237"/>
            <a:ext cx="152400" cy="68580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1788" name="Google Shape;1788;p80"/>
          <p:cNvGraphicFramePr/>
          <p:nvPr/>
        </p:nvGraphicFramePr>
        <p:xfrm>
          <a:off x="5256212" y="5227637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r:id="rId7" imgW="1117600" imgH="877887" progId="MS_ClipArt_Gallery">
                  <p:embed/>
                </p:oleObj>
              </mc:Choice>
              <mc:Fallback>
                <p:oleObj r:id="rId7" imgW="1117600" imgH="877887" progId="MS_ClipArt_Gallery">
                  <p:embed/>
                  <p:pic>
                    <p:nvPicPr>
                      <p:cNvPr id="1788" name="Google Shape;1788;p8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256212" y="5227637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89" name="Google Shape;1789;p80"/>
          <p:cNvCxnSpPr/>
          <p:nvPr/>
        </p:nvCxnSpPr>
        <p:spPr>
          <a:xfrm>
            <a:off x="5638800" y="4491037"/>
            <a:ext cx="152400" cy="76200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1790" name="Google Shape;1790;p80"/>
          <p:cNvGraphicFramePr/>
          <p:nvPr/>
        </p:nvGraphicFramePr>
        <p:xfrm>
          <a:off x="7694612" y="4846637"/>
          <a:ext cx="1117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r:id="rId8" imgW="1117600" imgH="877887" progId="MS_ClipArt_Gallery">
                  <p:embed/>
                </p:oleObj>
              </mc:Choice>
              <mc:Fallback>
                <p:oleObj r:id="rId8" imgW="1117600" imgH="877887" progId="MS_ClipArt_Gallery">
                  <p:embed/>
                  <p:pic>
                    <p:nvPicPr>
                      <p:cNvPr id="1790" name="Google Shape;1790;p8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694612" y="4846637"/>
                        <a:ext cx="1117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1" name="Google Shape;1791;p80"/>
          <p:cNvGraphicFramePr/>
          <p:nvPr/>
        </p:nvGraphicFramePr>
        <p:xfrm>
          <a:off x="1219200" y="3500437"/>
          <a:ext cx="708660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r:id="rId9" imgW="7086600" imgH="1222375" progId="MS_ClipArt_Gallery">
                  <p:embed/>
                </p:oleObj>
              </mc:Choice>
              <mc:Fallback>
                <p:oleObj r:id="rId9" imgW="7086600" imgH="1222375" progId="MS_ClipArt_Gallery">
                  <p:embed/>
                  <p:pic>
                    <p:nvPicPr>
                      <p:cNvPr id="1791" name="Google Shape;1791;p80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1219200" y="3500437"/>
                        <a:ext cx="7086600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92" name="Google Shape;1792;p80"/>
          <p:cNvCxnSpPr/>
          <p:nvPr/>
        </p:nvCxnSpPr>
        <p:spPr>
          <a:xfrm>
            <a:off x="7543800" y="4186237"/>
            <a:ext cx="685800" cy="76200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793" name="Google Shape;1793;p80"/>
          <p:cNvSpPr txBox="1"/>
          <p:nvPr/>
        </p:nvSpPr>
        <p:spPr>
          <a:xfrm>
            <a:off x="1830387" y="4340225"/>
            <a:ext cx="5302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(3)</a:t>
            </a:r>
            <a:endParaRPr/>
          </a:p>
        </p:txBody>
      </p:sp>
      <p:sp>
        <p:nvSpPr>
          <p:cNvPr id="1794" name="Google Shape;1794;p80"/>
          <p:cNvSpPr/>
          <p:nvPr/>
        </p:nvSpPr>
        <p:spPr>
          <a:xfrm>
            <a:off x="1682750" y="4649787"/>
            <a:ext cx="596900" cy="2159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95" name="Google Shape;1795;p80"/>
          <p:cNvCxnSpPr/>
          <p:nvPr/>
        </p:nvCxnSpPr>
        <p:spPr>
          <a:xfrm rot="10800000" flipH="1">
            <a:off x="1524000" y="4262437"/>
            <a:ext cx="304800" cy="53340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796" name="Google Shape;1796;p80"/>
          <p:cNvSpPr txBox="1"/>
          <p:nvPr/>
        </p:nvSpPr>
        <p:spPr>
          <a:xfrm>
            <a:off x="611187" y="4949825"/>
            <a:ext cx="682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797" name="Google Shape;1797;p80"/>
          <p:cNvSpPr txBox="1"/>
          <p:nvPr/>
        </p:nvSpPr>
        <p:spPr>
          <a:xfrm>
            <a:off x="2668587" y="5254625"/>
            <a:ext cx="682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798" name="Google Shape;1798;p80"/>
          <p:cNvSpPr txBox="1"/>
          <p:nvPr/>
        </p:nvSpPr>
        <p:spPr>
          <a:xfrm>
            <a:off x="5183187" y="5254625"/>
            <a:ext cx="682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799" name="Google Shape;1799;p80"/>
          <p:cNvSpPr txBox="1"/>
          <p:nvPr/>
        </p:nvSpPr>
        <p:spPr>
          <a:xfrm>
            <a:off x="7697787" y="4873625"/>
            <a:ext cx="6826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800" name="Google Shape;1800;p80"/>
          <p:cNvSpPr txBox="1"/>
          <p:nvPr/>
        </p:nvSpPr>
        <p:spPr>
          <a:xfrm>
            <a:off x="6173787" y="4721225"/>
            <a:ext cx="5302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(3)</a:t>
            </a:r>
            <a:endParaRPr/>
          </a:p>
        </p:txBody>
      </p:sp>
      <p:sp>
        <p:nvSpPr>
          <p:cNvPr id="1801" name="Google Shape;1801;p80"/>
          <p:cNvSpPr/>
          <p:nvPr/>
        </p:nvSpPr>
        <p:spPr>
          <a:xfrm>
            <a:off x="6026150" y="5030787"/>
            <a:ext cx="596900" cy="2159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02" name="Google Shape;1802;p80"/>
          <p:cNvCxnSpPr/>
          <p:nvPr/>
        </p:nvCxnSpPr>
        <p:spPr>
          <a:xfrm rot="10800000">
            <a:off x="5791200" y="4719637"/>
            <a:ext cx="152400" cy="45720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81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Ethernet: Acesso ao Meio</a:t>
            </a:r>
            <a:endParaRPr/>
          </a:p>
        </p:txBody>
      </p:sp>
      <p:sp>
        <p:nvSpPr>
          <p:cNvPr id="1808" name="Google Shape;1808;p81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380412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Colisão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Detecção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colisão é detectada pela própria placa de rede através da comparação do sinal transmitido com o sinal recebido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este sinal for diferente, a placa supõe que tenha ocorrido uma colisão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detectada uma colisão, a placa envia um sinal especial (jam) indicando às outras máquinas que ocorreu uma colisão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Ocorrência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Nas redes Ethernet sempre ocorrem colisões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Porém, um numero excessivo de colisões pode indicar que o meio (barramento) possui:</a:t>
            </a:r>
            <a:endParaRPr/>
          </a:p>
          <a:p>
            <a:pPr marL="1143000" marR="0" lvl="2" indent="-127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02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Quantidade muito grande de equipamentos interconectados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Equipamentos com taxa de comunicação muito alta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Ambas as anteriores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82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IEEE 802.2 + 802.3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83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IEEE 802.2 + 802.3</a:t>
            </a:r>
            <a:endParaRPr/>
          </a:p>
        </p:txBody>
      </p:sp>
      <p:sp>
        <p:nvSpPr>
          <p:cNvPr id="1819" name="Google Shape;1819;p83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Padrão 802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Alguns anos após a definição do Ethernet o IEEE (Instituto dos Engenheiros Eletrônicos e Eletricistas) definiu o padrão IEEE 802.2, semelhante ao padrão Ethernet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IEEE 802 divide a camada inter-redes em tres sub-camadas: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LLC - Logical Link Control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 - Medium Access Control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Físico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Assim, é possivel utilizar outros métodos de acesso ao meio, não necessariamente CSMA/CD: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802.2 + 802.3 - CSMA/CD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802.2 + 802.4 - token bus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802.2 + 802.5 - token ring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802.2.+ 802.6 - DQDB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Ethernet:  semelhante ao Protocolo IEEE 802.2 + IEEE 802.3 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84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Protocolo IEEE 802.2 + 802.3</a:t>
            </a:r>
            <a:endParaRPr/>
          </a:p>
        </p:txBody>
      </p:sp>
      <p:sp>
        <p:nvSpPr>
          <p:cNvPr id="1825" name="Google Shape;1825;p84"/>
          <p:cNvSpPr txBox="1"/>
          <p:nvPr/>
        </p:nvSpPr>
        <p:spPr>
          <a:xfrm>
            <a:off x="2124075" y="5110162"/>
            <a:ext cx="1604962" cy="10160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Ethernet</a:t>
            </a: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826" name="Google Shape;1826;p84"/>
          <p:cNvSpPr txBox="1"/>
          <p:nvPr/>
        </p:nvSpPr>
        <p:spPr>
          <a:xfrm>
            <a:off x="2124075" y="1452562"/>
            <a:ext cx="6862762" cy="10160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 HTTP  FTP Telnet  SMTP  POP  IMAP ...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827" name="Google Shape;1827;p84"/>
          <p:cNvSpPr txBox="1"/>
          <p:nvPr/>
        </p:nvSpPr>
        <p:spPr>
          <a:xfrm>
            <a:off x="2124075" y="2671762"/>
            <a:ext cx="6862762" cy="10160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 / UDP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828" name="Google Shape;1828;p84"/>
          <p:cNvSpPr txBox="1"/>
          <p:nvPr/>
        </p:nvSpPr>
        <p:spPr>
          <a:xfrm>
            <a:off x="2124075" y="3890962"/>
            <a:ext cx="6862762" cy="10160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829" name="Google Shape;1829;p84"/>
          <p:cNvSpPr txBox="1"/>
          <p:nvPr/>
        </p:nvSpPr>
        <p:spPr>
          <a:xfrm>
            <a:off x="3890962" y="5110162"/>
            <a:ext cx="5095875" cy="4064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802.2</a:t>
            </a:r>
            <a:endParaRPr/>
          </a:p>
        </p:txBody>
      </p:sp>
      <p:sp>
        <p:nvSpPr>
          <p:cNvPr id="1830" name="Google Shape;1830;p84"/>
          <p:cNvSpPr txBox="1"/>
          <p:nvPr/>
        </p:nvSpPr>
        <p:spPr>
          <a:xfrm>
            <a:off x="3889375" y="5565775"/>
            <a:ext cx="1212850" cy="65405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802.3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CSMA/CD</a:t>
            </a:r>
            <a:endParaRPr/>
          </a:p>
        </p:txBody>
      </p:sp>
      <p:sp>
        <p:nvSpPr>
          <p:cNvPr id="1831" name="Google Shape;1831;p84"/>
          <p:cNvSpPr txBox="1"/>
          <p:nvPr/>
        </p:nvSpPr>
        <p:spPr>
          <a:xfrm>
            <a:off x="5276850" y="5565775"/>
            <a:ext cx="1120775" cy="65405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802.4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 Bus</a:t>
            </a:r>
            <a:endParaRPr/>
          </a:p>
        </p:txBody>
      </p:sp>
      <p:sp>
        <p:nvSpPr>
          <p:cNvPr id="1832" name="Google Shape;1832;p84"/>
          <p:cNvSpPr txBox="1"/>
          <p:nvPr/>
        </p:nvSpPr>
        <p:spPr>
          <a:xfrm>
            <a:off x="6572250" y="5565775"/>
            <a:ext cx="1120775" cy="65405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802.5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 Ring</a:t>
            </a:r>
            <a:endParaRPr/>
          </a:p>
        </p:txBody>
      </p:sp>
      <p:sp>
        <p:nvSpPr>
          <p:cNvPr id="1833" name="Google Shape;1833;p84"/>
          <p:cNvSpPr txBox="1"/>
          <p:nvPr/>
        </p:nvSpPr>
        <p:spPr>
          <a:xfrm>
            <a:off x="7867650" y="5565775"/>
            <a:ext cx="1120775" cy="65405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802.6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DQDB</a:t>
            </a:r>
            <a:endParaRPr/>
          </a:p>
        </p:txBody>
      </p:sp>
      <p:sp>
        <p:nvSpPr>
          <p:cNvPr id="1834" name="Google Shape;1834;p84"/>
          <p:cNvSpPr txBox="1"/>
          <p:nvPr/>
        </p:nvSpPr>
        <p:spPr>
          <a:xfrm>
            <a:off x="323850" y="1687512"/>
            <a:ext cx="18256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Aplicação</a:t>
            </a:r>
            <a:endParaRPr/>
          </a:p>
        </p:txBody>
      </p:sp>
      <p:sp>
        <p:nvSpPr>
          <p:cNvPr id="1835" name="Google Shape;1835;p84"/>
          <p:cNvSpPr txBox="1"/>
          <p:nvPr/>
        </p:nvSpPr>
        <p:spPr>
          <a:xfrm>
            <a:off x="323850" y="5345112"/>
            <a:ext cx="1901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Interface</a:t>
            </a:r>
            <a:endParaRPr/>
          </a:p>
        </p:txBody>
      </p:sp>
      <p:sp>
        <p:nvSpPr>
          <p:cNvPr id="1836" name="Google Shape;1836;p84"/>
          <p:cNvSpPr txBox="1"/>
          <p:nvPr/>
        </p:nvSpPr>
        <p:spPr>
          <a:xfrm>
            <a:off x="323850" y="4049712"/>
            <a:ext cx="1901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 redes</a:t>
            </a:r>
            <a:endParaRPr/>
          </a:p>
        </p:txBody>
      </p:sp>
      <p:sp>
        <p:nvSpPr>
          <p:cNvPr id="1837" name="Google Shape;1837;p84"/>
          <p:cNvSpPr txBox="1"/>
          <p:nvPr/>
        </p:nvSpPr>
        <p:spPr>
          <a:xfrm>
            <a:off x="323850" y="2830512"/>
            <a:ext cx="18256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transporte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85"/>
          <p:cNvSpPr/>
          <p:nvPr/>
        </p:nvSpPr>
        <p:spPr>
          <a:xfrm>
            <a:off x="827087" y="5227637"/>
            <a:ext cx="792162" cy="673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3" name="Google Shape;1843;p85"/>
          <p:cNvSpPr/>
          <p:nvPr/>
        </p:nvSpPr>
        <p:spPr>
          <a:xfrm>
            <a:off x="1619250" y="5227637"/>
            <a:ext cx="431800" cy="673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4" name="Google Shape;1844;p85"/>
          <p:cNvSpPr/>
          <p:nvPr/>
        </p:nvSpPr>
        <p:spPr>
          <a:xfrm>
            <a:off x="2020887" y="5230812"/>
            <a:ext cx="74930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5" name="Google Shape;1845;p85"/>
          <p:cNvSpPr txBox="1"/>
          <p:nvPr/>
        </p:nvSpPr>
        <p:spPr>
          <a:xfrm>
            <a:off x="1978025" y="5314950"/>
            <a:ext cx="82232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end. destino</a:t>
            </a:r>
            <a:endParaRPr/>
          </a:p>
        </p:txBody>
      </p:sp>
      <p:sp>
        <p:nvSpPr>
          <p:cNvPr id="1846" name="Google Shape;1846;p85"/>
          <p:cNvSpPr/>
          <p:nvPr/>
        </p:nvSpPr>
        <p:spPr>
          <a:xfrm>
            <a:off x="2776537" y="5230812"/>
            <a:ext cx="74930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7" name="Google Shape;1847;p85"/>
          <p:cNvSpPr txBox="1"/>
          <p:nvPr/>
        </p:nvSpPr>
        <p:spPr>
          <a:xfrm>
            <a:off x="2740025" y="5314950"/>
            <a:ext cx="82232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end. origem</a:t>
            </a:r>
            <a:endParaRPr/>
          </a:p>
        </p:txBody>
      </p:sp>
      <p:sp>
        <p:nvSpPr>
          <p:cNvPr id="1848" name="Google Shape;1848;p85"/>
          <p:cNvSpPr/>
          <p:nvPr/>
        </p:nvSpPr>
        <p:spPr>
          <a:xfrm>
            <a:off x="3538537" y="5230812"/>
            <a:ext cx="74930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9" name="Google Shape;1849;p85"/>
          <p:cNvSpPr txBox="1"/>
          <p:nvPr/>
        </p:nvSpPr>
        <p:spPr>
          <a:xfrm>
            <a:off x="3532187" y="5422900"/>
            <a:ext cx="8223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compr.</a:t>
            </a:r>
            <a:endParaRPr/>
          </a:p>
        </p:txBody>
      </p:sp>
      <p:sp>
        <p:nvSpPr>
          <p:cNvPr id="1850" name="Google Shape;1850;p85"/>
          <p:cNvSpPr txBox="1"/>
          <p:nvPr/>
        </p:nvSpPr>
        <p:spPr>
          <a:xfrm>
            <a:off x="2193925" y="6019800"/>
            <a:ext cx="563562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851" name="Google Shape;1851;p85"/>
          <p:cNvSpPr txBox="1"/>
          <p:nvPr/>
        </p:nvSpPr>
        <p:spPr>
          <a:xfrm>
            <a:off x="2770187" y="6032500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852" name="Google Shape;1852;p85"/>
          <p:cNvSpPr txBox="1"/>
          <p:nvPr/>
        </p:nvSpPr>
        <p:spPr>
          <a:xfrm>
            <a:off x="3532187" y="6032500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53" name="Google Shape;1853;p85"/>
          <p:cNvSpPr txBox="1"/>
          <p:nvPr/>
        </p:nvSpPr>
        <p:spPr>
          <a:xfrm>
            <a:off x="1762125" y="6019800"/>
            <a:ext cx="2889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54" name="Google Shape;1854;p85"/>
          <p:cNvSpPr txBox="1"/>
          <p:nvPr/>
        </p:nvSpPr>
        <p:spPr>
          <a:xfrm>
            <a:off x="971550" y="6032500"/>
            <a:ext cx="6477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855" name="Google Shape;1855;p85"/>
          <p:cNvSpPr txBox="1"/>
          <p:nvPr/>
        </p:nvSpPr>
        <p:spPr>
          <a:xfrm>
            <a:off x="827087" y="5299075"/>
            <a:ext cx="82232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Preâm-</a:t>
            </a:r>
            <a:b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bulo</a:t>
            </a:r>
            <a:endParaRPr/>
          </a:p>
        </p:txBody>
      </p:sp>
      <p:sp>
        <p:nvSpPr>
          <p:cNvPr id="1856" name="Google Shape;1856;p85"/>
          <p:cNvSpPr txBox="1"/>
          <p:nvPr/>
        </p:nvSpPr>
        <p:spPr>
          <a:xfrm>
            <a:off x="1401762" y="5443537"/>
            <a:ext cx="8223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SFD</a:t>
            </a:r>
            <a:endParaRPr/>
          </a:p>
        </p:txBody>
      </p:sp>
      <p:sp>
        <p:nvSpPr>
          <p:cNvPr id="1857" name="Google Shape;1857;p85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IEEE 802.2 + 802.3</a:t>
            </a:r>
            <a:endParaRPr/>
          </a:p>
        </p:txBody>
      </p:sp>
      <p:sp>
        <p:nvSpPr>
          <p:cNvPr id="1858" name="Google Shape;1858;p85"/>
          <p:cNvSpPr txBox="1">
            <a:spLocks noGrp="1"/>
          </p:cNvSpPr>
          <p:nvPr>
            <p:ph type="body" idx="1"/>
          </p:nvPr>
        </p:nvSpPr>
        <p:spPr>
          <a:xfrm>
            <a:off x="611187" y="1268412"/>
            <a:ext cx="8456612" cy="511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 Ethernet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marR="0" lvl="0" indent="-247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 IEEE 802.2 + 802.3</a:t>
            </a:r>
            <a:endParaRPr/>
          </a:p>
        </p:txBody>
      </p:sp>
      <p:sp>
        <p:nvSpPr>
          <p:cNvPr id="1859" name="Google Shape;1859;p85"/>
          <p:cNvSpPr txBox="1"/>
          <p:nvPr/>
        </p:nvSpPr>
        <p:spPr>
          <a:xfrm>
            <a:off x="6629400" y="6032500"/>
            <a:ext cx="10509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38-1492</a:t>
            </a:r>
            <a:endParaRPr/>
          </a:p>
        </p:txBody>
      </p:sp>
      <p:sp>
        <p:nvSpPr>
          <p:cNvPr id="1860" name="Google Shape;1860;p85"/>
          <p:cNvSpPr txBox="1"/>
          <p:nvPr/>
        </p:nvSpPr>
        <p:spPr>
          <a:xfrm>
            <a:off x="8229600" y="6032500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1861" name="Google Shape;1861;p85"/>
          <p:cNvCxnSpPr/>
          <p:nvPr/>
        </p:nvCxnSpPr>
        <p:spPr>
          <a:xfrm>
            <a:off x="4284662" y="2614612"/>
            <a:ext cx="0" cy="27574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62" name="Google Shape;1862;p85"/>
          <p:cNvCxnSpPr/>
          <p:nvPr/>
        </p:nvCxnSpPr>
        <p:spPr>
          <a:xfrm>
            <a:off x="8229600" y="2767012"/>
            <a:ext cx="0" cy="2438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63" name="Google Shape;1863;p85"/>
          <p:cNvSpPr/>
          <p:nvPr/>
        </p:nvSpPr>
        <p:spPr>
          <a:xfrm>
            <a:off x="4271962" y="5230812"/>
            <a:ext cx="59690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4" name="Google Shape;1864;p85"/>
          <p:cNvSpPr txBox="1"/>
          <p:nvPr/>
        </p:nvSpPr>
        <p:spPr>
          <a:xfrm>
            <a:off x="4265612" y="5270500"/>
            <a:ext cx="685800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DSAPAA</a:t>
            </a:r>
            <a:endParaRPr/>
          </a:p>
        </p:txBody>
      </p:sp>
      <p:sp>
        <p:nvSpPr>
          <p:cNvPr id="1865" name="Google Shape;1865;p85"/>
          <p:cNvSpPr/>
          <p:nvPr/>
        </p:nvSpPr>
        <p:spPr>
          <a:xfrm>
            <a:off x="4881562" y="5230812"/>
            <a:ext cx="59690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6" name="Google Shape;1866;p85"/>
          <p:cNvSpPr txBox="1"/>
          <p:nvPr/>
        </p:nvSpPr>
        <p:spPr>
          <a:xfrm>
            <a:off x="4875212" y="5270500"/>
            <a:ext cx="685800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SSAPAA</a:t>
            </a:r>
            <a:endParaRPr/>
          </a:p>
        </p:txBody>
      </p:sp>
      <p:sp>
        <p:nvSpPr>
          <p:cNvPr id="1867" name="Google Shape;1867;p85"/>
          <p:cNvSpPr/>
          <p:nvPr/>
        </p:nvSpPr>
        <p:spPr>
          <a:xfrm>
            <a:off x="5491162" y="5230812"/>
            <a:ext cx="59690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8" name="Google Shape;1868;p85"/>
          <p:cNvSpPr txBox="1"/>
          <p:nvPr/>
        </p:nvSpPr>
        <p:spPr>
          <a:xfrm>
            <a:off x="5484812" y="5270500"/>
            <a:ext cx="685800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cntl</a:t>
            </a:r>
            <a:b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869" name="Google Shape;1869;p85"/>
          <p:cNvSpPr/>
          <p:nvPr/>
        </p:nvSpPr>
        <p:spPr>
          <a:xfrm>
            <a:off x="6100762" y="5230812"/>
            <a:ext cx="47625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0" name="Google Shape;1870;p85"/>
          <p:cNvSpPr txBox="1"/>
          <p:nvPr/>
        </p:nvSpPr>
        <p:spPr>
          <a:xfrm>
            <a:off x="6094412" y="5270500"/>
            <a:ext cx="482600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</a:t>
            </a:r>
            <a:b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/>
          </a:p>
        </p:txBody>
      </p:sp>
      <p:sp>
        <p:nvSpPr>
          <p:cNvPr id="1871" name="Google Shape;1871;p85"/>
          <p:cNvSpPr/>
          <p:nvPr/>
        </p:nvSpPr>
        <p:spPr>
          <a:xfrm>
            <a:off x="6583362" y="5230812"/>
            <a:ext cx="371475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2" name="Google Shape;1872;p85"/>
          <p:cNvSpPr txBox="1"/>
          <p:nvPr/>
        </p:nvSpPr>
        <p:spPr>
          <a:xfrm>
            <a:off x="6577012" y="5422900"/>
            <a:ext cx="449262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</a:t>
            </a:r>
            <a:endParaRPr/>
          </a:p>
        </p:txBody>
      </p:sp>
      <p:sp>
        <p:nvSpPr>
          <p:cNvPr id="1873" name="Google Shape;1873;p85"/>
          <p:cNvSpPr/>
          <p:nvPr/>
        </p:nvSpPr>
        <p:spPr>
          <a:xfrm>
            <a:off x="6948487" y="5230812"/>
            <a:ext cx="1274762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4" name="Google Shape;1874;p85"/>
          <p:cNvSpPr txBox="1"/>
          <p:nvPr/>
        </p:nvSpPr>
        <p:spPr>
          <a:xfrm>
            <a:off x="6989762" y="5422900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/>
          </a:p>
        </p:txBody>
      </p:sp>
      <p:sp>
        <p:nvSpPr>
          <p:cNvPr id="1875" name="Google Shape;1875;p85"/>
          <p:cNvSpPr txBox="1"/>
          <p:nvPr/>
        </p:nvSpPr>
        <p:spPr>
          <a:xfrm>
            <a:off x="8229600" y="5422900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CRC</a:t>
            </a:r>
            <a:endParaRPr/>
          </a:p>
        </p:txBody>
      </p:sp>
      <p:sp>
        <p:nvSpPr>
          <p:cNvPr id="1876" name="Google Shape;1876;p85"/>
          <p:cNvSpPr txBox="1"/>
          <p:nvPr/>
        </p:nvSpPr>
        <p:spPr>
          <a:xfrm>
            <a:off x="4189412" y="6032500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77" name="Google Shape;1877;p85"/>
          <p:cNvSpPr txBox="1"/>
          <p:nvPr/>
        </p:nvSpPr>
        <p:spPr>
          <a:xfrm>
            <a:off x="4799012" y="6032500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78" name="Google Shape;1878;p85"/>
          <p:cNvSpPr txBox="1"/>
          <p:nvPr/>
        </p:nvSpPr>
        <p:spPr>
          <a:xfrm>
            <a:off x="5408612" y="6032500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79" name="Google Shape;1879;p85"/>
          <p:cNvSpPr txBox="1"/>
          <p:nvPr/>
        </p:nvSpPr>
        <p:spPr>
          <a:xfrm>
            <a:off x="6094412" y="6032500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880" name="Google Shape;1880;p85"/>
          <p:cNvSpPr txBox="1"/>
          <p:nvPr/>
        </p:nvSpPr>
        <p:spPr>
          <a:xfrm>
            <a:off x="5562600" y="6032500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81" name="Google Shape;1881;p85"/>
          <p:cNvSpPr/>
          <p:nvPr/>
        </p:nvSpPr>
        <p:spPr>
          <a:xfrm>
            <a:off x="854075" y="2492375"/>
            <a:ext cx="792162" cy="673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2" name="Google Shape;1882;p85"/>
          <p:cNvSpPr/>
          <p:nvPr/>
        </p:nvSpPr>
        <p:spPr>
          <a:xfrm>
            <a:off x="1646237" y="2492375"/>
            <a:ext cx="431800" cy="673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3" name="Google Shape;1883;p85"/>
          <p:cNvSpPr/>
          <p:nvPr/>
        </p:nvSpPr>
        <p:spPr>
          <a:xfrm>
            <a:off x="2047875" y="2495550"/>
            <a:ext cx="74930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4" name="Google Shape;1884;p85"/>
          <p:cNvSpPr txBox="1"/>
          <p:nvPr/>
        </p:nvSpPr>
        <p:spPr>
          <a:xfrm>
            <a:off x="2005012" y="2579687"/>
            <a:ext cx="82232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end. destino</a:t>
            </a:r>
            <a:endParaRPr/>
          </a:p>
        </p:txBody>
      </p:sp>
      <p:sp>
        <p:nvSpPr>
          <p:cNvPr id="1885" name="Google Shape;1885;p85"/>
          <p:cNvSpPr/>
          <p:nvPr/>
        </p:nvSpPr>
        <p:spPr>
          <a:xfrm>
            <a:off x="2803525" y="2495550"/>
            <a:ext cx="74930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6" name="Google Shape;1886;p85"/>
          <p:cNvSpPr txBox="1"/>
          <p:nvPr/>
        </p:nvSpPr>
        <p:spPr>
          <a:xfrm>
            <a:off x="2767012" y="2579687"/>
            <a:ext cx="82232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end. origem</a:t>
            </a:r>
            <a:endParaRPr/>
          </a:p>
        </p:txBody>
      </p:sp>
      <p:sp>
        <p:nvSpPr>
          <p:cNvPr id="1887" name="Google Shape;1887;p85"/>
          <p:cNvSpPr/>
          <p:nvPr/>
        </p:nvSpPr>
        <p:spPr>
          <a:xfrm>
            <a:off x="3565525" y="2495550"/>
            <a:ext cx="74930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8" name="Google Shape;1888;p85"/>
          <p:cNvSpPr txBox="1"/>
          <p:nvPr/>
        </p:nvSpPr>
        <p:spPr>
          <a:xfrm>
            <a:off x="3559175" y="2687637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</a:t>
            </a:r>
            <a:endParaRPr/>
          </a:p>
        </p:txBody>
      </p:sp>
      <p:sp>
        <p:nvSpPr>
          <p:cNvPr id="1889" name="Google Shape;1889;p85"/>
          <p:cNvSpPr/>
          <p:nvPr/>
        </p:nvSpPr>
        <p:spPr>
          <a:xfrm>
            <a:off x="4310062" y="2495550"/>
            <a:ext cx="3930650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0" name="Google Shape;1890;p85"/>
          <p:cNvSpPr/>
          <p:nvPr/>
        </p:nvSpPr>
        <p:spPr>
          <a:xfrm>
            <a:off x="8253412" y="2495550"/>
            <a:ext cx="592137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1" name="Google Shape;1891;p85"/>
          <p:cNvSpPr txBox="1"/>
          <p:nvPr/>
        </p:nvSpPr>
        <p:spPr>
          <a:xfrm>
            <a:off x="5894387" y="2687637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/>
          </a:p>
        </p:txBody>
      </p:sp>
      <p:sp>
        <p:nvSpPr>
          <p:cNvPr id="1892" name="Google Shape;1892;p85"/>
          <p:cNvSpPr txBox="1"/>
          <p:nvPr/>
        </p:nvSpPr>
        <p:spPr>
          <a:xfrm>
            <a:off x="8247062" y="2708275"/>
            <a:ext cx="598487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CRC</a:t>
            </a:r>
            <a:endParaRPr/>
          </a:p>
        </p:txBody>
      </p:sp>
      <p:sp>
        <p:nvSpPr>
          <p:cNvPr id="1893" name="Google Shape;1893;p85"/>
          <p:cNvSpPr txBox="1"/>
          <p:nvPr/>
        </p:nvSpPr>
        <p:spPr>
          <a:xfrm>
            <a:off x="2220912" y="3284537"/>
            <a:ext cx="563562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894" name="Google Shape;1894;p85"/>
          <p:cNvSpPr txBox="1"/>
          <p:nvPr/>
        </p:nvSpPr>
        <p:spPr>
          <a:xfrm>
            <a:off x="2797175" y="3297237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895" name="Google Shape;1895;p85"/>
          <p:cNvSpPr txBox="1"/>
          <p:nvPr/>
        </p:nvSpPr>
        <p:spPr>
          <a:xfrm>
            <a:off x="3559175" y="3297237"/>
            <a:ext cx="8223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96" name="Google Shape;1896;p85"/>
          <p:cNvSpPr txBox="1"/>
          <p:nvPr/>
        </p:nvSpPr>
        <p:spPr>
          <a:xfrm>
            <a:off x="4946650" y="3297237"/>
            <a:ext cx="2819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46-1500</a:t>
            </a:r>
            <a:endParaRPr/>
          </a:p>
        </p:txBody>
      </p:sp>
      <p:sp>
        <p:nvSpPr>
          <p:cNvPr id="1897" name="Google Shape;1897;p85"/>
          <p:cNvSpPr txBox="1"/>
          <p:nvPr/>
        </p:nvSpPr>
        <p:spPr>
          <a:xfrm>
            <a:off x="8342312" y="3284537"/>
            <a:ext cx="503237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1898" name="Google Shape;1898;p85"/>
          <p:cNvCxnSpPr/>
          <p:nvPr/>
        </p:nvCxnSpPr>
        <p:spPr>
          <a:xfrm rot="10800000" flipH="1">
            <a:off x="2078037" y="2274887"/>
            <a:ext cx="6597650" cy="15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899" name="Google Shape;1899;p85"/>
          <p:cNvSpPr txBox="1"/>
          <p:nvPr/>
        </p:nvSpPr>
        <p:spPr>
          <a:xfrm>
            <a:off x="3824287" y="1920875"/>
            <a:ext cx="22860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 a 1518 octetos</a:t>
            </a:r>
            <a:endParaRPr/>
          </a:p>
        </p:txBody>
      </p:sp>
      <p:sp>
        <p:nvSpPr>
          <p:cNvPr id="1900" name="Google Shape;1900;p85"/>
          <p:cNvSpPr txBox="1"/>
          <p:nvPr/>
        </p:nvSpPr>
        <p:spPr>
          <a:xfrm>
            <a:off x="1789112" y="3284537"/>
            <a:ext cx="2889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01" name="Google Shape;1901;p85"/>
          <p:cNvSpPr txBox="1"/>
          <p:nvPr/>
        </p:nvSpPr>
        <p:spPr>
          <a:xfrm>
            <a:off x="998537" y="3297237"/>
            <a:ext cx="6477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902" name="Google Shape;1902;p85"/>
          <p:cNvSpPr txBox="1"/>
          <p:nvPr/>
        </p:nvSpPr>
        <p:spPr>
          <a:xfrm>
            <a:off x="854075" y="2563812"/>
            <a:ext cx="82232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Preâm-</a:t>
            </a:r>
            <a:b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bulo</a:t>
            </a:r>
            <a:endParaRPr/>
          </a:p>
        </p:txBody>
      </p:sp>
      <p:sp>
        <p:nvSpPr>
          <p:cNvPr id="1903" name="Google Shape;1903;p85"/>
          <p:cNvSpPr txBox="1"/>
          <p:nvPr/>
        </p:nvSpPr>
        <p:spPr>
          <a:xfrm>
            <a:off x="1428750" y="2708275"/>
            <a:ext cx="8223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SFD</a:t>
            </a:r>
            <a:endParaRPr/>
          </a:p>
        </p:txBody>
      </p:sp>
      <p:cxnSp>
        <p:nvCxnSpPr>
          <p:cNvPr id="1904" name="Google Shape;1904;p85"/>
          <p:cNvCxnSpPr/>
          <p:nvPr/>
        </p:nvCxnSpPr>
        <p:spPr>
          <a:xfrm>
            <a:off x="854075" y="2276475"/>
            <a:ext cx="10795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905" name="Google Shape;1905;p85"/>
          <p:cNvSpPr txBox="1"/>
          <p:nvPr/>
        </p:nvSpPr>
        <p:spPr>
          <a:xfrm>
            <a:off x="781050" y="1916112"/>
            <a:ext cx="1223962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octetos</a:t>
            </a:r>
            <a:endParaRPr/>
          </a:p>
        </p:txBody>
      </p:sp>
      <p:cxnSp>
        <p:nvCxnSpPr>
          <p:cNvPr id="1906" name="Google Shape;1906;p85"/>
          <p:cNvCxnSpPr/>
          <p:nvPr/>
        </p:nvCxnSpPr>
        <p:spPr>
          <a:xfrm rot="10800000" flipH="1">
            <a:off x="2078037" y="5010150"/>
            <a:ext cx="6597650" cy="15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907" name="Google Shape;1907;p85"/>
          <p:cNvSpPr txBox="1"/>
          <p:nvPr/>
        </p:nvSpPr>
        <p:spPr>
          <a:xfrm>
            <a:off x="3824287" y="4656137"/>
            <a:ext cx="22860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 a 1518 octetos</a:t>
            </a:r>
            <a:endParaRPr/>
          </a:p>
        </p:txBody>
      </p:sp>
      <p:cxnSp>
        <p:nvCxnSpPr>
          <p:cNvPr id="1908" name="Google Shape;1908;p85"/>
          <p:cNvCxnSpPr/>
          <p:nvPr/>
        </p:nvCxnSpPr>
        <p:spPr>
          <a:xfrm>
            <a:off x="854075" y="5043487"/>
            <a:ext cx="10795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909" name="Google Shape;1909;p85"/>
          <p:cNvSpPr txBox="1"/>
          <p:nvPr/>
        </p:nvSpPr>
        <p:spPr>
          <a:xfrm>
            <a:off x="781050" y="4651375"/>
            <a:ext cx="1223962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octetos</a:t>
            </a:r>
            <a:endParaRPr/>
          </a:p>
        </p:txBody>
      </p:sp>
      <p:sp>
        <p:nvSpPr>
          <p:cNvPr id="1910" name="Google Shape;1910;p85"/>
          <p:cNvSpPr/>
          <p:nvPr/>
        </p:nvSpPr>
        <p:spPr>
          <a:xfrm>
            <a:off x="8250237" y="5227637"/>
            <a:ext cx="592137" cy="6731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1" name="Google Shape;1911;p85"/>
          <p:cNvSpPr txBox="1"/>
          <p:nvPr/>
        </p:nvSpPr>
        <p:spPr>
          <a:xfrm>
            <a:off x="8243887" y="5440362"/>
            <a:ext cx="598487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CRC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86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IEEE 802.2 + 802.3</a:t>
            </a:r>
            <a:b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MAC - Media Access Control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87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IEEE 802.2 + 802.3: MAC</a:t>
            </a:r>
            <a:endParaRPr/>
          </a:p>
        </p:txBody>
      </p:sp>
      <p:sp>
        <p:nvSpPr>
          <p:cNvPr id="1922" name="Google Shape;1922;p87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MAC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Responsável pela recepção e transmissão do frame ethernet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de operação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Half Duplex</a:t>
            </a:r>
            <a:endParaRPr/>
          </a:p>
          <a:p>
            <a:pPr marL="1600200" marR="0" lvl="3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Originalmente ethernet somente suportava Half-duplex</a:t>
            </a:r>
            <a:endParaRPr/>
          </a:p>
          <a:p>
            <a:pPr marL="1600200" marR="0" lvl="3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Era suposto sempre um meio compartilhado (barramento)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 Duplex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Manipula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Encapsulamento dos dados a serem transmitidos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Transmissão do frame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Recepção do frame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Extração dos dados recebidos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se importa com o meio físico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Somente necessita a informação da velocidade de comunicação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88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Ethernet e IEEE 802.3:</a:t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Subcamada Física e Meio Físico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89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Subcamada Física e Meio Físico</a:t>
            </a:r>
            <a:endParaRPr/>
          </a:p>
        </p:txBody>
      </p:sp>
      <p:sp>
        <p:nvSpPr>
          <p:cNvPr id="1933" name="Google Shape;1933;p89"/>
          <p:cNvSpPr txBox="1">
            <a:spLocks noGrp="1"/>
          </p:cNvSpPr>
          <p:nvPr>
            <p:ph type="body" idx="1"/>
          </p:nvPr>
        </p:nvSpPr>
        <p:spPr>
          <a:xfrm>
            <a:off x="684212" y="1524000"/>
            <a:ext cx="8383587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Protocolo Ethernet e IEEE 802.3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Suporta as seguintes subcamadas físicas: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10Base5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10Base2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10BaseT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10BaseF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Restrições: em relação ao comprimento do cabo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10Base5 - 500 m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10Base2 - 185 m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10BaseT - 100 m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10BaseF - 2000 m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p90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Subcamada Física e Meio Físico</a:t>
            </a:r>
            <a:endParaRPr/>
          </a:p>
        </p:txBody>
      </p:sp>
      <p:sp>
        <p:nvSpPr>
          <p:cNvPr id="1939" name="Google Shape;1939;p90"/>
          <p:cNvSpPr txBox="1"/>
          <p:nvPr/>
        </p:nvSpPr>
        <p:spPr>
          <a:xfrm>
            <a:off x="762000" y="6130925"/>
            <a:ext cx="1749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 físico</a:t>
            </a:r>
            <a:endParaRPr/>
          </a:p>
        </p:txBody>
      </p:sp>
      <p:sp>
        <p:nvSpPr>
          <p:cNvPr id="1940" name="Google Shape;1940;p90"/>
          <p:cNvSpPr txBox="1"/>
          <p:nvPr/>
        </p:nvSpPr>
        <p:spPr>
          <a:xfrm>
            <a:off x="2670175" y="1552575"/>
            <a:ext cx="4410075" cy="7112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 HTTP  FTP Telnet  SMTP  POP  IMAP ...</a:t>
            </a:r>
            <a:endParaRPr/>
          </a:p>
        </p:txBody>
      </p:sp>
      <p:sp>
        <p:nvSpPr>
          <p:cNvPr id="1941" name="Google Shape;1941;p90"/>
          <p:cNvSpPr txBox="1"/>
          <p:nvPr/>
        </p:nvSpPr>
        <p:spPr>
          <a:xfrm>
            <a:off x="2670175" y="2466975"/>
            <a:ext cx="4410075" cy="7112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 / UDP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942" name="Google Shape;1942;p90"/>
          <p:cNvSpPr txBox="1"/>
          <p:nvPr/>
        </p:nvSpPr>
        <p:spPr>
          <a:xfrm>
            <a:off x="2670175" y="3381375"/>
            <a:ext cx="4410075" cy="7112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943" name="Google Shape;1943;p90"/>
          <p:cNvSpPr txBox="1"/>
          <p:nvPr/>
        </p:nvSpPr>
        <p:spPr>
          <a:xfrm>
            <a:off x="2668587" y="4294187"/>
            <a:ext cx="4413250" cy="1628775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Ethernet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1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90"/>
          <p:cNvSpPr txBox="1"/>
          <p:nvPr/>
        </p:nvSpPr>
        <p:spPr>
          <a:xfrm>
            <a:off x="762000" y="1558925"/>
            <a:ext cx="18256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Aplicação</a:t>
            </a:r>
            <a:endParaRPr/>
          </a:p>
        </p:txBody>
      </p:sp>
      <p:sp>
        <p:nvSpPr>
          <p:cNvPr id="1945" name="Google Shape;1945;p90"/>
          <p:cNvSpPr txBox="1"/>
          <p:nvPr/>
        </p:nvSpPr>
        <p:spPr>
          <a:xfrm>
            <a:off x="762000" y="4683125"/>
            <a:ext cx="1901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intra-rede</a:t>
            </a:r>
            <a:endParaRPr/>
          </a:p>
        </p:txBody>
      </p:sp>
      <p:sp>
        <p:nvSpPr>
          <p:cNvPr id="1946" name="Google Shape;1946;p90"/>
          <p:cNvSpPr txBox="1"/>
          <p:nvPr/>
        </p:nvSpPr>
        <p:spPr>
          <a:xfrm>
            <a:off x="762000" y="3311525"/>
            <a:ext cx="1901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rede</a:t>
            </a:r>
            <a:endParaRPr/>
          </a:p>
        </p:txBody>
      </p:sp>
      <p:sp>
        <p:nvSpPr>
          <p:cNvPr id="1947" name="Google Shape;1947;p90"/>
          <p:cNvSpPr txBox="1"/>
          <p:nvPr/>
        </p:nvSpPr>
        <p:spPr>
          <a:xfrm>
            <a:off x="762000" y="2397125"/>
            <a:ext cx="18256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transporte</a:t>
            </a:r>
            <a:endParaRPr/>
          </a:p>
        </p:txBody>
      </p:sp>
      <p:sp>
        <p:nvSpPr>
          <p:cNvPr id="1948" name="Google Shape;1948;p90"/>
          <p:cNvSpPr txBox="1"/>
          <p:nvPr/>
        </p:nvSpPr>
        <p:spPr>
          <a:xfrm>
            <a:off x="2760662" y="5437187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10Base5</a:t>
            </a:r>
            <a:endParaRPr/>
          </a:p>
        </p:txBody>
      </p:sp>
      <p:sp>
        <p:nvSpPr>
          <p:cNvPr id="1949" name="Google Shape;1949;p90"/>
          <p:cNvSpPr txBox="1"/>
          <p:nvPr/>
        </p:nvSpPr>
        <p:spPr>
          <a:xfrm>
            <a:off x="3827462" y="5437187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10Base2</a:t>
            </a:r>
            <a:endParaRPr/>
          </a:p>
        </p:txBody>
      </p:sp>
      <p:sp>
        <p:nvSpPr>
          <p:cNvPr id="1950" name="Google Shape;1950;p90"/>
          <p:cNvSpPr txBox="1"/>
          <p:nvPr/>
        </p:nvSpPr>
        <p:spPr>
          <a:xfrm>
            <a:off x="4894262" y="5437187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10BaseT</a:t>
            </a:r>
            <a:endParaRPr/>
          </a:p>
        </p:txBody>
      </p:sp>
      <p:sp>
        <p:nvSpPr>
          <p:cNvPr id="1951" name="Google Shape;1951;p90"/>
          <p:cNvSpPr txBox="1"/>
          <p:nvPr/>
        </p:nvSpPr>
        <p:spPr>
          <a:xfrm>
            <a:off x="5961062" y="5437187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10BaseF</a:t>
            </a:r>
            <a:endParaRPr/>
          </a:p>
        </p:txBody>
      </p:sp>
      <p:sp>
        <p:nvSpPr>
          <p:cNvPr id="1952" name="Google Shape;1952;p90"/>
          <p:cNvSpPr txBox="1"/>
          <p:nvPr/>
        </p:nvSpPr>
        <p:spPr>
          <a:xfrm>
            <a:off x="7170737" y="5445125"/>
            <a:ext cx="25146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Subcamada física</a:t>
            </a:r>
            <a:endParaRPr/>
          </a:p>
        </p:txBody>
      </p:sp>
      <p:cxnSp>
        <p:nvCxnSpPr>
          <p:cNvPr id="1953" name="Google Shape;1953;p90"/>
          <p:cNvCxnSpPr/>
          <p:nvPr/>
        </p:nvCxnSpPr>
        <p:spPr>
          <a:xfrm>
            <a:off x="6627812" y="5967412"/>
            <a:ext cx="0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54" name="Google Shape;1954;p90"/>
          <p:cNvCxnSpPr/>
          <p:nvPr/>
        </p:nvCxnSpPr>
        <p:spPr>
          <a:xfrm>
            <a:off x="6551612" y="5967412"/>
            <a:ext cx="0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55" name="Google Shape;1955;p90"/>
          <p:cNvCxnSpPr/>
          <p:nvPr/>
        </p:nvCxnSpPr>
        <p:spPr>
          <a:xfrm>
            <a:off x="5408612" y="5967412"/>
            <a:ext cx="0" cy="533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56" name="Google Shape;1956;p90"/>
          <p:cNvCxnSpPr/>
          <p:nvPr/>
        </p:nvCxnSpPr>
        <p:spPr>
          <a:xfrm>
            <a:off x="4265612" y="5967412"/>
            <a:ext cx="0" cy="5334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57" name="Google Shape;1957;p90"/>
          <p:cNvCxnSpPr/>
          <p:nvPr/>
        </p:nvCxnSpPr>
        <p:spPr>
          <a:xfrm>
            <a:off x="3198812" y="5967412"/>
            <a:ext cx="0" cy="5334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91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Subcamada Física e Meio Físico</a:t>
            </a:r>
            <a:endParaRPr/>
          </a:p>
        </p:txBody>
      </p:sp>
      <p:sp>
        <p:nvSpPr>
          <p:cNvPr id="1963" name="Google Shape;1963;p91"/>
          <p:cNvSpPr txBox="1"/>
          <p:nvPr/>
        </p:nvSpPr>
        <p:spPr>
          <a:xfrm>
            <a:off x="468312" y="6130925"/>
            <a:ext cx="17494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 físico</a:t>
            </a:r>
            <a:endParaRPr/>
          </a:p>
        </p:txBody>
      </p:sp>
      <p:sp>
        <p:nvSpPr>
          <p:cNvPr id="1964" name="Google Shape;1964;p91"/>
          <p:cNvSpPr txBox="1"/>
          <p:nvPr/>
        </p:nvSpPr>
        <p:spPr>
          <a:xfrm>
            <a:off x="2376487" y="1552575"/>
            <a:ext cx="4410075" cy="7112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 HTTP  FTP Telnet  SMTP  POP  IMAP ...</a:t>
            </a:r>
            <a:endParaRPr/>
          </a:p>
        </p:txBody>
      </p:sp>
      <p:sp>
        <p:nvSpPr>
          <p:cNvPr id="1965" name="Google Shape;1965;p91"/>
          <p:cNvSpPr txBox="1"/>
          <p:nvPr/>
        </p:nvSpPr>
        <p:spPr>
          <a:xfrm>
            <a:off x="2376487" y="2466975"/>
            <a:ext cx="4410075" cy="7112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 / UDP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966" name="Google Shape;1966;p91"/>
          <p:cNvSpPr txBox="1"/>
          <p:nvPr/>
        </p:nvSpPr>
        <p:spPr>
          <a:xfrm>
            <a:off x="2376487" y="3381375"/>
            <a:ext cx="4410075" cy="7112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967" name="Google Shape;1967;p91"/>
          <p:cNvSpPr txBox="1"/>
          <p:nvPr/>
        </p:nvSpPr>
        <p:spPr>
          <a:xfrm>
            <a:off x="2376487" y="4295775"/>
            <a:ext cx="4410075" cy="4064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802.2</a:t>
            </a:r>
            <a:endParaRPr/>
          </a:p>
        </p:txBody>
      </p:sp>
      <p:sp>
        <p:nvSpPr>
          <p:cNvPr id="1968" name="Google Shape;1968;p91"/>
          <p:cNvSpPr txBox="1"/>
          <p:nvPr/>
        </p:nvSpPr>
        <p:spPr>
          <a:xfrm>
            <a:off x="2374900" y="4751387"/>
            <a:ext cx="4413250" cy="1171575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802.3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CSMA/CD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p91"/>
          <p:cNvSpPr txBox="1"/>
          <p:nvPr/>
        </p:nvSpPr>
        <p:spPr>
          <a:xfrm>
            <a:off x="468312" y="1558925"/>
            <a:ext cx="18256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Aplicação</a:t>
            </a:r>
            <a:endParaRPr/>
          </a:p>
        </p:txBody>
      </p:sp>
      <p:sp>
        <p:nvSpPr>
          <p:cNvPr id="1970" name="Google Shape;1970;p91"/>
          <p:cNvSpPr txBox="1"/>
          <p:nvPr/>
        </p:nvSpPr>
        <p:spPr>
          <a:xfrm>
            <a:off x="468312" y="4683125"/>
            <a:ext cx="1901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intra-rede</a:t>
            </a:r>
            <a:endParaRPr/>
          </a:p>
        </p:txBody>
      </p:sp>
      <p:sp>
        <p:nvSpPr>
          <p:cNvPr id="1971" name="Google Shape;1971;p91"/>
          <p:cNvSpPr txBox="1"/>
          <p:nvPr/>
        </p:nvSpPr>
        <p:spPr>
          <a:xfrm>
            <a:off x="468312" y="3311525"/>
            <a:ext cx="1901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rede</a:t>
            </a:r>
            <a:endParaRPr/>
          </a:p>
        </p:txBody>
      </p:sp>
      <p:sp>
        <p:nvSpPr>
          <p:cNvPr id="1972" name="Google Shape;1972;p91"/>
          <p:cNvSpPr txBox="1"/>
          <p:nvPr/>
        </p:nvSpPr>
        <p:spPr>
          <a:xfrm>
            <a:off x="468312" y="2397125"/>
            <a:ext cx="18256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transporte</a:t>
            </a:r>
            <a:endParaRPr/>
          </a:p>
        </p:txBody>
      </p:sp>
      <p:sp>
        <p:nvSpPr>
          <p:cNvPr id="1973" name="Google Shape;1973;p91"/>
          <p:cNvSpPr txBox="1"/>
          <p:nvPr/>
        </p:nvSpPr>
        <p:spPr>
          <a:xfrm>
            <a:off x="2466975" y="5437187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10Base5</a:t>
            </a:r>
            <a:endParaRPr/>
          </a:p>
        </p:txBody>
      </p:sp>
      <p:sp>
        <p:nvSpPr>
          <p:cNvPr id="1974" name="Google Shape;1974;p91"/>
          <p:cNvSpPr txBox="1"/>
          <p:nvPr/>
        </p:nvSpPr>
        <p:spPr>
          <a:xfrm>
            <a:off x="3533775" y="5437187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10Base2</a:t>
            </a:r>
            <a:endParaRPr/>
          </a:p>
        </p:txBody>
      </p:sp>
      <p:sp>
        <p:nvSpPr>
          <p:cNvPr id="1975" name="Google Shape;1975;p91"/>
          <p:cNvSpPr txBox="1"/>
          <p:nvPr/>
        </p:nvSpPr>
        <p:spPr>
          <a:xfrm>
            <a:off x="4600575" y="5437187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10BaseT</a:t>
            </a:r>
            <a:endParaRPr/>
          </a:p>
        </p:txBody>
      </p:sp>
      <p:sp>
        <p:nvSpPr>
          <p:cNvPr id="1976" name="Google Shape;1976;p91"/>
          <p:cNvSpPr txBox="1"/>
          <p:nvPr/>
        </p:nvSpPr>
        <p:spPr>
          <a:xfrm>
            <a:off x="5667375" y="5437187"/>
            <a:ext cx="968375" cy="379412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10BaseF</a:t>
            </a:r>
            <a:endParaRPr/>
          </a:p>
        </p:txBody>
      </p:sp>
      <p:sp>
        <p:nvSpPr>
          <p:cNvPr id="1977" name="Google Shape;1977;p91"/>
          <p:cNvSpPr txBox="1"/>
          <p:nvPr/>
        </p:nvSpPr>
        <p:spPr>
          <a:xfrm>
            <a:off x="7019925" y="5291137"/>
            <a:ext cx="2514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subcamada física</a:t>
            </a:r>
            <a:endParaRPr/>
          </a:p>
        </p:txBody>
      </p:sp>
      <p:sp>
        <p:nvSpPr>
          <p:cNvPr id="1978" name="Google Shape;1978;p91"/>
          <p:cNvSpPr txBox="1"/>
          <p:nvPr/>
        </p:nvSpPr>
        <p:spPr>
          <a:xfrm>
            <a:off x="7019925" y="4833937"/>
            <a:ext cx="2514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subcamada MAC</a:t>
            </a:r>
            <a:endParaRPr/>
          </a:p>
        </p:txBody>
      </p:sp>
      <p:sp>
        <p:nvSpPr>
          <p:cNvPr id="1979" name="Google Shape;1979;p91"/>
          <p:cNvSpPr txBox="1"/>
          <p:nvPr/>
        </p:nvSpPr>
        <p:spPr>
          <a:xfrm>
            <a:off x="7019925" y="4300537"/>
            <a:ext cx="2514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subcamada LCC</a:t>
            </a:r>
            <a:endParaRPr/>
          </a:p>
        </p:txBody>
      </p:sp>
      <p:cxnSp>
        <p:nvCxnSpPr>
          <p:cNvPr id="1980" name="Google Shape;1980;p91"/>
          <p:cNvCxnSpPr/>
          <p:nvPr/>
        </p:nvCxnSpPr>
        <p:spPr>
          <a:xfrm>
            <a:off x="6257925" y="5967412"/>
            <a:ext cx="0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81" name="Google Shape;1981;p91"/>
          <p:cNvCxnSpPr/>
          <p:nvPr/>
        </p:nvCxnSpPr>
        <p:spPr>
          <a:xfrm>
            <a:off x="6181725" y="5967412"/>
            <a:ext cx="0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82" name="Google Shape;1982;p91"/>
          <p:cNvCxnSpPr/>
          <p:nvPr/>
        </p:nvCxnSpPr>
        <p:spPr>
          <a:xfrm>
            <a:off x="5114925" y="5967412"/>
            <a:ext cx="0" cy="533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83" name="Google Shape;1983;p91"/>
          <p:cNvCxnSpPr/>
          <p:nvPr/>
        </p:nvCxnSpPr>
        <p:spPr>
          <a:xfrm>
            <a:off x="3971925" y="5967412"/>
            <a:ext cx="0" cy="53340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84" name="Google Shape;1984;p91"/>
          <p:cNvCxnSpPr/>
          <p:nvPr/>
        </p:nvCxnSpPr>
        <p:spPr>
          <a:xfrm>
            <a:off x="2905125" y="5967412"/>
            <a:ext cx="0" cy="5334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92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Equipamentos de Interconexão Ethernet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93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Equipamentos de Interconexão Ethernet</a:t>
            </a:r>
            <a:endParaRPr/>
          </a:p>
        </p:txBody>
      </p:sp>
      <p:sp>
        <p:nvSpPr>
          <p:cNvPr id="1995" name="Google Shape;1995;p93"/>
          <p:cNvSpPr txBox="1">
            <a:spLocks noGrp="1"/>
          </p:cNvSpPr>
          <p:nvPr>
            <p:ph type="body" idx="1"/>
          </p:nvPr>
        </p:nvSpPr>
        <p:spPr>
          <a:xfrm>
            <a:off x="684212" y="1524000"/>
            <a:ext cx="8383587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Equipamentos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Repetidor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94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Equipamentos de </a:t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Interconexão Ethernet: </a:t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Repetidor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95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Repetidor</a:t>
            </a:r>
            <a:endParaRPr/>
          </a:p>
        </p:txBody>
      </p:sp>
      <p:sp>
        <p:nvSpPr>
          <p:cNvPr id="2006" name="Google Shape;2006;p95"/>
          <p:cNvSpPr txBox="1">
            <a:spLocks noGrp="1"/>
          </p:cNvSpPr>
          <p:nvPr>
            <p:ph type="body" idx="1"/>
          </p:nvPr>
        </p:nvSpPr>
        <p:spPr>
          <a:xfrm>
            <a:off x="684212" y="1524000"/>
            <a:ext cx="8383587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sinal recebido por uma porta é repetido nas outras portas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Latência mínima: Assim que o sinal chega por uma porta ele é recuperado e imediatamente transmitido para as outras portas</a:t>
            </a: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Atua somente na camada 1 (camada física)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seja, não interpreta os frames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96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Repetidor</a:t>
            </a:r>
            <a:endParaRPr/>
          </a:p>
        </p:txBody>
      </p:sp>
      <p:graphicFrame>
        <p:nvGraphicFramePr>
          <p:cNvPr id="2012" name="Google Shape;2012;p96"/>
          <p:cNvGraphicFramePr/>
          <p:nvPr/>
        </p:nvGraphicFramePr>
        <p:xfrm>
          <a:off x="5645150" y="5016500"/>
          <a:ext cx="23336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r:id="rId4" imgW="2333625" imgH="717550" progId="MS_ClipArt_Gallery">
                  <p:embed/>
                </p:oleObj>
              </mc:Choice>
              <mc:Fallback>
                <p:oleObj r:id="rId4" imgW="2333625" imgH="717550" progId="MS_ClipArt_Gallery">
                  <p:embed/>
                  <p:pic>
                    <p:nvPicPr>
                      <p:cNvPr id="2012" name="Google Shape;2012;p96"/>
                      <p:cNvPicPr preferRelativeResize="0"/>
                      <p:nvPr>
                        <p:ph type="body" idx="4294967295"/>
                      </p:nvPr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645150" y="5016500"/>
                        <a:ext cx="233362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3" name="Google Shape;2013;p96"/>
          <p:cNvSpPr txBox="1"/>
          <p:nvPr/>
        </p:nvSpPr>
        <p:spPr>
          <a:xfrm>
            <a:off x="1331912" y="3087687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sp>
        <p:nvSpPr>
          <p:cNvPr id="2014" name="Google Shape;2014;p96"/>
          <p:cNvSpPr txBox="1"/>
          <p:nvPr/>
        </p:nvSpPr>
        <p:spPr>
          <a:xfrm>
            <a:off x="1335087" y="4529137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Fisica</a:t>
            </a:r>
            <a:endParaRPr/>
          </a:p>
        </p:txBody>
      </p:sp>
      <p:sp>
        <p:nvSpPr>
          <p:cNvPr id="2015" name="Google Shape;2015;p96"/>
          <p:cNvSpPr txBox="1"/>
          <p:nvPr/>
        </p:nvSpPr>
        <p:spPr>
          <a:xfrm>
            <a:off x="1338262" y="3808412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</a:t>
            </a:r>
            <a:endParaRPr/>
          </a:p>
        </p:txBody>
      </p:sp>
      <p:sp>
        <p:nvSpPr>
          <p:cNvPr id="2016" name="Google Shape;2016;p96"/>
          <p:cNvSpPr txBox="1"/>
          <p:nvPr/>
        </p:nvSpPr>
        <p:spPr>
          <a:xfrm>
            <a:off x="3351212" y="4529137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Fisica</a:t>
            </a:r>
            <a:endParaRPr/>
          </a:p>
        </p:txBody>
      </p:sp>
      <p:sp>
        <p:nvSpPr>
          <p:cNvPr id="2017" name="Google Shape;2017;p96"/>
          <p:cNvSpPr txBox="1"/>
          <p:nvPr/>
        </p:nvSpPr>
        <p:spPr>
          <a:xfrm>
            <a:off x="5078412" y="4529137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Fisica</a:t>
            </a:r>
            <a:endParaRPr/>
          </a:p>
        </p:txBody>
      </p:sp>
      <p:sp>
        <p:nvSpPr>
          <p:cNvPr id="2018" name="Google Shape;2018;p96"/>
          <p:cNvSpPr txBox="1"/>
          <p:nvPr/>
        </p:nvSpPr>
        <p:spPr>
          <a:xfrm>
            <a:off x="3351212" y="4152900"/>
            <a:ext cx="2879725" cy="376237"/>
          </a:xfrm>
          <a:prstGeom prst="rect">
            <a:avLst/>
          </a:prstGeom>
          <a:solidFill>
            <a:srgbClr val="F0A74E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Repetidor</a:t>
            </a:r>
            <a:endParaRPr/>
          </a:p>
        </p:txBody>
      </p:sp>
      <p:sp>
        <p:nvSpPr>
          <p:cNvPr id="2019" name="Google Shape;2019;p96"/>
          <p:cNvSpPr txBox="1"/>
          <p:nvPr/>
        </p:nvSpPr>
        <p:spPr>
          <a:xfrm>
            <a:off x="7091362" y="3087687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sp>
        <p:nvSpPr>
          <p:cNvPr id="2020" name="Google Shape;2020;p96"/>
          <p:cNvSpPr txBox="1"/>
          <p:nvPr/>
        </p:nvSpPr>
        <p:spPr>
          <a:xfrm>
            <a:off x="7094537" y="4529137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Fisica</a:t>
            </a:r>
            <a:endParaRPr/>
          </a:p>
        </p:txBody>
      </p:sp>
      <p:sp>
        <p:nvSpPr>
          <p:cNvPr id="2021" name="Google Shape;2021;p96"/>
          <p:cNvSpPr txBox="1"/>
          <p:nvPr/>
        </p:nvSpPr>
        <p:spPr>
          <a:xfrm>
            <a:off x="7097712" y="3808412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</a:t>
            </a:r>
            <a:endParaRPr/>
          </a:p>
        </p:txBody>
      </p:sp>
      <p:graphicFrame>
        <p:nvGraphicFramePr>
          <p:cNvPr id="2022" name="Google Shape;2022;p96"/>
          <p:cNvGraphicFramePr/>
          <p:nvPr/>
        </p:nvGraphicFramePr>
        <p:xfrm>
          <a:off x="1897062" y="5027612"/>
          <a:ext cx="240665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r:id="rId6" imgW="2406650" imgH="727075" progId="MS_ClipArt_Gallery">
                  <p:embed/>
                </p:oleObj>
              </mc:Choice>
              <mc:Fallback>
                <p:oleObj r:id="rId6" imgW="2406650" imgH="727075" progId="MS_ClipArt_Gallery">
                  <p:embed/>
                  <p:pic>
                    <p:nvPicPr>
                      <p:cNvPr id="2022" name="Google Shape;2022;p96"/>
                      <p:cNvPicPr preferRelativeResize="0"/>
                      <p:nvPr>
                        <p:ph type="body" idx="4294967295"/>
                      </p:nvPr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1897062" y="5027612"/>
                        <a:ext cx="240665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23" name="Google Shape;2023;p96"/>
          <p:cNvCxnSpPr/>
          <p:nvPr/>
        </p:nvCxnSpPr>
        <p:spPr>
          <a:xfrm>
            <a:off x="1906587" y="4887912"/>
            <a:ext cx="0" cy="503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24" name="Google Shape;2024;p96"/>
          <p:cNvCxnSpPr/>
          <p:nvPr/>
        </p:nvCxnSpPr>
        <p:spPr>
          <a:xfrm>
            <a:off x="3922712" y="4960937"/>
            <a:ext cx="0" cy="503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25" name="Google Shape;2025;p96"/>
          <p:cNvCxnSpPr/>
          <p:nvPr/>
        </p:nvCxnSpPr>
        <p:spPr>
          <a:xfrm>
            <a:off x="5651500" y="4887912"/>
            <a:ext cx="0" cy="503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26" name="Google Shape;2026;p96"/>
          <p:cNvCxnSpPr/>
          <p:nvPr/>
        </p:nvCxnSpPr>
        <p:spPr>
          <a:xfrm>
            <a:off x="7667625" y="4960937"/>
            <a:ext cx="0" cy="503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27" name="Google Shape;2027;p96"/>
          <p:cNvSpPr/>
          <p:nvPr/>
        </p:nvSpPr>
        <p:spPr>
          <a:xfrm>
            <a:off x="2014537" y="2708275"/>
            <a:ext cx="5540375" cy="3011487"/>
          </a:xfrm>
          <a:custGeom>
            <a:avLst/>
            <a:gdLst/>
            <a:ahLst/>
            <a:cxnLst/>
            <a:rect l="l" t="t" r="r" b="b"/>
            <a:pathLst>
              <a:path w="3490" h="1897" extrusionOk="0">
                <a:moveTo>
                  <a:pt x="23" y="13"/>
                </a:moveTo>
                <a:cubicBezTo>
                  <a:pt x="11" y="568"/>
                  <a:pt x="0" y="1124"/>
                  <a:pt x="23" y="1419"/>
                </a:cubicBezTo>
                <a:cubicBezTo>
                  <a:pt x="46" y="1714"/>
                  <a:pt x="115" y="1715"/>
                  <a:pt x="159" y="1782"/>
                </a:cubicBezTo>
                <a:cubicBezTo>
                  <a:pt x="203" y="1849"/>
                  <a:pt x="184" y="1808"/>
                  <a:pt x="286" y="1819"/>
                </a:cubicBezTo>
                <a:cubicBezTo>
                  <a:pt x="388" y="1830"/>
                  <a:pt x="647" y="1887"/>
                  <a:pt x="770" y="1847"/>
                </a:cubicBezTo>
                <a:cubicBezTo>
                  <a:pt x="893" y="1807"/>
                  <a:pt x="960" y="1727"/>
                  <a:pt x="1026" y="1581"/>
                </a:cubicBezTo>
                <a:cubicBezTo>
                  <a:pt x="1092" y="1435"/>
                  <a:pt x="970" y="1074"/>
                  <a:pt x="1163" y="974"/>
                </a:cubicBezTo>
                <a:cubicBezTo>
                  <a:pt x="1356" y="874"/>
                  <a:pt x="1984" y="886"/>
                  <a:pt x="2187" y="983"/>
                </a:cubicBezTo>
                <a:cubicBezTo>
                  <a:pt x="2390" y="1080"/>
                  <a:pt x="2297" y="1416"/>
                  <a:pt x="2382" y="1555"/>
                </a:cubicBezTo>
                <a:cubicBezTo>
                  <a:pt x="2467" y="1694"/>
                  <a:pt x="2548" y="1781"/>
                  <a:pt x="2699" y="1819"/>
                </a:cubicBezTo>
                <a:cubicBezTo>
                  <a:pt x="2850" y="1857"/>
                  <a:pt x="3159" y="1897"/>
                  <a:pt x="3285" y="1783"/>
                </a:cubicBezTo>
                <a:cubicBezTo>
                  <a:pt x="3411" y="1669"/>
                  <a:pt x="3426" y="1430"/>
                  <a:pt x="3458" y="1133"/>
                </a:cubicBezTo>
                <a:cubicBezTo>
                  <a:pt x="3490" y="836"/>
                  <a:pt x="3473" y="236"/>
                  <a:pt x="3477" y="0"/>
                </a:cubicBezTo>
              </a:path>
            </a:pathLst>
          </a:custGeom>
          <a:noFill/>
          <a:ln w="254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97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Repetidor</a:t>
            </a:r>
            <a:endParaRPr/>
          </a:p>
        </p:txBody>
      </p:sp>
      <p:sp>
        <p:nvSpPr>
          <p:cNvPr id="2033" name="Google Shape;2033;p97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Restrições</a:t>
            </a: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Restrições quanto ao número de repetidores em cascata:</a:t>
            </a:r>
            <a:endParaRPr/>
          </a:p>
          <a:p>
            <a:pPr marL="1600200" marR="0" lvl="3" indent="-15430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02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Máximo de 4 repetidores entre dois nós</a:t>
            </a:r>
            <a:endParaRPr/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98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Equipamentos de </a:t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Interconexão Ethernet:</a:t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99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sp>
        <p:nvSpPr>
          <p:cNvPr id="2044" name="Google Shape;2044;p99"/>
          <p:cNvSpPr txBox="1">
            <a:spLocks noGrp="1"/>
          </p:cNvSpPr>
          <p:nvPr>
            <p:ph type="body" idx="1"/>
          </p:nvPr>
        </p:nvSpPr>
        <p:spPr>
          <a:xfrm>
            <a:off x="684212" y="1524000"/>
            <a:ext cx="8383587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HUB é um </a:t>
            </a:r>
            <a:r>
              <a:rPr lang="en-US" sz="2000" b="1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repetidor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topologia física tipo estrela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ser utilizado com cabeamento estruturado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Utilizado junto aos concentradores de fiação (patch pannel)</a:t>
            </a:r>
            <a:b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Funcionamento: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sinal recebido por uma porta é repetido nas outras portas</a:t>
            </a:r>
            <a:endParaRPr/>
          </a:p>
        </p:txBody>
      </p:sp>
      <p:graphicFrame>
        <p:nvGraphicFramePr>
          <p:cNvPr id="2045" name="Google Shape;2045;p99"/>
          <p:cNvGraphicFramePr/>
          <p:nvPr/>
        </p:nvGraphicFramePr>
        <p:xfrm>
          <a:off x="1370012" y="5381625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r:id="rId4" imgW="906462" imgH="711200" progId="MS_ClipArt_Gallery">
                  <p:embed/>
                </p:oleObj>
              </mc:Choice>
              <mc:Fallback>
                <p:oleObj r:id="rId4" imgW="906462" imgH="711200" progId="MS_ClipArt_Gallery">
                  <p:embed/>
                  <p:pic>
                    <p:nvPicPr>
                      <p:cNvPr id="2045" name="Google Shape;2045;p9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370012" y="5381625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6" name="Google Shape;2046;p99"/>
          <p:cNvGraphicFramePr/>
          <p:nvPr/>
        </p:nvGraphicFramePr>
        <p:xfrm>
          <a:off x="2436812" y="5381625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r:id="rId6" imgW="906462" imgH="711200" progId="MS_ClipArt_Gallery">
                  <p:embed/>
                </p:oleObj>
              </mc:Choice>
              <mc:Fallback>
                <p:oleObj r:id="rId6" imgW="906462" imgH="711200" progId="MS_ClipArt_Gallery">
                  <p:embed/>
                  <p:pic>
                    <p:nvPicPr>
                      <p:cNvPr id="2046" name="Google Shape;2046;p9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436812" y="5381625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7" name="Google Shape;2047;p99"/>
          <p:cNvGraphicFramePr/>
          <p:nvPr/>
        </p:nvGraphicFramePr>
        <p:xfrm>
          <a:off x="3656012" y="5381625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r:id="rId7" imgW="906462" imgH="711200" progId="MS_ClipArt_Gallery">
                  <p:embed/>
                </p:oleObj>
              </mc:Choice>
              <mc:Fallback>
                <p:oleObj r:id="rId7" imgW="906462" imgH="711200" progId="MS_ClipArt_Gallery">
                  <p:embed/>
                  <p:pic>
                    <p:nvPicPr>
                      <p:cNvPr id="2047" name="Google Shape;2047;p9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656012" y="5381625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" name="Google Shape;2048;p99"/>
          <p:cNvGraphicFramePr/>
          <p:nvPr/>
        </p:nvGraphicFramePr>
        <p:xfrm>
          <a:off x="4799012" y="5381625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r:id="rId8" imgW="906462" imgH="711200" progId="MS_ClipArt_Gallery">
                  <p:embed/>
                </p:oleObj>
              </mc:Choice>
              <mc:Fallback>
                <p:oleObj r:id="rId8" imgW="906462" imgH="711200" progId="MS_ClipArt_Gallery">
                  <p:embed/>
                  <p:pic>
                    <p:nvPicPr>
                      <p:cNvPr id="2048" name="Google Shape;2048;p9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4799012" y="5381625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" name="Google Shape;2049;p99"/>
          <p:cNvGraphicFramePr/>
          <p:nvPr/>
        </p:nvGraphicFramePr>
        <p:xfrm>
          <a:off x="5942012" y="5381625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r:id="rId9" imgW="906462" imgH="711200" progId="MS_ClipArt_Gallery">
                  <p:embed/>
                </p:oleObj>
              </mc:Choice>
              <mc:Fallback>
                <p:oleObj r:id="rId9" imgW="906462" imgH="711200" progId="MS_ClipArt_Gallery">
                  <p:embed/>
                  <p:pic>
                    <p:nvPicPr>
                      <p:cNvPr id="2049" name="Google Shape;2049;p9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942012" y="5381625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" name="Google Shape;2050;p99"/>
          <p:cNvGraphicFramePr/>
          <p:nvPr/>
        </p:nvGraphicFramePr>
        <p:xfrm>
          <a:off x="7085012" y="5381625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r:id="rId10" imgW="906462" imgH="711200" progId="MS_ClipArt_Gallery">
                  <p:embed/>
                </p:oleObj>
              </mc:Choice>
              <mc:Fallback>
                <p:oleObj r:id="rId10" imgW="906462" imgH="711200" progId="MS_ClipArt_Gallery">
                  <p:embed/>
                  <p:pic>
                    <p:nvPicPr>
                      <p:cNvPr id="2050" name="Google Shape;2050;p9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085012" y="5381625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51" name="Google Shape;2051;p99"/>
          <p:cNvCxnSpPr/>
          <p:nvPr/>
        </p:nvCxnSpPr>
        <p:spPr>
          <a:xfrm flipH="1">
            <a:off x="1828800" y="4340225"/>
            <a:ext cx="18288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52" name="Google Shape;2052;p99"/>
          <p:cNvCxnSpPr/>
          <p:nvPr/>
        </p:nvCxnSpPr>
        <p:spPr>
          <a:xfrm flipH="1">
            <a:off x="2895600" y="4340225"/>
            <a:ext cx="914400" cy="1031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53" name="Google Shape;2053;p99"/>
          <p:cNvCxnSpPr/>
          <p:nvPr/>
        </p:nvCxnSpPr>
        <p:spPr>
          <a:xfrm flipH="1">
            <a:off x="4038600" y="4340225"/>
            <a:ext cx="2286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54" name="Google Shape;2054;p99"/>
          <p:cNvCxnSpPr/>
          <p:nvPr/>
        </p:nvCxnSpPr>
        <p:spPr>
          <a:xfrm>
            <a:off x="4724400" y="4340225"/>
            <a:ext cx="4572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55" name="Google Shape;2055;p99"/>
          <p:cNvCxnSpPr/>
          <p:nvPr/>
        </p:nvCxnSpPr>
        <p:spPr>
          <a:xfrm>
            <a:off x="5410200" y="4340225"/>
            <a:ext cx="9906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56" name="Google Shape;2056;p99"/>
          <p:cNvCxnSpPr/>
          <p:nvPr/>
        </p:nvCxnSpPr>
        <p:spPr>
          <a:xfrm>
            <a:off x="5867400" y="4375150"/>
            <a:ext cx="1676400" cy="1031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57" name="Google Shape;2057;p99"/>
          <p:cNvSpPr txBox="1"/>
          <p:nvPr/>
        </p:nvSpPr>
        <p:spPr>
          <a:xfrm>
            <a:off x="3506787" y="3989387"/>
            <a:ext cx="9874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pSp>
        <p:nvGrpSpPr>
          <p:cNvPr id="2058" name="Google Shape;2058;p99"/>
          <p:cNvGrpSpPr/>
          <p:nvPr/>
        </p:nvGrpSpPr>
        <p:grpSpPr>
          <a:xfrm>
            <a:off x="3511550" y="4041775"/>
            <a:ext cx="2500312" cy="368300"/>
            <a:chOff x="2212" y="2692"/>
            <a:chExt cx="1575" cy="232"/>
          </a:xfrm>
        </p:grpSpPr>
        <p:sp>
          <p:nvSpPr>
            <p:cNvPr id="2059" name="Google Shape;2059;p99"/>
            <p:cNvSpPr/>
            <p:nvPr/>
          </p:nvSpPr>
          <p:spPr>
            <a:xfrm>
              <a:off x="2212" y="2692"/>
              <a:ext cx="1575" cy="232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060" name="Google Shape;2060;p99"/>
            <p:cNvGrpSpPr/>
            <p:nvPr/>
          </p:nvGrpSpPr>
          <p:grpSpPr>
            <a:xfrm>
              <a:off x="2274" y="2842"/>
              <a:ext cx="334" cy="52"/>
              <a:chOff x="2274" y="2842"/>
              <a:chExt cx="334" cy="52"/>
            </a:xfrm>
          </p:grpSpPr>
          <p:sp>
            <p:nvSpPr>
              <p:cNvPr id="2061" name="Google Shape;2061;p99"/>
              <p:cNvSpPr/>
              <p:nvPr/>
            </p:nvSpPr>
            <p:spPr>
              <a:xfrm>
                <a:off x="2274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2" name="Google Shape;2062;p99"/>
              <p:cNvSpPr/>
              <p:nvPr/>
            </p:nvSpPr>
            <p:spPr>
              <a:xfrm>
                <a:off x="2367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3" name="Google Shape;2063;p99"/>
              <p:cNvSpPr/>
              <p:nvPr/>
            </p:nvSpPr>
            <p:spPr>
              <a:xfrm>
                <a:off x="2553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4" name="Google Shape;2064;p99"/>
              <p:cNvSpPr/>
              <p:nvPr/>
            </p:nvSpPr>
            <p:spPr>
              <a:xfrm>
                <a:off x="2461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65" name="Google Shape;2065;p99"/>
            <p:cNvGrpSpPr/>
            <p:nvPr/>
          </p:nvGrpSpPr>
          <p:grpSpPr>
            <a:xfrm>
              <a:off x="2647" y="2842"/>
              <a:ext cx="333" cy="52"/>
              <a:chOff x="2647" y="2842"/>
              <a:chExt cx="333" cy="52"/>
            </a:xfrm>
          </p:grpSpPr>
          <p:sp>
            <p:nvSpPr>
              <p:cNvPr id="2066" name="Google Shape;2066;p99"/>
              <p:cNvSpPr/>
              <p:nvPr/>
            </p:nvSpPr>
            <p:spPr>
              <a:xfrm>
                <a:off x="2647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7" name="Google Shape;2067;p99"/>
              <p:cNvSpPr/>
              <p:nvPr/>
            </p:nvSpPr>
            <p:spPr>
              <a:xfrm>
                <a:off x="2740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8" name="Google Shape;2068;p99"/>
              <p:cNvSpPr/>
              <p:nvPr/>
            </p:nvSpPr>
            <p:spPr>
              <a:xfrm>
                <a:off x="2926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9" name="Google Shape;2069;p99"/>
              <p:cNvSpPr/>
              <p:nvPr/>
            </p:nvSpPr>
            <p:spPr>
              <a:xfrm>
                <a:off x="2832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70" name="Google Shape;2070;p99"/>
            <p:cNvGrpSpPr/>
            <p:nvPr/>
          </p:nvGrpSpPr>
          <p:grpSpPr>
            <a:xfrm>
              <a:off x="3019" y="2842"/>
              <a:ext cx="333" cy="52"/>
              <a:chOff x="3019" y="2842"/>
              <a:chExt cx="333" cy="52"/>
            </a:xfrm>
          </p:grpSpPr>
          <p:sp>
            <p:nvSpPr>
              <p:cNvPr id="2071" name="Google Shape;2071;p99"/>
              <p:cNvSpPr/>
              <p:nvPr/>
            </p:nvSpPr>
            <p:spPr>
              <a:xfrm>
                <a:off x="3019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2" name="Google Shape;2072;p99"/>
              <p:cNvSpPr/>
              <p:nvPr/>
            </p:nvSpPr>
            <p:spPr>
              <a:xfrm>
                <a:off x="3112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3" name="Google Shape;2073;p99"/>
              <p:cNvSpPr/>
              <p:nvPr/>
            </p:nvSpPr>
            <p:spPr>
              <a:xfrm>
                <a:off x="3299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4" name="Google Shape;2074;p99"/>
              <p:cNvSpPr/>
              <p:nvPr/>
            </p:nvSpPr>
            <p:spPr>
              <a:xfrm>
                <a:off x="3205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75" name="Google Shape;2075;p99"/>
            <p:cNvGrpSpPr/>
            <p:nvPr/>
          </p:nvGrpSpPr>
          <p:grpSpPr>
            <a:xfrm>
              <a:off x="3391" y="2842"/>
              <a:ext cx="334" cy="52"/>
              <a:chOff x="3391" y="2842"/>
              <a:chExt cx="334" cy="52"/>
            </a:xfrm>
          </p:grpSpPr>
          <p:sp>
            <p:nvSpPr>
              <p:cNvPr id="2076" name="Google Shape;2076;p99"/>
              <p:cNvSpPr/>
              <p:nvPr/>
            </p:nvSpPr>
            <p:spPr>
              <a:xfrm>
                <a:off x="3391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7" name="Google Shape;2077;p99"/>
              <p:cNvSpPr/>
              <p:nvPr/>
            </p:nvSpPr>
            <p:spPr>
              <a:xfrm>
                <a:off x="3485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8" name="Google Shape;2078;p99"/>
              <p:cNvSpPr/>
              <p:nvPr/>
            </p:nvSpPr>
            <p:spPr>
              <a:xfrm>
                <a:off x="3671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9" name="Google Shape;2079;p99"/>
              <p:cNvSpPr/>
              <p:nvPr/>
            </p:nvSpPr>
            <p:spPr>
              <a:xfrm>
                <a:off x="3577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080" name="Google Shape;2080;p99"/>
          <p:cNvSpPr txBox="1"/>
          <p:nvPr/>
        </p:nvSpPr>
        <p:spPr>
          <a:xfrm>
            <a:off x="3506787" y="3989387"/>
            <a:ext cx="9874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100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aphicFrame>
        <p:nvGraphicFramePr>
          <p:cNvPr id="2086" name="Google Shape;2086;p100"/>
          <p:cNvGraphicFramePr/>
          <p:nvPr/>
        </p:nvGraphicFramePr>
        <p:xfrm>
          <a:off x="6842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r:id="rId4" imgW="906462" imgH="711200" progId="MS_ClipArt_Gallery">
                  <p:embed/>
                </p:oleObj>
              </mc:Choice>
              <mc:Fallback>
                <p:oleObj r:id="rId4" imgW="906462" imgH="711200" progId="MS_ClipArt_Gallery">
                  <p:embed/>
                  <p:pic>
                    <p:nvPicPr>
                      <p:cNvPr id="2086" name="Google Shape;2086;p10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842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7" name="Google Shape;2087;p100"/>
          <p:cNvGraphicFramePr/>
          <p:nvPr/>
        </p:nvGraphicFramePr>
        <p:xfrm>
          <a:off x="17510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r:id="rId6" imgW="906462" imgH="711200" progId="MS_ClipArt_Gallery">
                  <p:embed/>
                </p:oleObj>
              </mc:Choice>
              <mc:Fallback>
                <p:oleObj r:id="rId6" imgW="906462" imgH="711200" progId="MS_ClipArt_Gallery">
                  <p:embed/>
                  <p:pic>
                    <p:nvPicPr>
                      <p:cNvPr id="2087" name="Google Shape;2087;p10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7510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8" name="Google Shape;2088;p100"/>
          <p:cNvGraphicFramePr/>
          <p:nvPr/>
        </p:nvGraphicFramePr>
        <p:xfrm>
          <a:off x="29702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r:id="rId7" imgW="906462" imgH="711200" progId="MS_ClipArt_Gallery">
                  <p:embed/>
                </p:oleObj>
              </mc:Choice>
              <mc:Fallback>
                <p:oleObj r:id="rId7" imgW="906462" imgH="711200" progId="MS_ClipArt_Gallery">
                  <p:embed/>
                  <p:pic>
                    <p:nvPicPr>
                      <p:cNvPr id="2088" name="Google Shape;2088;p10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9702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" name="Google Shape;2089;p100"/>
          <p:cNvGraphicFramePr/>
          <p:nvPr/>
        </p:nvGraphicFramePr>
        <p:xfrm>
          <a:off x="41132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r:id="rId8" imgW="906462" imgH="711200" progId="MS_ClipArt_Gallery">
                  <p:embed/>
                </p:oleObj>
              </mc:Choice>
              <mc:Fallback>
                <p:oleObj r:id="rId8" imgW="906462" imgH="711200" progId="MS_ClipArt_Gallery">
                  <p:embed/>
                  <p:pic>
                    <p:nvPicPr>
                      <p:cNvPr id="2089" name="Google Shape;2089;p10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41132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0" name="Google Shape;2090;p100"/>
          <p:cNvGraphicFramePr/>
          <p:nvPr/>
        </p:nvGraphicFramePr>
        <p:xfrm>
          <a:off x="52562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r:id="rId9" imgW="906462" imgH="711200" progId="MS_ClipArt_Gallery">
                  <p:embed/>
                </p:oleObj>
              </mc:Choice>
              <mc:Fallback>
                <p:oleObj r:id="rId9" imgW="906462" imgH="711200" progId="MS_ClipArt_Gallery">
                  <p:embed/>
                  <p:pic>
                    <p:nvPicPr>
                      <p:cNvPr id="2090" name="Google Shape;2090;p10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2562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1" name="Google Shape;2091;p100"/>
          <p:cNvGraphicFramePr/>
          <p:nvPr/>
        </p:nvGraphicFramePr>
        <p:xfrm>
          <a:off x="63992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r:id="rId10" imgW="906462" imgH="711200" progId="MS_ClipArt_Gallery">
                  <p:embed/>
                </p:oleObj>
              </mc:Choice>
              <mc:Fallback>
                <p:oleObj r:id="rId10" imgW="906462" imgH="711200" progId="MS_ClipArt_Gallery">
                  <p:embed/>
                  <p:pic>
                    <p:nvPicPr>
                      <p:cNvPr id="2091" name="Google Shape;2091;p10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3992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92" name="Google Shape;2092;p100"/>
          <p:cNvCxnSpPr/>
          <p:nvPr/>
        </p:nvCxnSpPr>
        <p:spPr>
          <a:xfrm flipH="1">
            <a:off x="1143000" y="4572000"/>
            <a:ext cx="18288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93" name="Google Shape;2093;p100"/>
          <p:cNvCxnSpPr/>
          <p:nvPr/>
        </p:nvCxnSpPr>
        <p:spPr>
          <a:xfrm flipH="1">
            <a:off x="2209800" y="4572000"/>
            <a:ext cx="914400" cy="1031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94" name="Google Shape;2094;p100"/>
          <p:cNvCxnSpPr/>
          <p:nvPr/>
        </p:nvCxnSpPr>
        <p:spPr>
          <a:xfrm flipH="1">
            <a:off x="3352800" y="4572000"/>
            <a:ext cx="2286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95" name="Google Shape;2095;p100"/>
          <p:cNvCxnSpPr/>
          <p:nvPr/>
        </p:nvCxnSpPr>
        <p:spPr>
          <a:xfrm>
            <a:off x="4038600" y="4572000"/>
            <a:ext cx="4572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96" name="Google Shape;2096;p100"/>
          <p:cNvCxnSpPr/>
          <p:nvPr/>
        </p:nvCxnSpPr>
        <p:spPr>
          <a:xfrm>
            <a:off x="4724400" y="4572000"/>
            <a:ext cx="9906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97" name="Google Shape;2097;p100"/>
          <p:cNvCxnSpPr/>
          <p:nvPr/>
        </p:nvCxnSpPr>
        <p:spPr>
          <a:xfrm>
            <a:off x="5181600" y="4606925"/>
            <a:ext cx="1676400" cy="1031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98" name="Google Shape;2098;p100"/>
          <p:cNvSpPr txBox="1"/>
          <p:nvPr/>
        </p:nvSpPr>
        <p:spPr>
          <a:xfrm>
            <a:off x="2820987" y="4221162"/>
            <a:ext cx="9874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pSp>
        <p:nvGrpSpPr>
          <p:cNvPr id="2099" name="Google Shape;2099;p100"/>
          <p:cNvGrpSpPr/>
          <p:nvPr/>
        </p:nvGrpSpPr>
        <p:grpSpPr>
          <a:xfrm>
            <a:off x="2825750" y="4273550"/>
            <a:ext cx="2500312" cy="368300"/>
            <a:chOff x="1780" y="2692"/>
            <a:chExt cx="1575" cy="232"/>
          </a:xfrm>
        </p:grpSpPr>
        <p:sp>
          <p:nvSpPr>
            <p:cNvPr id="2100" name="Google Shape;2100;p100"/>
            <p:cNvSpPr/>
            <p:nvPr/>
          </p:nvSpPr>
          <p:spPr>
            <a:xfrm>
              <a:off x="1780" y="2692"/>
              <a:ext cx="1575" cy="232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101" name="Google Shape;2101;p100"/>
            <p:cNvGrpSpPr/>
            <p:nvPr/>
          </p:nvGrpSpPr>
          <p:grpSpPr>
            <a:xfrm>
              <a:off x="1842" y="2842"/>
              <a:ext cx="334" cy="52"/>
              <a:chOff x="1842" y="2842"/>
              <a:chExt cx="334" cy="52"/>
            </a:xfrm>
          </p:grpSpPr>
          <p:sp>
            <p:nvSpPr>
              <p:cNvPr id="2102" name="Google Shape;2102;p100"/>
              <p:cNvSpPr/>
              <p:nvPr/>
            </p:nvSpPr>
            <p:spPr>
              <a:xfrm>
                <a:off x="1842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3" name="Google Shape;2103;p100"/>
              <p:cNvSpPr/>
              <p:nvPr/>
            </p:nvSpPr>
            <p:spPr>
              <a:xfrm>
                <a:off x="1935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4" name="Google Shape;2104;p100"/>
              <p:cNvSpPr/>
              <p:nvPr/>
            </p:nvSpPr>
            <p:spPr>
              <a:xfrm>
                <a:off x="2121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5" name="Google Shape;2105;p100"/>
              <p:cNvSpPr/>
              <p:nvPr/>
            </p:nvSpPr>
            <p:spPr>
              <a:xfrm>
                <a:off x="2029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06" name="Google Shape;2106;p100"/>
            <p:cNvGrpSpPr/>
            <p:nvPr/>
          </p:nvGrpSpPr>
          <p:grpSpPr>
            <a:xfrm>
              <a:off x="2215" y="2842"/>
              <a:ext cx="333" cy="52"/>
              <a:chOff x="2215" y="2842"/>
              <a:chExt cx="333" cy="52"/>
            </a:xfrm>
          </p:grpSpPr>
          <p:sp>
            <p:nvSpPr>
              <p:cNvPr id="2107" name="Google Shape;2107;p100"/>
              <p:cNvSpPr/>
              <p:nvPr/>
            </p:nvSpPr>
            <p:spPr>
              <a:xfrm>
                <a:off x="2215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8" name="Google Shape;2108;p100"/>
              <p:cNvSpPr/>
              <p:nvPr/>
            </p:nvSpPr>
            <p:spPr>
              <a:xfrm>
                <a:off x="2308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9" name="Google Shape;2109;p100"/>
              <p:cNvSpPr/>
              <p:nvPr/>
            </p:nvSpPr>
            <p:spPr>
              <a:xfrm>
                <a:off x="2494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0" name="Google Shape;2110;p100"/>
              <p:cNvSpPr/>
              <p:nvPr/>
            </p:nvSpPr>
            <p:spPr>
              <a:xfrm>
                <a:off x="2400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11" name="Google Shape;2111;p100"/>
            <p:cNvGrpSpPr/>
            <p:nvPr/>
          </p:nvGrpSpPr>
          <p:grpSpPr>
            <a:xfrm>
              <a:off x="2587" y="2842"/>
              <a:ext cx="333" cy="52"/>
              <a:chOff x="2587" y="2842"/>
              <a:chExt cx="333" cy="52"/>
            </a:xfrm>
          </p:grpSpPr>
          <p:sp>
            <p:nvSpPr>
              <p:cNvPr id="2112" name="Google Shape;2112;p100"/>
              <p:cNvSpPr/>
              <p:nvPr/>
            </p:nvSpPr>
            <p:spPr>
              <a:xfrm>
                <a:off x="2587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3" name="Google Shape;2113;p100"/>
              <p:cNvSpPr/>
              <p:nvPr/>
            </p:nvSpPr>
            <p:spPr>
              <a:xfrm>
                <a:off x="2680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4" name="Google Shape;2114;p100"/>
              <p:cNvSpPr/>
              <p:nvPr/>
            </p:nvSpPr>
            <p:spPr>
              <a:xfrm>
                <a:off x="2867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5" name="Google Shape;2115;p100"/>
              <p:cNvSpPr/>
              <p:nvPr/>
            </p:nvSpPr>
            <p:spPr>
              <a:xfrm>
                <a:off x="2773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16" name="Google Shape;2116;p100"/>
            <p:cNvGrpSpPr/>
            <p:nvPr/>
          </p:nvGrpSpPr>
          <p:grpSpPr>
            <a:xfrm>
              <a:off x="2959" y="2842"/>
              <a:ext cx="334" cy="52"/>
              <a:chOff x="2959" y="2842"/>
              <a:chExt cx="334" cy="52"/>
            </a:xfrm>
          </p:grpSpPr>
          <p:sp>
            <p:nvSpPr>
              <p:cNvPr id="2117" name="Google Shape;2117;p100"/>
              <p:cNvSpPr/>
              <p:nvPr/>
            </p:nvSpPr>
            <p:spPr>
              <a:xfrm>
                <a:off x="2959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8" name="Google Shape;2118;p100"/>
              <p:cNvSpPr/>
              <p:nvPr/>
            </p:nvSpPr>
            <p:spPr>
              <a:xfrm>
                <a:off x="3053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9" name="Google Shape;2119;p100"/>
              <p:cNvSpPr/>
              <p:nvPr/>
            </p:nvSpPr>
            <p:spPr>
              <a:xfrm>
                <a:off x="3239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0" name="Google Shape;2120;p100"/>
              <p:cNvSpPr/>
              <p:nvPr/>
            </p:nvSpPr>
            <p:spPr>
              <a:xfrm>
                <a:off x="3145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121" name="Google Shape;2121;p100"/>
          <p:cNvSpPr txBox="1"/>
          <p:nvPr/>
        </p:nvSpPr>
        <p:spPr>
          <a:xfrm>
            <a:off x="2820987" y="4221162"/>
            <a:ext cx="9874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sp>
        <p:nvSpPr>
          <p:cNvPr id="2122" name="Google Shape;2122;p100"/>
          <p:cNvSpPr txBox="1"/>
          <p:nvPr/>
        </p:nvSpPr>
        <p:spPr>
          <a:xfrm>
            <a:off x="4649787" y="2773362"/>
            <a:ext cx="9874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pSp>
        <p:nvGrpSpPr>
          <p:cNvPr id="2123" name="Google Shape;2123;p100"/>
          <p:cNvGrpSpPr/>
          <p:nvPr/>
        </p:nvGrpSpPr>
        <p:grpSpPr>
          <a:xfrm>
            <a:off x="5568950" y="2825750"/>
            <a:ext cx="2500312" cy="368300"/>
            <a:chOff x="3508" y="1780"/>
            <a:chExt cx="1575" cy="232"/>
          </a:xfrm>
        </p:grpSpPr>
        <p:sp>
          <p:nvSpPr>
            <p:cNvPr id="2124" name="Google Shape;2124;p100"/>
            <p:cNvSpPr/>
            <p:nvPr/>
          </p:nvSpPr>
          <p:spPr>
            <a:xfrm>
              <a:off x="3508" y="1780"/>
              <a:ext cx="1575" cy="232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125" name="Google Shape;2125;p100"/>
            <p:cNvGrpSpPr/>
            <p:nvPr/>
          </p:nvGrpSpPr>
          <p:grpSpPr>
            <a:xfrm>
              <a:off x="3570" y="1930"/>
              <a:ext cx="334" cy="52"/>
              <a:chOff x="3570" y="1930"/>
              <a:chExt cx="334" cy="52"/>
            </a:xfrm>
          </p:grpSpPr>
          <p:sp>
            <p:nvSpPr>
              <p:cNvPr id="2126" name="Google Shape;2126;p100"/>
              <p:cNvSpPr/>
              <p:nvPr/>
            </p:nvSpPr>
            <p:spPr>
              <a:xfrm>
                <a:off x="3570" y="19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7" name="Google Shape;2127;p100"/>
              <p:cNvSpPr/>
              <p:nvPr/>
            </p:nvSpPr>
            <p:spPr>
              <a:xfrm>
                <a:off x="3663" y="19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8" name="Google Shape;2128;p100"/>
              <p:cNvSpPr/>
              <p:nvPr/>
            </p:nvSpPr>
            <p:spPr>
              <a:xfrm>
                <a:off x="3849" y="19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9" name="Google Shape;2129;p100"/>
              <p:cNvSpPr/>
              <p:nvPr/>
            </p:nvSpPr>
            <p:spPr>
              <a:xfrm>
                <a:off x="3757" y="1930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30" name="Google Shape;2130;p100"/>
            <p:cNvGrpSpPr/>
            <p:nvPr/>
          </p:nvGrpSpPr>
          <p:grpSpPr>
            <a:xfrm>
              <a:off x="3943" y="1930"/>
              <a:ext cx="333" cy="52"/>
              <a:chOff x="3943" y="1930"/>
              <a:chExt cx="333" cy="52"/>
            </a:xfrm>
          </p:grpSpPr>
          <p:sp>
            <p:nvSpPr>
              <p:cNvPr id="2131" name="Google Shape;2131;p100"/>
              <p:cNvSpPr/>
              <p:nvPr/>
            </p:nvSpPr>
            <p:spPr>
              <a:xfrm>
                <a:off x="3943" y="1930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2" name="Google Shape;2132;p100"/>
              <p:cNvSpPr/>
              <p:nvPr/>
            </p:nvSpPr>
            <p:spPr>
              <a:xfrm>
                <a:off x="4036" y="19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3" name="Google Shape;2133;p100"/>
              <p:cNvSpPr/>
              <p:nvPr/>
            </p:nvSpPr>
            <p:spPr>
              <a:xfrm>
                <a:off x="4222" y="19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4" name="Google Shape;2134;p100"/>
              <p:cNvSpPr/>
              <p:nvPr/>
            </p:nvSpPr>
            <p:spPr>
              <a:xfrm>
                <a:off x="4128" y="19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35" name="Google Shape;2135;p100"/>
            <p:cNvGrpSpPr/>
            <p:nvPr/>
          </p:nvGrpSpPr>
          <p:grpSpPr>
            <a:xfrm>
              <a:off x="4315" y="1930"/>
              <a:ext cx="333" cy="52"/>
              <a:chOff x="4315" y="1930"/>
              <a:chExt cx="333" cy="52"/>
            </a:xfrm>
          </p:grpSpPr>
          <p:sp>
            <p:nvSpPr>
              <p:cNvPr id="2136" name="Google Shape;2136;p100"/>
              <p:cNvSpPr/>
              <p:nvPr/>
            </p:nvSpPr>
            <p:spPr>
              <a:xfrm>
                <a:off x="4315" y="19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7" name="Google Shape;2137;p100"/>
              <p:cNvSpPr/>
              <p:nvPr/>
            </p:nvSpPr>
            <p:spPr>
              <a:xfrm>
                <a:off x="4408" y="19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8" name="Google Shape;2138;p100"/>
              <p:cNvSpPr/>
              <p:nvPr/>
            </p:nvSpPr>
            <p:spPr>
              <a:xfrm>
                <a:off x="4595" y="1930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9" name="Google Shape;2139;p100"/>
              <p:cNvSpPr/>
              <p:nvPr/>
            </p:nvSpPr>
            <p:spPr>
              <a:xfrm>
                <a:off x="4501" y="19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40" name="Google Shape;2140;p100"/>
            <p:cNvGrpSpPr/>
            <p:nvPr/>
          </p:nvGrpSpPr>
          <p:grpSpPr>
            <a:xfrm>
              <a:off x="4687" y="1930"/>
              <a:ext cx="334" cy="52"/>
              <a:chOff x="4687" y="1930"/>
              <a:chExt cx="334" cy="52"/>
            </a:xfrm>
          </p:grpSpPr>
          <p:sp>
            <p:nvSpPr>
              <p:cNvPr id="2141" name="Google Shape;2141;p100"/>
              <p:cNvSpPr/>
              <p:nvPr/>
            </p:nvSpPr>
            <p:spPr>
              <a:xfrm>
                <a:off x="4687" y="19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2" name="Google Shape;2142;p100"/>
              <p:cNvSpPr/>
              <p:nvPr/>
            </p:nvSpPr>
            <p:spPr>
              <a:xfrm>
                <a:off x="4781" y="1930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3" name="Google Shape;2143;p100"/>
              <p:cNvSpPr/>
              <p:nvPr/>
            </p:nvSpPr>
            <p:spPr>
              <a:xfrm>
                <a:off x="4967" y="19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4" name="Google Shape;2144;p100"/>
              <p:cNvSpPr/>
              <p:nvPr/>
            </p:nvSpPr>
            <p:spPr>
              <a:xfrm>
                <a:off x="4873" y="19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145" name="Google Shape;2145;p100"/>
          <p:cNvSpPr/>
          <p:nvPr/>
        </p:nvSpPr>
        <p:spPr>
          <a:xfrm>
            <a:off x="4648200" y="2771775"/>
            <a:ext cx="9906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46" name="Google Shape;2146;p100"/>
          <p:cNvCxnSpPr/>
          <p:nvPr/>
        </p:nvCxnSpPr>
        <p:spPr>
          <a:xfrm flipH="1">
            <a:off x="4419600" y="3124200"/>
            <a:ext cx="1371600" cy="1447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147" name="Google Shape;2147;p100"/>
          <p:cNvSpPr/>
          <p:nvPr/>
        </p:nvSpPr>
        <p:spPr>
          <a:xfrm>
            <a:off x="1301750" y="5187950"/>
            <a:ext cx="825500" cy="139700"/>
          </a:xfrm>
          <a:prstGeom prst="cube">
            <a:avLst>
              <a:gd name="adj" fmla="val 5399"/>
            </a:avLst>
          </a:prstGeom>
          <a:solidFill>
            <a:schemeClr val="folHlink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48" name="Google Shape;2148;p100"/>
          <p:cNvCxnSpPr/>
          <p:nvPr/>
        </p:nvCxnSpPr>
        <p:spPr>
          <a:xfrm rot="10800000" flipH="1">
            <a:off x="1752600" y="4953000"/>
            <a:ext cx="381000" cy="2286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149" name="Google Shape;2149;p100"/>
          <p:cNvSpPr txBox="1"/>
          <p:nvPr/>
        </p:nvSpPr>
        <p:spPr>
          <a:xfrm>
            <a:off x="1357312" y="4756150"/>
            <a:ext cx="490537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101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aphicFrame>
        <p:nvGraphicFramePr>
          <p:cNvPr id="2155" name="Google Shape;2155;p101"/>
          <p:cNvGraphicFramePr/>
          <p:nvPr/>
        </p:nvGraphicFramePr>
        <p:xfrm>
          <a:off x="6842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r:id="rId4" imgW="906462" imgH="711200" progId="MS_ClipArt_Gallery">
                  <p:embed/>
                </p:oleObj>
              </mc:Choice>
              <mc:Fallback>
                <p:oleObj r:id="rId4" imgW="906462" imgH="711200" progId="MS_ClipArt_Gallery">
                  <p:embed/>
                  <p:pic>
                    <p:nvPicPr>
                      <p:cNvPr id="2155" name="Google Shape;2155;p101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842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" name="Google Shape;2156;p101"/>
          <p:cNvGraphicFramePr/>
          <p:nvPr/>
        </p:nvGraphicFramePr>
        <p:xfrm>
          <a:off x="17510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r:id="rId6" imgW="906462" imgH="711200" progId="MS_ClipArt_Gallery">
                  <p:embed/>
                </p:oleObj>
              </mc:Choice>
              <mc:Fallback>
                <p:oleObj r:id="rId6" imgW="906462" imgH="711200" progId="MS_ClipArt_Gallery">
                  <p:embed/>
                  <p:pic>
                    <p:nvPicPr>
                      <p:cNvPr id="2156" name="Google Shape;2156;p101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7510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" name="Google Shape;2157;p101"/>
          <p:cNvGraphicFramePr/>
          <p:nvPr/>
        </p:nvGraphicFramePr>
        <p:xfrm>
          <a:off x="29702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r:id="rId7" imgW="906462" imgH="711200" progId="MS_ClipArt_Gallery">
                  <p:embed/>
                </p:oleObj>
              </mc:Choice>
              <mc:Fallback>
                <p:oleObj r:id="rId7" imgW="906462" imgH="711200" progId="MS_ClipArt_Gallery">
                  <p:embed/>
                  <p:pic>
                    <p:nvPicPr>
                      <p:cNvPr id="2157" name="Google Shape;2157;p101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9702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8" name="Google Shape;2158;p101"/>
          <p:cNvGraphicFramePr/>
          <p:nvPr/>
        </p:nvGraphicFramePr>
        <p:xfrm>
          <a:off x="41132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r:id="rId8" imgW="906462" imgH="711200" progId="MS_ClipArt_Gallery">
                  <p:embed/>
                </p:oleObj>
              </mc:Choice>
              <mc:Fallback>
                <p:oleObj r:id="rId8" imgW="906462" imgH="711200" progId="MS_ClipArt_Gallery">
                  <p:embed/>
                  <p:pic>
                    <p:nvPicPr>
                      <p:cNvPr id="2158" name="Google Shape;2158;p101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41132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9" name="Google Shape;2159;p101"/>
          <p:cNvGraphicFramePr/>
          <p:nvPr/>
        </p:nvGraphicFramePr>
        <p:xfrm>
          <a:off x="52562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r:id="rId9" imgW="906462" imgH="711200" progId="MS_ClipArt_Gallery">
                  <p:embed/>
                </p:oleObj>
              </mc:Choice>
              <mc:Fallback>
                <p:oleObj r:id="rId9" imgW="906462" imgH="711200" progId="MS_ClipArt_Gallery">
                  <p:embed/>
                  <p:pic>
                    <p:nvPicPr>
                      <p:cNvPr id="2159" name="Google Shape;2159;p101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2562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" name="Google Shape;2160;p101"/>
          <p:cNvGraphicFramePr/>
          <p:nvPr/>
        </p:nvGraphicFramePr>
        <p:xfrm>
          <a:off x="6399212" y="561340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r:id="rId10" imgW="906462" imgH="711200" progId="MS_ClipArt_Gallery">
                  <p:embed/>
                </p:oleObj>
              </mc:Choice>
              <mc:Fallback>
                <p:oleObj r:id="rId10" imgW="906462" imgH="711200" progId="MS_ClipArt_Gallery">
                  <p:embed/>
                  <p:pic>
                    <p:nvPicPr>
                      <p:cNvPr id="2160" name="Google Shape;2160;p101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399212" y="561340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61" name="Google Shape;2161;p101"/>
          <p:cNvCxnSpPr/>
          <p:nvPr/>
        </p:nvCxnSpPr>
        <p:spPr>
          <a:xfrm flipH="1">
            <a:off x="1143000" y="4572000"/>
            <a:ext cx="18288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62" name="Google Shape;2162;p101"/>
          <p:cNvCxnSpPr/>
          <p:nvPr/>
        </p:nvCxnSpPr>
        <p:spPr>
          <a:xfrm flipH="1">
            <a:off x="2209800" y="4572000"/>
            <a:ext cx="914400" cy="1031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63" name="Google Shape;2163;p101"/>
          <p:cNvCxnSpPr/>
          <p:nvPr/>
        </p:nvCxnSpPr>
        <p:spPr>
          <a:xfrm flipH="1">
            <a:off x="3352800" y="4572000"/>
            <a:ext cx="2286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64" name="Google Shape;2164;p101"/>
          <p:cNvCxnSpPr/>
          <p:nvPr/>
        </p:nvCxnSpPr>
        <p:spPr>
          <a:xfrm>
            <a:off x="4038600" y="4572000"/>
            <a:ext cx="4572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65" name="Google Shape;2165;p101"/>
          <p:cNvCxnSpPr/>
          <p:nvPr/>
        </p:nvCxnSpPr>
        <p:spPr>
          <a:xfrm>
            <a:off x="4724400" y="4572000"/>
            <a:ext cx="9906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66" name="Google Shape;2166;p101"/>
          <p:cNvCxnSpPr/>
          <p:nvPr/>
        </p:nvCxnSpPr>
        <p:spPr>
          <a:xfrm>
            <a:off x="5181600" y="4606925"/>
            <a:ext cx="1676400" cy="1031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167" name="Google Shape;2167;p101"/>
          <p:cNvSpPr txBox="1"/>
          <p:nvPr/>
        </p:nvSpPr>
        <p:spPr>
          <a:xfrm>
            <a:off x="2820987" y="4221162"/>
            <a:ext cx="9874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pSp>
        <p:nvGrpSpPr>
          <p:cNvPr id="2168" name="Google Shape;2168;p101"/>
          <p:cNvGrpSpPr/>
          <p:nvPr/>
        </p:nvGrpSpPr>
        <p:grpSpPr>
          <a:xfrm>
            <a:off x="2825750" y="4273550"/>
            <a:ext cx="2500312" cy="368300"/>
            <a:chOff x="1780" y="2692"/>
            <a:chExt cx="1575" cy="232"/>
          </a:xfrm>
        </p:grpSpPr>
        <p:sp>
          <p:nvSpPr>
            <p:cNvPr id="2169" name="Google Shape;2169;p101"/>
            <p:cNvSpPr/>
            <p:nvPr/>
          </p:nvSpPr>
          <p:spPr>
            <a:xfrm>
              <a:off x="1780" y="2692"/>
              <a:ext cx="1575" cy="232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170" name="Google Shape;2170;p101"/>
            <p:cNvGrpSpPr/>
            <p:nvPr/>
          </p:nvGrpSpPr>
          <p:grpSpPr>
            <a:xfrm>
              <a:off x="1842" y="2842"/>
              <a:ext cx="334" cy="52"/>
              <a:chOff x="1842" y="2842"/>
              <a:chExt cx="334" cy="52"/>
            </a:xfrm>
          </p:grpSpPr>
          <p:sp>
            <p:nvSpPr>
              <p:cNvPr id="2171" name="Google Shape;2171;p101"/>
              <p:cNvSpPr/>
              <p:nvPr/>
            </p:nvSpPr>
            <p:spPr>
              <a:xfrm>
                <a:off x="1842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72" name="Google Shape;2172;p101"/>
              <p:cNvSpPr/>
              <p:nvPr/>
            </p:nvSpPr>
            <p:spPr>
              <a:xfrm>
                <a:off x="1935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73" name="Google Shape;2173;p101"/>
              <p:cNvSpPr/>
              <p:nvPr/>
            </p:nvSpPr>
            <p:spPr>
              <a:xfrm>
                <a:off x="2121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74" name="Google Shape;2174;p101"/>
              <p:cNvSpPr/>
              <p:nvPr/>
            </p:nvSpPr>
            <p:spPr>
              <a:xfrm>
                <a:off x="2029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75" name="Google Shape;2175;p101"/>
            <p:cNvGrpSpPr/>
            <p:nvPr/>
          </p:nvGrpSpPr>
          <p:grpSpPr>
            <a:xfrm>
              <a:off x="2215" y="2842"/>
              <a:ext cx="333" cy="52"/>
              <a:chOff x="2215" y="2842"/>
              <a:chExt cx="333" cy="52"/>
            </a:xfrm>
          </p:grpSpPr>
          <p:sp>
            <p:nvSpPr>
              <p:cNvPr id="2176" name="Google Shape;2176;p101"/>
              <p:cNvSpPr/>
              <p:nvPr/>
            </p:nvSpPr>
            <p:spPr>
              <a:xfrm>
                <a:off x="2215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77" name="Google Shape;2177;p101"/>
              <p:cNvSpPr/>
              <p:nvPr/>
            </p:nvSpPr>
            <p:spPr>
              <a:xfrm>
                <a:off x="2308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78" name="Google Shape;2178;p101"/>
              <p:cNvSpPr/>
              <p:nvPr/>
            </p:nvSpPr>
            <p:spPr>
              <a:xfrm>
                <a:off x="2494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79" name="Google Shape;2179;p101"/>
              <p:cNvSpPr/>
              <p:nvPr/>
            </p:nvSpPr>
            <p:spPr>
              <a:xfrm>
                <a:off x="2400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80" name="Google Shape;2180;p101"/>
            <p:cNvGrpSpPr/>
            <p:nvPr/>
          </p:nvGrpSpPr>
          <p:grpSpPr>
            <a:xfrm>
              <a:off x="2587" y="2842"/>
              <a:ext cx="333" cy="52"/>
              <a:chOff x="2587" y="2842"/>
              <a:chExt cx="333" cy="52"/>
            </a:xfrm>
          </p:grpSpPr>
          <p:sp>
            <p:nvSpPr>
              <p:cNvPr id="2181" name="Google Shape;2181;p101"/>
              <p:cNvSpPr/>
              <p:nvPr/>
            </p:nvSpPr>
            <p:spPr>
              <a:xfrm>
                <a:off x="2587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82" name="Google Shape;2182;p101"/>
              <p:cNvSpPr/>
              <p:nvPr/>
            </p:nvSpPr>
            <p:spPr>
              <a:xfrm>
                <a:off x="2680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83" name="Google Shape;2183;p101"/>
              <p:cNvSpPr/>
              <p:nvPr/>
            </p:nvSpPr>
            <p:spPr>
              <a:xfrm>
                <a:off x="2867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84" name="Google Shape;2184;p101"/>
              <p:cNvSpPr/>
              <p:nvPr/>
            </p:nvSpPr>
            <p:spPr>
              <a:xfrm>
                <a:off x="2773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85" name="Google Shape;2185;p101"/>
            <p:cNvGrpSpPr/>
            <p:nvPr/>
          </p:nvGrpSpPr>
          <p:grpSpPr>
            <a:xfrm>
              <a:off x="2959" y="2842"/>
              <a:ext cx="334" cy="52"/>
              <a:chOff x="2959" y="2842"/>
              <a:chExt cx="334" cy="52"/>
            </a:xfrm>
          </p:grpSpPr>
          <p:sp>
            <p:nvSpPr>
              <p:cNvPr id="2186" name="Google Shape;2186;p101"/>
              <p:cNvSpPr/>
              <p:nvPr/>
            </p:nvSpPr>
            <p:spPr>
              <a:xfrm>
                <a:off x="2959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87" name="Google Shape;2187;p101"/>
              <p:cNvSpPr/>
              <p:nvPr/>
            </p:nvSpPr>
            <p:spPr>
              <a:xfrm>
                <a:off x="3053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88" name="Google Shape;2188;p101"/>
              <p:cNvSpPr/>
              <p:nvPr/>
            </p:nvSpPr>
            <p:spPr>
              <a:xfrm>
                <a:off x="3239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89" name="Google Shape;2189;p101"/>
              <p:cNvSpPr/>
              <p:nvPr/>
            </p:nvSpPr>
            <p:spPr>
              <a:xfrm>
                <a:off x="3145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190" name="Google Shape;2190;p101"/>
          <p:cNvSpPr txBox="1"/>
          <p:nvPr/>
        </p:nvSpPr>
        <p:spPr>
          <a:xfrm>
            <a:off x="2820987" y="4221162"/>
            <a:ext cx="9874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sp>
        <p:nvSpPr>
          <p:cNvPr id="2191" name="Google Shape;2191;p101"/>
          <p:cNvSpPr txBox="1"/>
          <p:nvPr/>
        </p:nvSpPr>
        <p:spPr>
          <a:xfrm>
            <a:off x="4649787" y="2773362"/>
            <a:ext cx="9874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pSp>
        <p:nvGrpSpPr>
          <p:cNvPr id="2192" name="Google Shape;2192;p101"/>
          <p:cNvGrpSpPr/>
          <p:nvPr/>
        </p:nvGrpSpPr>
        <p:grpSpPr>
          <a:xfrm>
            <a:off x="5111750" y="2825750"/>
            <a:ext cx="2500312" cy="368300"/>
            <a:chOff x="3220" y="1780"/>
            <a:chExt cx="1575" cy="232"/>
          </a:xfrm>
        </p:grpSpPr>
        <p:sp>
          <p:nvSpPr>
            <p:cNvPr id="2193" name="Google Shape;2193;p101"/>
            <p:cNvSpPr/>
            <p:nvPr/>
          </p:nvSpPr>
          <p:spPr>
            <a:xfrm>
              <a:off x="3220" y="1780"/>
              <a:ext cx="1575" cy="232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194" name="Google Shape;2194;p101"/>
            <p:cNvGrpSpPr/>
            <p:nvPr/>
          </p:nvGrpSpPr>
          <p:grpSpPr>
            <a:xfrm>
              <a:off x="3282" y="1930"/>
              <a:ext cx="334" cy="52"/>
              <a:chOff x="3282" y="1930"/>
              <a:chExt cx="334" cy="52"/>
            </a:xfrm>
          </p:grpSpPr>
          <p:sp>
            <p:nvSpPr>
              <p:cNvPr id="2195" name="Google Shape;2195;p101"/>
              <p:cNvSpPr/>
              <p:nvPr/>
            </p:nvSpPr>
            <p:spPr>
              <a:xfrm>
                <a:off x="3282" y="19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96" name="Google Shape;2196;p101"/>
              <p:cNvSpPr/>
              <p:nvPr/>
            </p:nvSpPr>
            <p:spPr>
              <a:xfrm>
                <a:off x="3375" y="19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97" name="Google Shape;2197;p101"/>
              <p:cNvSpPr/>
              <p:nvPr/>
            </p:nvSpPr>
            <p:spPr>
              <a:xfrm>
                <a:off x="3561" y="19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98" name="Google Shape;2198;p101"/>
              <p:cNvSpPr/>
              <p:nvPr/>
            </p:nvSpPr>
            <p:spPr>
              <a:xfrm>
                <a:off x="3469" y="1930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99" name="Google Shape;2199;p101"/>
            <p:cNvGrpSpPr/>
            <p:nvPr/>
          </p:nvGrpSpPr>
          <p:grpSpPr>
            <a:xfrm>
              <a:off x="3655" y="1930"/>
              <a:ext cx="333" cy="52"/>
              <a:chOff x="3655" y="1930"/>
              <a:chExt cx="333" cy="52"/>
            </a:xfrm>
          </p:grpSpPr>
          <p:sp>
            <p:nvSpPr>
              <p:cNvPr id="2200" name="Google Shape;2200;p101"/>
              <p:cNvSpPr/>
              <p:nvPr/>
            </p:nvSpPr>
            <p:spPr>
              <a:xfrm>
                <a:off x="3655" y="1930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01" name="Google Shape;2201;p101"/>
              <p:cNvSpPr/>
              <p:nvPr/>
            </p:nvSpPr>
            <p:spPr>
              <a:xfrm>
                <a:off x="3748" y="19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02" name="Google Shape;2202;p101"/>
              <p:cNvSpPr/>
              <p:nvPr/>
            </p:nvSpPr>
            <p:spPr>
              <a:xfrm>
                <a:off x="3934" y="19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03" name="Google Shape;2203;p101"/>
              <p:cNvSpPr/>
              <p:nvPr/>
            </p:nvSpPr>
            <p:spPr>
              <a:xfrm>
                <a:off x="3840" y="19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04" name="Google Shape;2204;p101"/>
            <p:cNvGrpSpPr/>
            <p:nvPr/>
          </p:nvGrpSpPr>
          <p:grpSpPr>
            <a:xfrm>
              <a:off x="4027" y="1930"/>
              <a:ext cx="333" cy="52"/>
              <a:chOff x="4027" y="1930"/>
              <a:chExt cx="333" cy="52"/>
            </a:xfrm>
          </p:grpSpPr>
          <p:sp>
            <p:nvSpPr>
              <p:cNvPr id="2205" name="Google Shape;2205;p101"/>
              <p:cNvSpPr/>
              <p:nvPr/>
            </p:nvSpPr>
            <p:spPr>
              <a:xfrm>
                <a:off x="4027" y="19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06" name="Google Shape;2206;p101"/>
              <p:cNvSpPr/>
              <p:nvPr/>
            </p:nvSpPr>
            <p:spPr>
              <a:xfrm>
                <a:off x="4120" y="19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07" name="Google Shape;2207;p101"/>
              <p:cNvSpPr/>
              <p:nvPr/>
            </p:nvSpPr>
            <p:spPr>
              <a:xfrm>
                <a:off x="4307" y="1930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08" name="Google Shape;2208;p101"/>
              <p:cNvSpPr/>
              <p:nvPr/>
            </p:nvSpPr>
            <p:spPr>
              <a:xfrm>
                <a:off x="4213" y="19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09" name="Google Shape;2209;p101"/>
            <p:cNvGrpSpPr/>
            <p:nvPr/>
          </p:nvGrpSpPr>
          <p:grpSpPr>
            <a:xfrm>
              <a:off x="4399" y="1930"/>
              <a:ext cx="334" cy="52"/>
              <a:chOff x="4399" y="1930"/>
              <a:chExt cx="334" cy="52"/>
            </a:xfrm>
          </p:grpSpPr>
          <p:sp>
            <p:nvSpPr>
              <p:cNvPr id="2210" name="Google Shape;2210;p101"/>
              <p:cNvSpPr/>
              <p:nvPr/>
            </p:nvSpPr>
            <p:spPr>
              <a:xfrm>
                <a:off x="4399" y="19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11" name="Google Shape;2211;p101"/>
              <p:cNvSpPr/>
              <p:nvPr/>
            </p:nvSpPr>
            <p:spPr>
              <a:xfrm>
                <a:off x="4493" y="1930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12" name="Google Shape;2212;p101"/>
              <p:cNvSpPr/>
              <p:nvPr/>
            </p:nvSpPr>
            <p:spPr>
              <a:xfrm>
                <a:off x="4679" y="19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13" name="Google Shape;2213;p101"/>
              <p:cNvSpPr/>
              <p:nvPr/>
            </p:nvSpPr>
            <p:spPr>
              <a:xfrm>
                <a:off x="4585" y="19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214" name="Google Shape;2214;p101"/>
          <p:cNvSpPr/>
          <p:nvPr/>
        </p:nvSpPr>
        <p:spPr>
          <a:xfrm>
            <a:off x="4648200" y="2771775"/>
            <a:ext cx="9906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15" name="Google Shape;2215;p101"/>
          <p:cNvCxnSpPr/>
          <p:nvPr/>
        </p:nvCxnSpPr>
        <p:spPr>
          <a:xfrm flipH="1">
            <a:off x="4419600" y="3200400"/>
            <a:ext cx="1371600" cy="137160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2216" name="Google Shape;2216;p101"/>
          <p:cNvGrpSpPr/>
          <p:nvPr/>
        </p:nvGrpSpPr>
        <p:grpSpPr>
          <a:xfrm>
            <a:off x="4502150" y="3384550"/>
            <a:ext cx="831850" cy="571500"/>
            <a:chOff x="2836" y="2132"/>
            <a:chExt cx="524" cy="360"/>
          </a:xfrm>
        </p:grpSpPr>
        <p:sp>
          <p:nvSpPr>
            <p:cNvPr id="2217" name="Google Shape;2217;p101"/>
            <p:cNvSpPr/>
            <p:nvPr/>
          </p:nvSpPr>
          <p:spPr>
            <a:xfrm>
              <a:off x="2836" y="2404"/>
              <a:ext cx="520" cy="88"/>
            </a:xfrm>
            <a:prstGeom prst="cube">
              <a:avLst>
                <a:gd name="adj" fmla="val 5399"/>
              </a:avLst>
            </a:prstGeom>
            <a:solidFill>
              <a:schemeClr val="folHlink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218" name="Google Shape;2218;p101"/>
            <p:cNvCxnSpPr/>
            <p:nvPr/>
          </p:nvCxnSpPr>
          <p:spPr>
            <a:xfrm rot="10800000" flipH="1">
              <a:off x="3120" y="2256"/>
              <a:ext cx="240" cy="144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2219" name="Google Shape;2219;p101"/>
            <p:cNvSpPr txBox="1"/>
            <p:nvPr/>
          </p:nvSpPr>
          <p:spPr>
            <a:xfrm>
              <a:off x="2871" y="2132"/>
              <a:ext cx="309" cy="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 b="0" i="0" u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(2)</a:t>
              </a:r>
              <a:endParaRPr/>
            </a:p>
          </p:txBody>
        </p:sp>
      </p:grpSp>
      <p:sp>
        <p:nvSpPr>
          <p:cNvPr id="2220" name="Google Shape;2220;p101"/>
          <p:cNvSpPr/>
          <p:nvPr/>
        </p:nvSpPr>
        <p:spPr>
          <a:xfrm>
            <a:off x="5645150" y="4883150"/>
            <a:ext cx="825500" cy="139700"/>
          </a:xfrm>
          <a:prstGeom prst="cube">
            <a:avLst>
              <a:gd name="adj" fmla="val 5399"/>
            </a:avLst>
          </a:prstGeom>
          <a:solidFill>
            <a:schemeClr val="folHlink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21" name="Google Shape;2221;p101"/>
          <p:cNvCxnSpPr/>
          <p:nvPr/>
        </p:nvCxnSpPr>
        <p:spPr>
          <a:xfrm>
            <a:off x="6096000" y="5029200"/>
            <a:ext cx="457200" cy="2286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222" name="Google Shape;2222;p101"/>
          <p:cNvSpPr txBox="1"/>
          <p:nvPr/>
        </p:nvSpPr>
        <p:spPr>
          <a:xfrm>
            <a:off x="6386512" y="4908550"/>
            <a:ext cx="490537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/>
          </a:p>
        </p:txBody>
      </p:sp>
      <p:sp>
        <p:nvSpPr>
          <p:cNvPr id="2223" name="Google Shape;2223;p101"/>
          <p:cNvSpPr/>
          <p:nvPr/>
        </p:nvSpPr>
        <p:spPr>
          <a:xfrm>
            <a:off x="4883150" y="5111750"/>
            <a:ext cx="825500" cy="139700"/>
          </a:xfrm>
          <a:prstGeom prst="cube">
            <a:avLst>
              <a:gd name="adj" fmla="val 5399"/>
            </a:avLst>
          </a:prstGeom>
          <a:solidFill>
            <a:schemeClr val="folHlink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24" name="Google Shape;2224;p101"/>
          <p:cNvCxnSpPr/>
          <p:nvPr/>
        </p:nvCxnSpPr>
        <p:spPr>
          <a:xfrm>
            <a:off x="5410200" y="5257800"/>
            <a:ext cx="381000" cy="3048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225" name="Google Shape;2225;p101"/>
          <p:cNvSpPr txBox="1"/>
          <p:nvPr/>
        </p:nvSpPr>
        <p:spPr>
          <a:xfrm>
            <a:off x="5548312" y="5213350"/>
            <a:ext cx="490537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/>
          </a:p>
        </p:txBody>
      </p:sp>
      <p:sp>
        <p:nvSpPr>
          <p:cNvPr id="2226" name="Google Shape;2226;p101"/>
          <p:cNvSpPr/>
          <p:nvPr/>
        </p:nvSpPr>
        <p:spPr>
          <a:xfrm>
            <a:off x="4044950" y="4959350"/>
            <a:ext cx="825500" cy="139700"/>
          </a:xfrm>
          <a:prstGeom prst="cube">
            <a:avLst>
              <a:gd name="adj" fmla="val 5399"/>
            </a:avLst>
          </a:prstGeom>
          <a:solidFill>
            <a:schemeClr val="folHlink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27" name="Google Shape;2227;p101"/>
          <p:cNvCxnSpPr/>
          <p:nvPr/>
        </p:nvCxnSpPr>
        <p:spPr>
          <a:xfrm>
            <a:off x="4343400" y="5105400"/>
            <a:ext cx="152400" cy="3048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228" name="Google Shape;2228;p101"/>
          <p:cNvSpPr txBox="1"/>
          <p:nvPr/>
        </p:nvSpPr>
        <p:spPr>
          <a:xfrm>
            <a:off x="4405312" y="5060950"/>
            <a:ext cx="490537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/>
          </a:p>
        </p:txBody>
      </p:sp>
      <p:sp>
        <p:nvSpPr>
          <p:cNvPr id="2229" name="Google Shape;2229;p101"/>
          <p:cNvSpPr/>
          <p:nvPr/>
        </p:nvSpPr>
        <p:spPr>
          <a:xfrm>
            <a:off x="3130550" y="5111750"/>
            <a:ext cx="825500" cy="139700"/>
          </a:xfrm>
          <a:prstGeom prst="cube">
            <a:avLst>
              <a:gd name="adj" fmla="val 5399"/>
            </a:avLst>
          </a:prstGeom>
          <a:solidFill>
            <a:schemeClr val="folHlink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30" name="Google Shape;2230;p101"/>
          <p:cNvCxnSpPr/>
          <p:nvPr/>
        </p:nvCxnSpPr>
        <p:spPr>
          <a:xfrm flipH="1">
            <a:off x="3505200" y="5181600"/>
            <a:ext cx="76200" cy="3048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231" name="Google Shape;2231;p101"/>
          <p:cNvSpPr txBox="1"/>
          <p:nvPr/>
        </p:nvSpPr>
        <p:spPr>
          <a:xfrm>
            <a:off x="3567112" y="5213350"/>
            <a:ext cx="490537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/>
          </a:p>
        </p:txBody>
      </p:sp>
      <p:sp>
        <p:nvSpPr>
          <p:cNvPr id="2232" name="Google Shape;2232;p101"/>
          <p:cNvSpPr/>
          <p:nvPr/>
        </p:nvSpPr>
        <p:spPr>
          <a:xfrm>
            <a:off x="2444750" y="4883150"/>
            <a:ext cx="825500" cy="139700"/>
          </a:xfrm>
          <a:prstGeom prst="cube">
            <a:avLst>
              <a:gd name="adj" fmla="val 5399"/>
            </a:avLst>
          </a:prstGeom>
          <a:solidFill>
            <a:schemeClr val="folHlink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33" name="Google Shape;2233;p101"/>
          <p:cNvCxnSpPr/>
          <p:nvPr/>
        </p:nvCxnSpPr>
        <p:spPr>
          <a:xfrm flipH="1">
            <a:off x="2514600" y="5029200"/>
            <a:ext cx="304800" cy="3810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234" name="Google Shape;2234;p101"/>
          <p:cNvSpPr txBox="1"/>
          <p:nvPr/>
        </p:nvSpPr>
        <p:spPr>
          <a:xfrm>
            <a:off x="2576512" y="5137150"/>
            <a:ext cx="490537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102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sp>
        <p:nvSpPr>
          <p:cNvPr id="2240" name="Google Shape;2240;p102"/>
          <p:cNvSpPr txBox="1">
            <a:spLocks noGrp="1"/>
          </p:cNvSpPr>
          <p:nvPr>
            <p:ph type="body" idx="1"/>
          </p:nvPr>
        </p:nvSpPr>
        <p:spPr>
          <a:xfrm>
            <a:off x="755650" y="1524000"/>
            <a:ext cx="831215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Restrições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Restrições quanto ao número de HUBs em cascata: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Máximo de 4 HUBs entre dois nós quaisquer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sistemas híbridos (UTP e coaxial):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Máximo de 4 repetidores (ou HUBs) entre dois nós quaisquer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máximo de 3 segmentos de cabo coaxial em um caminho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p103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sp>
        <p:nvSpPr>
          <p:cNvPr id="2246" name="Google Shape;2246;p103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176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❑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Empilhamento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Muitos HUBs permitem o empilhamento (stack)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 de interligação de HUB na qual o conjunto é considerado como um único HUB para efeito de restrições de cascateamento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❖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empilhamento é realizado através de uma interface e cabo especial.</a:t>
            </a:r>
            <a:endParaRPr/>
          </a:p>
        </p:txBody>
      </p:sp>
      <p:graphicFrame>
        <p:nvGraphicFramePr>
          <p:cNvPr id="2247" name="Google Shape;2247;p103"/>
          <p:cNvGraphicFramePr/>
          <p:nvPr/>
        </p:nvGraphicFramePr>
        <p:xfrm>
          <a:off x="1350962" y="5273675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r:id="rId4" imgW="906462" imgH="711200" progId="MS_ClipArt_Gallery">
                  <p:embed/>
                </p:oleObj>
              </mc:Choice>
              <mc:Fallback>
                <p:oleObj r:id="rId4" imgW="906462" imgH="711200" progId="MS_ClipArt_Gallery">
                  <p:embed/>
                  <p:pic>
                    <p:nvPicPr>
                      <p:cNvPr id="2247" name="Google Shape;2247;p10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350962" y="5273675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8" name="Google Shape;2248;p103"/>
          <p:cNvGraphicFramePr/>
          <p:nvPr/>
        </p:nvGraphicFramePr>
        <p:xfrm>
          <a:off x="2417762" y="5273675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r:id="rId6" imgW="906462" imgH="711200" progId="MS_ClipArt_Gallery">
                  <p:embed/>
                </p:oleObj>
              </mc:Choice>
              <mc:Fallback>
                <p:oleObj r:id="rId6" imgW="906462" imgH="711200" progId="MS_ClipArt_Gallery">
                  <p:embed/>
                  <p:pic>
                    <p:nvPicPr>
                      <p:cNvPr id="2248" name="Google Shape;2248;p10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417762" y="5273675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9" name="Google Shape;2249;p103"/>
          <p:cNvGraphicFramePr/>
          <p:nvPr/>
        </p:nvGraphicFramePr>
        <p:xfrm>
          <a:off x="3636962" y="5273675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r:id="rId7" imgW="906462" imgH="711200" progId="MS_ClipArt_Gallery">
                  <p:embed/>
                </p:oleObj>
              </mc:Choice>
              <mc:Fallback>
                <p:oleObj r:id="rId7" imgW="906462" imgH="711200" progId="MS_ClipArt_Gallery">
                  <p:embed/>
                  <p:pic>
                    <p:nvPicPr>
                      <p:cNvPr id="2249" name="Google Shape;2249;p10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636962" y="5273675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0" name="Google Shape;2250;p103"/>
          <p:cNvGraphicFramePr/>
          <p:nvPr/>
        </p:nvGraphicFramePr>
        <p:xfrm>
          <a:off x="4779962" y="5273675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r:id="rId8" imgW="906462" imgH="711200" progId="MS_ClipArt_Gallery">
                  <p:embed/>
                </p:oleObj>
              </mc:Choice>
              <mc:Fallback>
                <p:oleObj r:id="rId8" imgW="906462" imgH="711200" progId="MS_ClipArt_Gallery">
                  <p:embed/>
                  <p:pic>
                    <p:nvPicPr>
                      <p:cNvPr id="2250" name="Google Shape;2250;p10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4779962" y="5273675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1" name="Google Shape;2251;p103"/>
          <p:cNvGraphicFramePr/>
          <p:nvPr/>
        </p:nvGraphicFramePr>
        <p:xfrm>
          <a:off x="5922962" y="5273675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r:id="rId9" imgW="906462" imgH="711200" progId="MS_ClipArt_Gallery">
                  <p:embed/>
                </p:oleObj>
              </mc:Choice>
              <mc:Fallback>
                <p:oleObj r:id="rId9" imgW="906462" imgH="711200" progId="MS_ClipArt_Gallery">
                  <p:embed/>
                  <p:pic>
                    <p:nvPicPr>
                      <p:cNvPr id="2251" name="Google Shape;2251;p10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922962" y="5273675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" name="Google Shape;2252;p103"/>
          <p:cNvGraphicFramePr/>
          <p:nvPr/>
        </p:nvGraphicFramePr>
        <p:xfrm>
          <a:off x="7065962" y="5273675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r:id="rId10" imgW="906462" imgH="711200" progId="MS_ClipArt_Gallery">
                  <p:embed/>
                </p:oleObj>
              </mc:Choice>
              <mc:Fallback>
                <p:oleObj r:id="rId10" imgW="906462" imgH="711200" progId="MS_ClipArt_Gallery">
                  <p:embed/>
                  <p:pic>
                    <p:nvPicPr>
                      <p:cNvPr id="2252" name="Google Shape;2252;p10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065962" y="5273675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53" name="Google Shape;2253;p103"/>
          <p:cNvCxnSpPr/>
          <p:nvPr/>
        </p:nvCxnSpPr>
        <p:spPr>
          <a:xfrm flipH="1">
            <a:off x="1809750" y="4232275"/>
            <a:ext cx="18288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54" name="Google Shape;2254;p103"/>
          <p:cNvCxnSpPr/>
          <p:nvPr/>
        </p:nvCxnSpPr>
        <p:spPr>
          <a:xfrm flipH="1">
            <a:off x="2876550" y="4232275"/>
            <a:ext cx="914400" cy="1031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55" name="Google Shape;2255;p103"/>
          <p:cNvCxnSpPr/>
          <p:nvPr/>
        </p:nvCxnSpPr>
        <p:spPr>
          <a:xfrm flipH="1">
            <a:off x="4019550" y="4232275"/>
            <a:ext cx="2286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56" name="Google Shape;2256;p103"/>
          <p:cNvCxnSpPr/>
          <p:nvPr/>
        </p:nvCxnSpPr>
        <p:spPr>
          <a:xfrm>
            <a:off x="4705350" y="4232275"/>
            <a:ext cx="4572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57" name="Google Shape;2257;p103"/>
          <p:cNvCxnSpPr/>
          <p:nvPr/>
        </p:nvCxnSpPr>
        <p:spPr>
          <a:xfrm>
            <a:off x="5391150" y="4232275"/>
            <a:ext cx="990600" cy="10668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58" name="Google Shape;2258;p103"/>
          <p:cNvCxnSpPr/>
          <p:nvPr/>
        </p:nvCxnSpPr>
        <p:spPr>
          <a:xfrm>
            <a:off x="5848350" y="4267200"/>
            <a:ext cx="1676400" cy="103187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259" name="Google Shape;2259;p103"/>
          <p:cNvSpPr txBox="1"/>
          <p:nvPr/>
        </p:nvSpPr>
        <p:spPr>
          <a:xfrm>
            <a:off x="3487737" y="3881437"/>
            <a:ext cx="9874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pSp>
        <p:nvGrpSpPr>
          <p:cNvPr id="2260" name="Google Shape;2260;p103"/>
          <p:cNvGrpSpPr/>
          <p:nvPr/>
        </p:nvGrpSpPr>
        <p:grpSpPr>
          <a:xfrm>
            <a:off x="3492500" y="3933825"/>
            <a:ext cx="2500312" cy="368300"/>
            <a:chOff x="2212" y="2980"/>
            <a:chExt cx="1575" cy="232"/>
          </a:xfrm>
        </p:grpSpPr>
        <p:sp>
          <p:nvSpPr>
            <p:cNvPr id="2261" name="Google Shape;2261;p103"/>
            <p:cNvSpPr/>
            <p:nvPr/>
          </p:nvSpPr>
          <p:spPr>
            <a:xfrm>
              <a:off x="2212" y="2980"/>
              <a:ext cx="1575" cy="232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262" name="Google Shape;2262;p103"/>
            <p:cNvGrpSpPr/>
            <p:nvPr/>
          </p:nvGrpSpPr>
          <p:grpSpPr>
            <a:xfrm>
              <a:off x="2274" y="3130"/>
              <a:ext cx="334" cy="52"/>
              <a:chOff x="2274" y="3130"/>
              <a:chExt cx="334" cy="52"/>
            </a:xfrm>
          </p:grpSpPr>
          <p:sp>
            <p:nvSpPr>
              <p:cNvPr id="2263" name="Google Shape;2263;p103"/>
              <p:cNvSpPr/>
              <p:nvPr/>
            </p:nvSpPr>
            <p:spPr>
              <a:xfrm>
                <a:off x="2274" y="31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64" name="Google Shape;2264;p103"/>
              <p:cNvSpPr/>
              <p:nvPr/>
            </p:nvSpPr>
            <p:spPr>
              <a:xfrm>
                <a:off x="2367" y="31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65" name="Google Shape;2265;p103"/>
              <p:cNvSpPr/>
              <p:nvPr/>
            </p:nvSpPr>
            <p:spPr>
              <a:xfrm>
                <a:off x="2553" y="31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66" name="Google Shape;2266;p103"/>
              <p:cNvSpPr/>
              <p:nvPr/>
            </p:nvSpPr>
            <p:spPr>
              <a:xfrm>
                <a:off x="2461" y="3130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67" name="Google Shape;2267;p103"/>
            <p:cNvGrpSpPr/>
            <p:nvPr/>
          </p:nvGrpSpPr>
          <p:grpSpPr>
            <a:xfrm>
              <a:off x="2647" y="3130"/>
              <a:ext cx="333" cy="52"/>
              <a:chOff x="2647" y="3130"/>
              <a:chExt cx="333" cy="52"/>
            </a:xfrm>
          </p:grpSpPr>
          <p:sp>
            <p:nvSpPr>
              <p:cNvPr id="2268" name="Google Shape;2268;p103"/>
              <p:cNvSpPr/>
              <p:nvPr/>
            </p:nvSpPr>
            <p:spPr>
              <a:xfrm>
                <a:off x="2647" y="3130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69" name="Google Shape;2269;p103"/>
              <p:cNvSpPr/>
              <p:nvPr/>
            </p:nvSpPr>
            <p:spPr>
              <a:xfrm>
                <a:off x="2740" y="31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70" name="Google Shape;2270;p103"/>
              <p:cNvSpPr/>
              <p:nvPr/>
            </p:nvSpPr>
            <p:spPr>
              <a:xfrm>
                <a:off x="2926" y="31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71" name="Google Shape;2271;p103"/>
              <p:cNvSpPr/>
              <p:nvPr/>
            </p:nvSpPr>
            <p:spPr>
              <a:xfrm>
                <a:off x="2832" y="31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72" name="Google Shape;2272;p103"/>
            <p:cNvGrpSpPr/>
            <p:nvPr/>
          </p:nvGrpSpPr>
          <p:grpSpPr>
            <a:xfrm>
              <a:off x="3019" y="3130"/>
              <a:ext cx="333" cy="52"/>
              <a:chOff x="3019" y="3130"/>
              <a:chExt cx="333" cy="52"/>
            </a:xfrm>
          </p:grpSpPr>
          <p:sp>
            <p:nvSpPr>
              <p:cNvPr id="2273" name="Google Shape;2273;p103"/>
              <p:cNvSpPr/>
              <p:nvPr/>
            </p:nvSpPr>
            <p:spPr>
              <a:xfrm>
                <a:off x="3019" y="31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74" name="Google Shape;2274;p103"/>
              <p:cNvSpPr/>
              <p:nvPr/>
            </p:nvSpPr>
            <p:spPr>
              <a:xfrm>
                <a:off x="3112" y="31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75" name="Google Shape;2275;p103"/>
              <p:cNvSpPr/>
              <p:nvPr/>
            </p:nvSpPr>
            <p:spPr>
              <a:xfrm>
                <a:off x="3299" y="3130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76" name="Google Shape;2276;p103"/>
              <p:cNvSpPr/>
              <p:nvPr/>
            </p:nvSpPr>
            <p:spPr>
              <a:xfrm>
                <a:off x="3205" y="31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77" name="Google Shape;2277;p103"/>
            <p:cNvGrpSpPr/>
            <p:nvPr/>
          </p:nvGrpSpPr>
          <p:grpSpPr>
            <a:xfrm>
              <a:off x="3391" y="3130"/>
              <a:ext cx="334" cy="52"/>
              <a:chOff x="3391" y="3130"/>
              <a:chExt cx="334" cy="52"/>
            </a:xfrm>
          </p:grpSpPr>
          <p:sp>
            <p:nvSpPr>
              <p:cNvPr id="2278" name="Google Shape;2278;p103"/>
              <p:cNvSpPr/>
              <p:nvPr/>
            </p:nvSpPr>
            <p:spPr>
              <a:xfrm>
                <a:off x="3391" y="31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79" name="Google Shape;2279;p103"/>
              <p:cNvSpPr/>
              <p:nvPr/>
            </p:nvSpPr>
            <p:spPr>
              <a:xfrm>
                <a:off x="3485" y="3130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80" name="Google Shape;2280;p103"/>
              <p:cNvSpPr/>
              <p:nvPr/>
            </p:nvSpPr>
            <p:spPr>
              <a:xfrm>
                <a:off x="3671" y="3130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81" name="Google Shape;2281;p103"/>
              <p:cNvSpPr/>
              <p:nvPr/>
            </p:nvSpPr>
            <p:spPr>
              <a:xfrm>
                <a:off x="3577" y="3130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282" name="Google Shape;2282;p103"/>
          <p:cNvSpPr txBox="1"/>
          <p:nvPr/>
        </p:nvSpPr>
        <p:spPr>
          <a:xfrm>
            <a:off x="3487737" y="3881437"/>
            <a:ext cx="9874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sp>
        <p:nvSpPr>
          <p:cNvPr id="2283" name="Google Shape;2283;p103"/>
          <p:cNvSpPr txBox="1"/>
          <p:nvPr/>
        </p:nvSpPr>
        <p:spPr>
          <a:xfrm>
            <a:off x="3487737" y="3424237"/>
            <a:ext cx="9874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pSp>
        <p:nvGrpSpPr>
          <p:cNvPr id="2284" name="Google Shape;2284;p103"/>
          <p:cNvGrpSpPr/>
          <p:nvPr/>
        </p:nvGrpSpPr>
        <p:grpSpPr>
          <a:xfrm>
            <a:off x="3492500" y="3476625"/>
            <a:ext cx="2500312" cy="368300"/>
            <a:chOff x="2212" y="2692"/>
            <a:chExt cx="1575" cy="232"/>
          </a:xfrm>
        </p:grpSpPr>
        <p:sp>
          <p:nvSpPr>
            <p:cNvPr id="2285" name="Google Shape;2285;p103"/>
            <p:cNvSpPr/>
            <p:nvPr/>
          </p:nvSpPr>
          <p:spPr>
            <a:xfrm>
              <a:off x="2212" y="2692"/>
              <a:ext cx="1575" cy="232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286" name="Google Shape;2286;p103"/>
            <p:cNvGrpSpPr/>
            <p:nvPr/>
          </p:nvGrpSpPr>
          <p:grpSpPr>
            <a:xfrm>
              <a:off x="2274" y="2842"/>
              <a:ext cx="334" cy="52"/>
              <a:chOff x="2274" y="2842"/>
              <a:chExt cx="334" cy="52"/>
            </a:xfrm>
          </p:grpSpPr>
          <p:sp>
            <p:nvSpPr>
              <p:cNvPr id="2287" name="Google Shape;2287;p103"/>
              <p:cNvSpPr/>
              <p:nvPr/>
            </p:nvSpPr>
            <p:spPr>
              <a:xfrm>
                <a:off x="2274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88" name="Google Shape;2288;p103"/>
              <p:cNvSpPr/>
              <p:nvPr/>
            </p:nvSpPr>
            <p:spPr>
              <a:xfrm>
                <a:off x="2367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89" name="Google Shape;2289;p103"/>
              <p:cNvSpPr/>
              <p:nvPr/>
            </p:nvSpPr>
            <p:spPr>
              <a:xfrm>
                <a:off x="2553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90" name="Google Shape;2290;p103"/>
              <p:cNvSpPr/>
              <p:nvPr/>
            </p:nvSpPr>
            <p:spPr>
              <a:xfrm>
                <a:off x="2461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91" name="Google Shape;2291;p103"/>
            <p:cNvGrpSpPr/>
            <p:nvPr/>
          </p:nvGrpSpPr>
          <p:grpSpPr>
            <a:xfrm>
              <a:off x="2647" y="2842"/>
              <a:ext cx="333" cy="52"/>
              <a:chOff x="2647" y="2842"/>
              <a:chExt cx="333" cy="52"/>
            </a:xfrm>
          </p:grpSpPr>
          <p:sp>
            <p:nvSpPr>
              <p:cNvPr id="2292" name="Google Shape;2292;p103"/>
              <p:cNvSpPr/>
              <p:nvPr/>
            </p:nvSpPr>
            <p:spPr>
              <a:xfrm>
                <a:off x="2647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93" name="Google Shape;2293;p103"/>
              <p:cNvSpPr/>
              <p:nvPr/>
            </p:nvSpPr>
            <p:spPr>
              <a:xfrm>
                <a:off x="2740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94" name="Google Shape;2294;p103"/>
              <p:cNvSpPr/>
              <p:nvPr/>
            </p:nvSpPr>
            <p:spPr>
              <a:xfrm>
                <a:off x="2926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95" name="Google Shape;2295;p103"/>
              <p:cNvSpPr/>
              <p:nvPr/>
            </p:nvSpPr>
            <p:spPr>
              <a:xfrm>
                <a:off x="2832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96" name="Google Shape;2296;p103"/>
            <p:cNvGrpSpPr/>
            <p:nvPr/>
          </p:nvGrpSpPr>
          <p:grpSpPr>
            <a:xfrm>
              <a:off x="3019" y="2842"/>
              <a:ext cx="333" cy="52"/>
              <a:chOff x="3019" y="2842"/>
              <a:chExt cx="333" cy="52"/>
            </a:xfrm>
          </p:grpSpPr>
          <p:sp>
            <p:nvSpPr>
              <p:cNvPr id="2297" name="Google Shape;2297;p103"/>
              <p:cNvSpPr/>
              <p:nvPr/>
            </p:nvSpPr>
            <p:spPr>
              <a:xfrm>
                <a:off x="3019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98" name="Google Shape;2298;p103"/>
              <p:cNvSpPr/>
              <p:nvPr/>
            </p:nvSpPr>
            <p:spPr>
              <a:xfrm>
                <a:off x="3112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99" name="Google Shape;2299;p103"/>
              <p:cNvSpPr/>
              <p:nvPr/>
            </p:nvSpPr>
            <p:spPr>
              <a:xfrm>
                <a:off x="3299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00" name="Google Shape;2300;p103"/>
              <p:cNvSpPr/>
              <p:nvPr/>
            </p:nvSpPr>
            <p:spPr>
              <a:xfrm>
                <a:off x="3205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01" name="Google Shape;2301;p103"/>
            <p:cNvGrpSpPr/>
            <p:nvPr/>
          </p:nvGrpSpPr>
          <p:grpSpPr>
            <a:xfrm>
              <a:off x="3391" y="2842"/>
              <a:ext cx="334" cy="52"/>
              <a:chOff x="3391" y="2842"/>
              <a:chExt cx="334" cy="52"/>
            </a:xfrm>
          </p:grpSpPr>
          <p:sp>
            <p:nvSpPr>
              <p:cNvPr id="2302" name="Google Shape;2302;p103"/>
              <p:cNvSpPr/>
              <p:nvPr/>
            </p:nvSpPr>
            <p:spPr>
              <a:xfrm>
                <a:off x="3391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03" name="Google Shape;2303;p103"/>
              <p:cNvSpPr/>
              <p:nvPr/>
            </p:nvSpPr>
            <p:spPr>
              <a:xfrm>
                <a:off x="3485" y="2842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04" name="Google Shape;2304;p103"/>
              <p:cNvSpPr/>
              <p:nvPr/>
            </p:nvSpPr>
            <p:spPr>
              <a:xfrm>
                <a:off x="3671" y="2842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05" name="Google Shape;2305;p103"/>
              <p:cNvSpPr/>
              <p:nvPr/>
            </p:nvSpPr>
            <p:spPr>
              <a:xfrm>
                <a:off x="3577" y="2842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306" name="Google Shape;2306;p103"/>
          <p:cNvSpPr txBox="1"/>
          <p:nvPr/>
        </p:nvSpPr>
        <p:spPr>
          <a:xfrm>
            <a:off x="3487737" y="3424237"/>
            <a:ext cx="9874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pSp>
        <p:nvGrpSpPr>
          <p:cNvPr id="2307" name="Google Shape;2307;p103"/>
          <p:cNvGrpSpPr/>
          <p:nvPr/>
        </p:nvGrpSpPr>
        <p:grpSpPr>
          <a:xfrm>
            <a:off x="6000750" y="3776662"/>
            <a:ext cx="382587" cy="457200"/>
            <a:chOff x="3792" y="2881"/>
            <a:chExt cx="241" cy="288"/>
          </a:xfrm>
        </p:grpSpPr>
        <p:cxnSp>
          <p:nvCxnSpPr>
            <p:cNvPr id="2308" name="Google Shape;2308;p103"/>
            <p:cNvCxnSpPr/>
            <p:nvPr/>
          </p:nvCxnSpPr>
          <p:spPr>
            <a:xfrm>
              <a:off x="3792" y="2881"/>
              <a:ext cx="240" cy="144"/>
            </a:xfrm>
            <a:prstGeom prst="curvedConnector2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309" name="Google Shape;2309;p103"/>
            <p:cNvCxnSpPr/>
            <p:nvPr/>
          </p:nvCxnSpPr>
          <p:spPr>
            <a:xfrm rot="10800000">
              <a:off x="3793" y="3025"/>
              <a:ext cx="240" cy="144"/>
            </a:xfrm>
            <a:prstGeom prst="curvedConnector2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2310" name="Google Shape;2310;p103"/>
          <p:cNvSpPr txBox="1"/>
          <p:nvPr/>
        </p:nvSpPr>
        <p:spPr>
          <a:xfrm>
            <a:off x="3487737" y="2967037"/>
            <a:ext cx="9874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pSp>
        <p:nvGrpSpPr>
          <p:cNvPr id="2311" name="Google Shape;2311;p103"/>
          <p:cNvGrpSpPr/>
          <p:nvPr/>
        </p:nvGrpSpPr>
        <p:grpSpPr>
          <a:xfrm>
            <a:off x="3492500" y="3019425"/>
            <a:ext cx="2500312" cy="368300"/>
            <a:chOff x="2212" y="2404"/>
            <a:chExt cx="1575" cy="232"/>
          </a:xfrm>
        </p:grpSpPr>
        <p:sp>
          <p:nvSpPr>
            <p:cNvPr id="2312" name="Google Shape;2312;p103"/>
            <p:cNvSpPr/>
            <p:nvPr/>
          </p:nvSpPr>
          <p:spPr>
            <a:xfrm>
              <a:off x="2212" y="2404"/>
              <a:ext cx="1575" cy="232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313" name="Google Shape;2313;p103"/>
            <p:cNvGrpSpPr/>
            <p:nvPr/>
          </p:nvGrpSpPr>
          <p:grpSpPr>
            <a:xfrm>
              <a:off x="2274" y="2554"/>
              <a:ext cx="334" cy="52"/>
              <a:chOff x="2274" y="2554"/>
              <a:chExt cx="334" cy="52"/>
            </a:xfrm>
          </p:grpSpPr>
          <p:sp>
            <p:nvSpPr>
              <p:cNvPr id="2314" name="Google Shape;2314;p103"/>
              <p:cNvSpPr/>
              <p:nvPr/>
            </p:nvSpPr>
            <p:spPr>
              <a:xfrm>
                <a:off x="2274" y="2554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15" name="Google Shape;2315;p103"/>
              <p:cNvSpPr/>
              <p:nvPr/>
            </p:nvSpPr>
            <p:spPr>
              <a:xfrm>
                <a:off x="2367" y="2554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16" name="Google Shape;2316;p103"/>
              <p:cNvSpPr/>
              <p:nvPr/>
            </p:nvSpPr>
            <p:spPr>
              <a:xfrm>
                <a:off x="2553" y="2554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17" name="Google Shape;2317;p103"/>
              <p:cNvSpPr/>
              <p:nvPr/>
            </p:nvSpPr>
            <p:spPr>
              <a:xfrm>
                <a:off x="2461" y="2554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18" name="Google Shape;2318;p103"/>
            <p:cNvGrpSpPr/>
            <p:nvPr/>
          </p:nvGrpSpPr>
          <p:grpSpPr>
            <a:xfrm>
              <a:off x="2647" y="2554"/>
              <a:ext cx="333" cy="52"/>
              <a:chOff x="2647" y="2554"/>
              <a:chExt cx="333" cy="52"/>
            </a:xfrm>
          </p:grpSpPr>
          <p:sp>
            <p:nvSpPr>
              <p:cNvPr id="2319" name="Google Shape;2319;p103"/>
              <p:cNvSpPr/>
              <p:nvPr/>
            </p:nvSpPr>
            <p:spPr>
              <a:xfrm>
                <a:off x="2647" y="2554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20" name="Google Shape;2320;p103"/>
              <p:cNvSpPr/>
              <p:nvPr/>
            </p:nvSpPr>
            <p:spPr>
              <a:xfrm>
                <a:off x="2740" y="2554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21" name="Google Shape;2321;p103"/>
              <p:cNvSpPr/>
              <p:nvPr/>
            </p:nvSpPr>
            <p:spPr>
              <a:xfrm>
                <a:off x="2926" y="2554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22" name="Google Shape;2322;p103"/>
              <p:cNvSpPr/>
              <p:nvPr/>
            </p:nvSpPr>
            <p:spPr>
              <a:xfrm>
                <a:off x="2832" y="2554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23" name="Google Shape;2323;p103"/>
            <p:cNvGrpSpPr/>
            <p:nvPr/>
          </p:nvGrpSpPr>
          <p:grpSpPr>
            <a:xfrm>
              <a:off x="3019" y="2554"/>
              <a:ext cx="333" cy="52"/>
              <a:chOff x="3019" y="2554"/>
              <a:chExt cx="333" cy="52"/>
            </a:xfrm>
          </p:grpSpPr>
          <p:sp>
            <p:nvSpPr>
              <p:cNvPr id="2324" name="Google Shape;2324;p103"/>
              <p:cNvSpPr/>
              <p:nvPr/>
            </p:nvSpPr>
            <p:spPr>
              <a:xfrm>
                <a:off x="3019" y="2554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25" name="Google Shape;2325;p103"/>
              <p:cNvSpPr/>
              <p:nvPr/>
            </p:nvSpPr>
            <p:spPr>
              <a:xfrm>
                <a:off x="3112" y="2554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26" name="Google Shape;2326;p103"/>
              <p:cNvSpPr/>
              <p:nvPr/>
            </p:nvSpPr>
            <p:spPr>
              <a:xfrm>
                <a:off x="3299" y="2554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27" name="Google Shape;2327;p103"/>
              <p:cNvSpPr/>
              <p:nvPr/>
            </p:nvSpPr>
            <p:spPr>
              <a:xfrm>
                <a:off x="3205" y="2554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28" name="Google Shape;2328;p103"/>
            <p:cNvGrpSpPr/>
            <p:nvPr/>
          </p:nvGrpSpPr>
          <p:grpSpPr>
            <a:xfrm>
              <a:off x="3391" y="2554"/>
              <a:ext cx="334" cy="52"/>
              <a:chOff x="3391" y="2554"/>
              <a:chExt cx="334" cy="52"/>
            </a:xfrm>
          </p:grpSpPr>
          <p:sp>
            <p:nvSpPr>
              <p:cNvPr id="2329" name="Google Shape;2329;p103"/>
              <p:cNvSpPr/>
              <p:nvPr/>
            </p:nvSpPr>
            <p:spPr>
              <a:xfrm>
                <a:off x="3391" y="2554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30" name="Google Shape;2330;p103"/>
              <p:cNvSpPr/>
              <p:nvPr/>
            </p:nvSpPr>
            <p:spPr>
              <a:xfrm>
                <a:off x="3485" y="2554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31" name="Google Shape;2331;p103"/>
              <p:cNvSpPr/>
              <p:nvPr/>
            </p:nvSpPr>
            <p:spPr>
              <a:xfrm>
                <a:off x="3671" y="2554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32" name="Google Shape;2332;p103"/>
              <p:cNvSpPr/>
              <p:nvPr/>
            </p:nvSpPr>
            <p:spPr>
              <a:xfrm>
                <a:off x="3577" y="2554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333" name="Google Shape;2333;p103"/>
          <p:cNvSpPr txBox="1"/>
          <p:nvPr/>
        </p:nvSpPr>
        <p:spPr>
          <a:xfrm>
            <a:off x="3487737" y="2967037"/>
            <a:ext cx="9874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endParaRPr/>
          </a:p>
        </p:txBody>
      </p:sp>
      <p:grpSp>
        <p:nvGrpSpPr>
          <p:cNvPr id="2334" name="Google Shape;2334;p103"/>
          <p:cNvGrpSpPr/>
          <p:nvPr/>
        </p:nvGrpSpPr>
        <p:grpSpPr>
          <a:xfrm>
            <a:off x="6000750" y="3167062"/>
            <a:ext cx="382587" cy="457200"/>
            <a:chOff x="3792" y="2497"/>
            <a:chExt cx="241" cy="288"/>
          </a:xfrm>
        </p:grpSpPr>
        <p:cxnSp>
          <p:nvCxnSpPr>
            <p:cNvPr id="2335" name="Google Shape;2335;p103"/>
            <p:cNvCxnSpPr/>
            <p:nvPr/>
          </p:nvCxnSpPr>
          <p:spPr>
            <a:xfrm>
              <a:off x="3792" y="2497"/>
              <a:ext cx="240" cy="144"/>
            </a:xfrm>
            <a:prstGeom prst="curvedConnector2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336" name="Google Shape;2336;p103"/>
            <p:cNvCxnSpPr/>
            <p:nvPr/>
          </p:nvCxnSpPr>
          <p:spPr>
            <a:xfrm rot="10800000">
              <a:off x="3793" y="2641"/>
              <a:ext cx="240" cy="144"/>
            </a:xfrm>
            <a:prstGeom prst="curvedConnector2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104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Equipamentos de </a:t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Interconexão Ethernet:</a:t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6" name="Google Shape;2346;p105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</p:txBody>
      </p:sp>
      <p:sp>
        <p:nvSpPr>
          <p:cNvPr id="2347" name="Google Shape;2347;p105"/>
          <p:cNvSpPr txBox="1">
            <a:spLocks noGrp="1"/>
          </p:cNvSpPr>
          <p:nvPr>
            <p:ph type="body" idx="1"/>
          </p:nvPr>
        </p:nvSpPr>
        <p:spPr>
          <a:xfrm>
            <a:off x="755650" y="1524000"/>
            <a:ext cx="831215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“Ponte” entre redes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“juntar” duas redes locais (dois barramentos) formando uma única rede</a:t>
            </a:r>
            <a:endParaRPr/>
          </a:p>
        </p:txBody>
      </p:sp>
      <p:cxnSp>
        <p:nvCxnSpPr>
          <p:cNvPr id="2348" name="Google Shape;2348;p105"/>
          <p:cNvCxnSpPr/>
          <p:nvPr/>
        </p:nvCxnSpPr>
        <p:spPr>
          <a:xfrm>
            <a:off x="1238250" y="4773612"/>
            <a:ext cx="35179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349" name="Google Shape;2349;p105"/>
          <p:cNvGraphicFramePr/>
          <p:nvPr/>
        </p:nvGraphicFramePr>
        <p:xfrm>
          <a:off x="966787" y="5229225"/>
          <a:ext cx="9921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r:id="rId4" imgW="992187" imgH="682625" progId="MS_ClipArt_Gallery">
                  <p:embed/>
                </p:oleObj>
              </mc:Choice>
              <mc:Fallback>
                <p:oleObj r:id="rId4" imgW="992187" imgH="682625" progId="MS_ClipArt_Gallery">
                  <p:embed/>
                  <p:pic>
                    <p:nvPicPr>
                      <p:cNvPr id="2349" name="Google Shape;2349;p105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966787" y="5229225"/>
                        <a:ext cx="99218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50" name="Google Shape;2350;p105"/>
          <p:cNvCxnSpPr/>
          <p:nvPr/>
        </p:nvCxnSpPr>
        <p:spPr>
          <a:xfrm flipH="1">
            <a:off x="1509712" y="4951412"/>
            <a:ext cx="134937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351" name="Google Shape;2351;p105"/>
          <p:cNvGraphicFramePr/>
          <p:nvPr/>
        </p:nvGraphicFramePr>
        <p:xfrm>
          <a:off x="2049462" y="5229225"/>
          <a:ext cx="9921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r:id="rId6" imgW="992187" imgH="682625" progId="MS_ClipArt_Gallery">
                  <p:embed/>
                </p:oleObj>
              </mc:Choice>
              <mc:Fallback>
                <p:oleObj r:id="rId6" imgW="992187" imgH="682625" progId="MS_ClipArt_Gallery">
                  <p:embed/>
                  <p:pic>
                    <p:nvPicPr>
                      <p:cNvPr id="2351" name="Google Shape;2351;p105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049462" y="5229225"/>
                        <a:ext cx="99218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52" name="Google Shape;2352;p105"/>
          <p:cNvCxnSpPr/>
          <p:nvPr/>
        </p:nvCxnSpPr>
        <p:spPr>
          <a:xfrm flipH="1">
            <a:off x="2590800" y="4951412"/>
            <a:ext cx="136525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353" name="Google Shape;2353;p105"/>
          <p:cNvGraphicFramePr/>
          <p:nvPr/>
        </p:nvGraphicFramePr>
        <p:xfrm>
          <a:off x="3130550" y="5229225"/>
          <a:ext cx="99377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r:id="rId7" imgW="993775" imgH="682625" progId="MS_ClipArt_Gallery">
                  <p:embed/>
                </p:oleObj>
              </mc:Choice>
              <mc:Fallback>
                <p:oleObj r:id="rId7" imgW="993775" imgH="682625" progId="MS_ClipArt_Gallery">
                  <p:embed/>
                  <p:pic>
                    <p:nvPicPr>
                      <p:cNvPr id="2353" name="Google Shape;2353;p105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3130550" y="5229225"/>
                        <a:ext cx="99377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54" name="Google Shape;2354;p105"/>
          <p:cNvCxnSpPr/>
          <p:nvPr/>
        </p:nvCxnSpPr>
        <p:spPr>
          <a:xfrm flipH="1">
            <a:off x="3673475" y="4951412"/>
            <a:ext cx="134937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55" name="Google Shape;2355;p105"/>
          <p:cNvSpPr/>
          <p:nvPr/>
        </p:nvSpPr>
        <p:spPr>
          <a:xfrm>
            <a:off x="1584325" y="4779962"/>
            <a:ext cx="188912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6" name="Google Shape;2356;p105"/>
          <p:cNvSpPr/>
          <p:nvPr/>
        </p:nvSpPr>
        <p:spPr>
          <a:xfrm>
            <a:off x="2597150" y="4779962"/>
            <a:ext cx="192087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7" name="Google Shape;2357;p105"/>
          <p:cNvSpPr/>
          <p:nvPr/>
        </p:nvSpPr>
        <p:spPr>
          <a:xfrm>
            <a:off x="3679825" y="4779962"/>
            <a:ext cx="190500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8" name="Google Shape;2358;p105"/>
          <p:cNvSpPr/>
          <p:nvPr/>
        </p:nvSpPr>
        <p:spPr>
          <a:xfrm>
            <a:off x="4559300" y="3770312"/>
            <a:ext cx="1003300" cy="401637"/>
          </a:xfrm>
          <a:prstGeom prst="cube">
            <a:avLst>
              <a:gd name="adj" fmla="val 5399"/>
            </a:avLst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9" name="Google Shape;2359;p105"/>
          <p:cNvSpPr txBox="1"/>
          <p:nvPr/>
        </p:nvSpPr>
        <p:spPr>
          <a:xfrm>
            <a:off x="4495800" y="3873500"/>
            <a:ext cx="10636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</p:txBody>
      </p:sp>
      <p:cxnSp>
        <p:nvCxnSpPr>
          <p:cNvPr id="2360" name="Google Shape;2360;p105"/>
          <p:cNvCxnSpPr/>
          <p:nvPr/>
        </p:nvCxnSpPr>
        <p:spPr>
          <a:xfrm flipH="1">
            <a:off x="4552950" y="4178300"/>
            <a:ext cx="271462" cy="41751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61" name="Google Shape;2361;p105"/>
          <p:cNvSpPr/>
          <p:nvPr/>
        </p:nvSpPr>
        <p:spPr>
          <a:xfrm>
            <a:off x="4356100" y="4602162"/>
            <a:ext cx="190500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62" name="Google Shape;2362;p105"/>
          <p:cNvCxnSpPr/>
          <p:nvPr/>
        </p:nvCxnSpPr>
        <p:spPr>
          <a:xfrm>
            <a:off x="5299075" y="4773612"/>
            <a:ext cx="3516312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363" name="Google Shape;2363;p105"/>
          <p:cNvGraphicFramePr/>
          <p:nvPr/>
        </p:nvGraphicFramePr>
        <p:xfrm>
          <a:off x="5432425" y="5229225"/>
          <a:ext cx="9906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r:id="rId9" imgW="990600" imgH="682625" progId="MS_ClipArt_Gallery">
                  <p:embed/>
                </p:oleObj>
              </mc:Choice>
              <mc:Fallback>
                <p:oleObj r:id="rId9" imgW="990600" imgH="682625" progId="MS_ClipArt_Gallery">
                  <p:embed/>
                  <p:pic>
                    <p:nvPicPr>
                      <p:cNvPr id="2363" name="Google Shape;2363;p105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5432425" y="5229225"/>
                        <a:ext cx="9906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64" name="Google Shape;2364;p105"/>
          <p:cNvCxnSpPr/>
          <p:nvPr/>
        </p:nvCxnSpPr>
        <p:spPr>
          <a:xfrm flipH="1">
            <a:off x="5975350" y="4951412"/>
            <a:ext cx="134937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365" name="Google Shape;2365;p105"/>
          <p:cNvGraphicFramePr/>
          <p:nvPr/>
        </p:nvGraphicFramePr>
        <p:xfrm>
          <a:off x="6515100" y="5229225"/>
          <a:ext cx="9906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r:id="rId11" imgW="990600" imgH="682625" progId="MS_ClipArt_Gallery">
                  <p:embed/>
                </p:oleObj>
              </mc:Choice>
              <mc:Fallback>
                <p:oleObj r:id="rId11" imgW="990600" imgH="682625" progId="MS_ClipArt_Gallery">
                  <p:embed/>
                  <p:pic>
                    <p:nvPicPr>
                      <p:cNvPr id="2365" name="Google Shape;2365;p105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6515100" y="5229225"/>
                        <a:ext cx="9906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66" name="Google Shape;2366;p105"/>
          <p:cNvCxnSpPr/>
          <p:nvPr/>
        </p:nvCxnSpPr>
        <p:spPr>
          <a:xfrm flipH="1">
            <a:off x="7056437" y="4951412"/>
            <a:ext cx="136525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367" name="Google Shape;2367;p105"/>
          <p:cNvGraphicFramePr/>
          <p:nvPr/>
        </p:nvGraphicFramePr>
        <p:xfrm>
          <a:off x="7596187" y="5229225"/>
          <a:ext cx="9921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r:id="rId12" imgW="992187" imgH="682625" progId="MS_ClipArt_Gallery">
                  <p:embed/>
                </p:oleObj>
              </mc:Choice>
              <mc:Fallback>
                <p:oleObj r:id="rId12" imgW="992187" imgH="682625" progId="MS_ClipArt_Gallery">
                  <p:embed/>
                  <p:pic>
                    <p:nvPicPr>
                      <p:cNvPr id="2367" name="Google Shape;2367;p105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596187" y="5229225"/>
                        <a:ext cx="99218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68" name="Google Shape;2368;p105"/>
          <p:cNvCxnSpPr/>
          <p:nvPr/>
        </p:nvCxnSpPr>
        <p:spPr>
          <a:xfrm flipH="1">
            <a:off x="8139112" y="4951412"/>
            <a:ext cx="134937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69" name="Google Shape;2369;p105"/>
          <p:cNvSpPr/>
          <p:nvPr/>
        </p:nvSpPr>
        <p:spPr>
          <a:xfrm>
            <a:off x="6048375" y="4779962"/>
            <a:ext cx="190500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0" name="Google Shape;2370;p105"/>
          <p:cNvSpPr/>
          <p:nvPr/>
        </p:nvSpPr>
        <p:spPr>
          <a:xfrm>
            <a:off x="7062787" y="4779962"/>
            <a:ext cx="190500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1" name="Google Shape;2371;p105"/>
          <p:cNvSpPr/>
          <p:nvPr/>
        </p:nvSpPr>
        <p:spPr>
          <a:xfrm>
            <a:off x="8145462" y="4779962"/>
            <a:ext cx="188912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2" name="Google Shape;2372;p105"/>
          <p:cNvSpPr/>
          <p:nvPr/>
        </p:nvSpPr>
        <p:spPr>
          <a:xfrm>
            <a:off x="5575300" y="4602162"/>
            <a:ext cx="188912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73" name="Google Shape;2373;p105"/>
          <p:cNvCxnSpPr/>
          <p:nvPr/>
        </p:nvCxnSpPr>
        <p:spPr>
          <a:xfrm>
            <a:off x="5310187" y="4221162"/>
            <a:ext cx="325437" cy="433387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106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</p:txBody>
      </p:sp>
      <p:sp>
        <p:nvSpPr>
          <p:cNvPr id="2379" name="Google Shape;2379;p106"/>
          <p:cNvSpPr txBox="1">
            <a:spLocks noGrp="1"/>
          </p:cNvSpPr>
          <p:nvPr>
            <p:ph type="body" idx="1"/>
          </p:nvPr>
        </p:nvSpPr>
        <p:spPr>
          <a:xfrm>
            <a:off x="755650" y="1524000"/>
            <a:ext cx="831215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bridge, ao invés do repetidor que sempre propaga um frame para todas as interfaces, irá somente propagar um frame para uma determinada interface quando for estritamente necessário.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Existem algumas restrições relativas à utilização de múltiplas bridges em uma rede como o de não permitir ciclos. Caso existam “ciclos” é necessário utilizar um protocolo complementar chamado “spanning tree”.</a:t>
            </a:r>
            <a:endParaRPr/>
          </a:p>
        </p:txBody>
      </p:sp>
      <p:cxnSp>
        <p:nvCxnSpPr>
          <p:cNvPr id="2380" name="Google Shape;2380;p106"/>
          <p:cNvCxnSpPr/>
          <p:nvPr/>
        </p:nvCxnSpPr>
        <p:spPr>
          <a:xfrm>
            <a:off x="957262" y="5008562"/>
            <a:ext cx="35179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381" name="Google Shape;2381;p106"/>
          <p:cNvGraphicFramePr/>
          <p:nvPr/>
        </p:nvGraphicFramePr>
        <p:xfrm>
          <a:off x="685800" y="5464175"/>
          <a:ext cx="9921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r:id="rId4" imgW="992187" imgH="682625" progId="MS_ClipArt_Gallery">
                  <p:embed/>
                </p:oleObj>
              </mc:Choice>
              <mc:Fallback>
                <p:oleObj r:id="rId4" imgW="992187" imgH="682625" progId="MS_ClipArt_Gallery">
                  <p:embed/>
                  <p:pic>
                    <p:nvPicPr>
                      <p:cNvPr id="2381" name="Google Shape;2381;p10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85800" y="5464175"/>
                        <a:ext cx="99218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82" name="Google Shape;2382;p106"/>
          <p:cNvCxnSpPr/>
          <p:nvPr/>
        </p:nvCxnSpPr>
        <p:spPr>
          <a:xfrm flipH="1">
            <a:off x="1228725" y="5186362"/>
            <a:ext cx="134937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383" name="Google Shape;2383;p106"/>
          <p:cNvGraphicFramePr/>
          <p:nvPr/>
        </p:nvGraphicFramePr>
        <p:xfrm>
          <a:off x="1768475" y="5464175"/>
          <a:ext cx="9921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r:id="rId6" imgW="992187" imgH="682625" progId="MS_ClipArt_Gallery">
                  <p:embed/>
                </p:oleObj>
              </mc:Choice>
              <mc:Fallback>
                <p:oleObj r:id="rId6" imgW="992187" imgH="682625" progId="MS_ClipArt_Gallery">
                  <p:embed/>
                  <p:pic>
                    <p:nvPicPr>
                      <p:cNvPr id="2383" name="Google Shape;2383;p10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768475" y="5464175"/>
                        <a:ext cx="99218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84" name="Google Shape;2384;p106"/>
          <p:cNvCxnSpPr/>
          <p:nvPr/>
        </p:nvCxnSpPr>
        <p:spPr>
          <a:xfrm flipH="1">
            <a:off x="2309812" y="5186362"/>
            <a:ext cx="136525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385" name="Google Shape;2385;p106"/>
          <p:cNvGraphicFramePr/>
          <p:nvPr/>
        </p:nvGraphicFramePr>
        <p:xfrm>
          <a:off x="2849562" y="5464175"/>
          <a:ext cx="99377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r:id="rId7" imgW="993775" imgH="682625" progId="MS_ClipArt_Gallery">
                  <p:embed/>
                </p:oleObj>
              </mc:Choice>
              <mc:Fallback>
                <p:oleObj r:id="rId7" imgW="993775" imgH="682625" progId="MS_ClipArt_Gallery">
                  <p:embed/>
                  <p:pic>
                    <p:nvPicPr>
                      <p:cNvPr id="2385" name="Google Shape;2385;p106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2849562" y="5464175"/>
                        <a:ext cx="99377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86" name="Google Shape;2386;p106"/>
          <p:cNvCxnSpPr/>
          <p:nvPr/>
        </p:nvCxnSpPr>
        <p:spPr>
          <a:xfrm flipH="1">
            <a:off x="3392487" y="5186362"/>
            <a:ext cx="134937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87" name="Google Shape;2387;p106"/>
          <p:cNvSpPr/>
          <p:nvPr/>
        </p:nvSpPr>
        <p:spPr>
          <a:xfrm>
            <a:off x="1303337" y="5014912"/>
            <a:ext cx="188912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8" name="Google Shape;2388;p106"/>
          <p:cNvSpPr/>
          <p:nvPr/>
        </p:nvSpPr>
        <p:spPr>
          <a:xfrm>
            <a:off x="2316162" y="5014912"/>
            <a:ext cx="192087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9" name="Google Shape;2389;p106"/>
          <p:cNvSpPr/>
          <p:nvPr/>
        </p:nvSpPr>
        <p:spPr>
          <a:xfrm>
            <a:off x="3398837" y="5014912"/>
            <a:ext cx="190500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0" name="Google Shape;2390;p106"/>
          <p:cNvSpPr/>
          <p:nvPr/>
        </p:nvSpPr>
        <p:spPr>
          <a:xfrm>
            <a:off x="4278312" y="4005262"/>
            <a:ext cx="1003300" cy="401637"/>
          </a:xfrm>
          <a:prstGeom prst="cube">
            <a:avLst>
              <a:gd name="adj" fmla="val 5399"/>
            </a:avLst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1" name="Google Shape;2391;p106"/>
          <p:cNvSpPr txBox="1"/>
          <p:nvPr/>
        </p:nvSpPr>
        <p:spPr>
          <a:xfrm>
            <a:off x="4214812" y="4108450"/>
            <a:ext cx="10636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</p:txBody>
      </p:sp>
      <p:cxnSp>
        <p:nvCxnSpPr>
          <p:cNvPr id="2392" name="Google Shape;2392;p106"/>
          <p:cNvCxnSpPr/>
          <p:nvPr/>
        </p:nvCxnSpPr>
        <p:spPr>
          <a:xfrm flipH="1">
            <a:off x="4271962" y="4413250"/>
            <a:ext cx="271462" cy="41751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93" name="Google Shape;2393;p106"/>
          <p:cNvSpPr/>
          <p:nvPr/>
        </p:nvSpPr>
        <p:spPr>
          <a:xfrm>
            <a:off x="4075112" y="4837112"/>
            <a:ext cx="190500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94" name="Google Shape;2394;p106"/>
          <p:cNvCxnSpPr/>
          <p:nvPr/>
        </p:nvCxnSpPr>
        <p:spPr>
          <a:xfrm>
            <a:off x="5018087" y="5008562"/>
            <a:ext cx="3516312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395" name="Google Shape;2395;p106"/>
          <p:cNvGraphicFramePr/>
          <p:nvPr/>
        </p:nvGraphicFramePr>
        <p:xfrm>
          <a:off x="5151437" y="5464175"/>
          <a:ext cx="9906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r:id="rId9" imgW="990600" imgH="682625" progId="MS_ClipArt_Gallery">
                  <p:embed/>
                </p:oleObj>
              </mc:Choice>
              <mc:Fallback>
                <p:oleObj r:id="rId9" imgW="990600" imgH="682625" progId="MS_ClipArt_Gallery">
                  <p:embed/>
                  <p:pic>
                    <p:nvPicPr>
                      <p:cNvPr id="2395" name="Google Shape;2395;p106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5151437" y="5464175"/>
                        <a:ext cx="9906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96" name="Google Shape;2396;p106"/>
          <p:cNvCxnSpPr/>
          <p:nvPr/>
        </p:nvCxnSpPr>
        <p:spPr>
          <a:xfrm flipH="1">
            <a:off x="5694362" y="5186362"/>
            <a:ext cx="134937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397" name="Google Shape;2397;p106"/>
          <p:cNvGraphicFramePr/>
          <p:nvPr/>
        </p:nvGraphicFramePr>
        <p:xfrm>
          <a:off x="6234112" y="5464175"/>
          <a:ext cx="9906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r:id="rId11" imgW="990600" imgH="682625" progId="MS_ClipArt_Gallery">
                  <p:embed/>
                </p:oleObj>
              </mc:Choice>
              <mc:Fallback>
                <p:oleObj r:id="rId11" imgW="990600" imgH="682625" progId="MS_ClipArt_Gallery">
                  <p:embed/>
                  <p:pic>
                    <p:nvPicPr>
                      <p:cNvPr id="2397" name="Google Shape;2397;p106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6234112" y="5464175"/>
                        <a:ext cx="9906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98" name="Google Shape;2398;p106"/>
          <p:cNvCxnSpPr/>
          <p:nvPr/>
        </p:nvCxnSpPr>
        <p:spPr>
          <a:xfrm flipH="1">
            <a:off x="6775450" y="5186362"/>
            <a:ext cx="136525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399" name="Google Shape;2399;p106"/>
          <p:cNvGraphicFramePr/>
          <p:nvPr/>
        </p:nvGraphicFramePr>
        <p:xfrm>
          <a:off x="7315200" y="5464175"/>
          <a:ext cx="9921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r:id="rId12" imgW="992187" imgH="682625" progId="MS_ClipArt_Gallery">
                  <p:embed/>
                </p:oleObj>
              </mc:Choice>
              <mc:Fallback>
                <p:oleObj r:id="rId12" imgW="992187" imgH="682625" progId="MS_ClipArt_Gallery">
                  <p:embed/>
                  <p:pic>
                    <p:nvPicPr>
                      <p:cNvPr id="2399" name="Google Shape;2399;p10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315200" y="5464175"/>
                        <a:ext cx="99218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00" name="Google Shape;2400;p106"/>
          <p:cNvCxnSpPr/>
          <p:nvPr/>
        </p:nvCxnSpPr>
        <p:spPr>
          <a:xfrm flipH="1">
            <a:off x="7858125" y="5186362"/>
            <a:ext cx="134937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401" name="Google Shape;2401;p106"/>
          <p:cNvSpPr/>
          <p:nvPr/>
        </p:nvSpPr>
        <p:spPr>
          <a:xfrm>
            <a:off x="5767387" y="5014912"/>
            <a:ext cx="190500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2" name="Google Shape;2402;p106"/>
          <p:cNvSpPr/>
          <p:nvPr/>
        </p:nvSpPr>
        <p:spPr>
          <a:xfrm>
            <a:off x="6781800" y="5014912"/>
            <a:ext cx="190500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3" name="Google Shape;2403;p106"/>
          <p:cNvSpPr/>
          <p:nvPr/>
        </p:nvSpPr>
        <p:spPr>
          <a:xfrm>
            <a:off x="7864475" y="5014912"/>
            <a:ext cx="188912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4" name="Google Shape;2404;p106"/>
          <p:cNvSpPr/>
          <p:nvPr/>
        </p:nvSpPr>
        <p:spPr>
          <a:xfrm>
            <a:off x="5294312" y="4837112"/>
            <a:ext cx="188912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05" name="Google Shape;2405;p106"/>
          <p:cNvCxnSpPr/>
          <p:nvPr/>
        </p:nvCxnSpPr>
        <p:spPr>
          <a:xfrm>
            <a:off x="5029200" y="4456112"/>
            <a:ext cx="325437" cy="433387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406" name="Google Shape;2406;p106"/>
          <p:cNvSpPr/>
          <p:nvPr/>
        </p:nvSpPr>
        <p:spPr>
          <a:xfrm>
            <a:off x="1301750" y="4691062"/>
            <a:ext cx="520700" cy="1397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07" name="Google Shape;2407;p106"/>
          <p:cNvCxnSpPr/>
          <p:nvPr/>
        </p:nvCxnSpPr>
        <p:spPr>
          <a:xfrm>
            <a:off x="1828800" y="4760912"/>
            <a:ext cx="381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p107"/>
          <p:cNvSpPr txBox="1">
            <a:spLocks noGrp="1"/>
          </p:cNvSpPr>
          <p:nvPr>
            <p:ph type="title" idx="4294967295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</p:txBody>
      </p:sp>
      <p:graphicFrame>
        <p:nvGraphicFramePr>
          <p:cNvPr id="2413" name="Google Shape;2413;p107"/>
          <p:cNvGraphicFramePr/>
          <p:nvPr/>
        </p:nvGraphicFramePr>
        <p:xfrm>
          <a:off x="5788025" y="5227637"/>
          <a:ext cx="23336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r:id="rId4" imgW="2333625" imgH="717550" progId="MS_ClipArt_Gallery">
                  <p:embed/>
                </p:oleObj>
              </mc:Choice>
              <mc:Fallback>
                <p:oleObj r:id="rId4" imgW="2333625" imgH="717550" progId="MS_ClipArt_Gallery">
                  <p:embed/>
                  <p:pic>
                    <p:nvPicPr>
                      <p:cNvPr id="2413" name="Google Shape;2413;p107"/>
                      <p:cNvPicPr preferRelativeResize="0"/>
                      <p:nvPr>
                        <p:ph type="body" idx="4294967295"/>
                      </p:nvPr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788025" y="5227637"/>
                        <a:ext cx="233362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4" name="Google Shape;2414;p107"/>
          <p:cNvSpPr txBox="1"/>
          <p:nvPr/>
        </p:nvSpPr>
        <p:spPr>
          <a:xfrm>
            <a:off x="1476375" y="3141662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sp>
        <p:nvSpPr>
          <p:cNvPr id="2415" name="Google Shape;2415;p107"/>
          <p:cNvSpPr txBox="1"/>
          <p:nvPr/>
        </p:nvSpPr>
        <p:spPr>
          <a:xfrm>
            <a:off x="1479550" y="4745037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Fisica</a:t>
            </a:r>
            <a:endParaRPr/>
          </a:p>
        </p:txBody>
      </p:sp>
      <p:sp>
        <p:nvSpPr>
          <p:cNvPr id="2416" name="Google Shape;2416;p107"/>
          <p:cNvSpPr txBox="1"/>
          <p:nvPr/>
        </p:nvSpPr>
        <p:spPr>
          <a:xfrm>
            <a:off x="1482725" y="4024312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</a:t>
            </a:r>
            <a:endParaRPr/>
          </a:p>
        </p:txBody>
      </p:sp>
      <p:sp>
        <p:nvSpPr>
          <p:cNvPr id="2417" name="Google Shape;2417;p107"/>
          <p:cNvSpPr txBox="1"/>
          <p:nvPr/>
        </p:nvSpPr>
        <p:spPr>
          <a:xfrm>
            <a:off x="3495675" y="4745037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Fisica</a:t>
            </a:r>
            <a:endParaRPr/>
          </a:p>
        </p:txBody>
      </p:sp>
      <p:sp>
        <p:nvSpPr>
          <p:cNvPr id="2418" name="Google Shape;2418;p107"/>
          <p:cNvSpPr txBox="1"/>
          <p:nvPr/>
        </p:nvSpPr>
        <p:spPr>
          <a:xfrm>
            <a:off x="5222875" y="4745037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Fisica</a:t>
            </a:r>
            <a:endParaRPr/>
          </a:p>
        </p:txBody>
      </p:sp>
      <p:sp>
        <p:nvSpPr>
          <p:cNvPr id="2419" name="Google Shape;2419;p107"/>
          <p:cNvSpPr txBox="1"/>
          <p:nvPr/>
        </p:nvSpPr>
        <p:spPr>
          <a:xfrm>
            <a:off x="3495675" y="3629025"/>
            <a:ext cx="2879725" cy="376237"/>
          </a:xfrm>
          <a:prstGeom prst="rect">
            <a:avLst/>
          </a:prstGeom>
          <a:solidFill>
            <a:srgbClr val="F0A74E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</p:txBody>
      </p:sp>
      <p:sp>
        <p:nvSpPr>
          <p:cNvPr id="2420" name="Google Shape;2420;p107"/>
          <p:cNvSpPr txBox="1"/>
          <p:nvPr/>
        </p:nvSpPr>
        <p:spPr>
          <a:xfrm>
            <a:off x="7235825" y="3068637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sp>
        <p:nvSpPr>
          <p:cNvPr id="2421" name="Google Shape;2421;p107"/>
          <p:cNvSpPr txBox="1"/>
          <p:nvPr/>
        </p:nvSpPr>
        <p:spPr>
          <a:xfrm>
            <a:off x="7239000" y="4745037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Fisica</a:t>
            </a:r>
            <a:endParaRPr/>
          </a:p>
        </p:txBody>
      </p:sp>
      <p:sp>
        <p:nvSpPr>
          <p:cNvPr id="2422" name="Google Shape;2422;p107"/>
          <p:cNvSpPr txBox="1"/>
          <p:nvPr/>
        </p:nvSpPr>
        <p:spPr>
          <a:xfrm>
            <a:off x="7242175" y="4024312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</a:t>
            </a:r>
            <a:endParaRPr/>
          </a:p>
        </p:txBody>
      </p:sp>
      <p:graphicFrame>
        <p:nvGraphicFramePr>
          <p:cNvPr id="2423" name="Google Shape;2423;p107"/>
          <p:cNvGraphicFramePr/>
          <p:nvPr/>
        </p:nvGraphicFramePr>
        <p:xfrm>
          <a:off x="2039937" y="5238750"/>
          <a:ext cx="240506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r:id="rId6" imgW="2405062" imgH="727075" progId="MS_ClipArt_Gallery">
                  <p:embed/>
                </p:oleObj>
              </mc:Choice>
              <mc:Fallback>
                <p:oleObj r:id="rId6" imgW="2405062" imgH="727075" progId="MS_ClipArt_Gallery">
                  <p:embed/>
                  <p:pic>
                    <p:nvPicPr>
                      <p:cNvPr id="2423" name="Google Shape;2423;p107"/>
                      <p:cNvPicPr preferRelativeResize="0"/>
                      <p:nvPr>
                        <p:ph type="body" idx="4294967295"/>
                      </p:nvPr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2039937" y="5238750"/>
                        <a:ext cx="240506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24" name="Google Shape;2424;p107"/>
          <p:cNvCxnSpPr/>
          <p:nvPr/>
        </p:nvCxnSpPr>
        <p:spPr>
          <a:xfrm>
            <a:off x="2051050" y="5103812"/>
            <a:ext cx="0" cy="503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25" name="Google Shape;2425;p107"/>
          <p:cNvCxnSpPr/>
          <p:nvPr/>
        </p:nvCxnSpPr>
        <p:spPr>
          <a:xfrm>
            <a:off x="4067175" y="5176837"/>
            <a:ext cx="0" cy="503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26" name="Google Shape;2426;p107"/>
          <p:cNvCxnSpPr/>
          <p:nvPr/>
        </p:nvCxnSpPr>
        <p:spPr>
          <a:xfrm>
            <a:off x="5795962" y="5103812"/>
            <a:ext cx="0" cy="503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27" name="Google Shape;2427;p107"/>
          <p:cNvCxnSpPr/>
          <p:nvPr/>
        </p:nvCxnSpPr>
        <p:spPr>
          <a:xfrm>
            <a:off x="7812087" y="5176837"/>
            <a:ext cx="0" cy="503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428" name="Google Shape;2428;p107"/>
          <p:cNvSpPr txBox="1"/>
          <p:nvPr/>
        </p:nvSpPr>
        <p:spPr>
          <a:xfrm>
            <a:off x="3492500" y="4005262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</a:t>
            </a:r>
            <a:endParaRPr/>
          </a:p>
        </p:txBody>
      </p:sp>
      <p:sp>
        <p:nvSpPr>
          <p:cNvPr id="2429" name="Google Shape;2429;p107"/>
          <p:cNvSpPr txBox="1"/>
          <p:nvPr/>
        </p:nvSpPr>
        <p:spPr>
          <a:xfrm>
            <a:off x="5218112" y="4005262"/>
            <a:ext cx="1154112" cy="376237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</a:t>
            </a:r>
            <a:endParaRPr/>
          </a:p>
        </p:txBody>
      </p:sp>
      <p:sp>
        <p:nvSpPr>
          <p:cNvPr id="2430" name="Google Shape;2430;p107"/>
          <p:cNvSpPr/>
          <p:nvPr/>
        </p:nvSpPr>
        <p:spPr>
          <a:xfrm>
            <a:off x="2159000" y="2924175"/>
            <a:ext cx="5540375" cy="3011487"/>
          </a:xfrm>
          <a:custGeom>
            <a:avLst/>
            <a:gdLst/>
            <a:ahLst/>
            <a:cxnLst/>
            <a:rect l="l" t="t" r="r" b="b"/>
            <a:pathLst>
              <a:path w="3490" h="1897" extrusionOk="0">
                <a:moveTo>
                  <a:pt x="23" y="13"/>
                </a:moveTo>
                <a:cubicBezTo>
                  <a:pt x="11" y="568"/>
                  <a:pt x="0" y="1124"/>
                  <a:pt x="23" y="1419"/>
                </a:cubicBezTo>
                <a:cubicBezTo>
                  <a:pt x="46" y="1714"/>
                  <a:pt x="115" y="1715"/>
                  <a:pt x="159" y="1782"/>
                </a:cubicBezTo>
                <a:cubicBezTo>
                  <a:pt x="203" y="1849"/>
                  <a:pt x="184" y="1808"/>
                  <a:pt x="286" y="1819"/>
                </a:cubicBezTo>
                <a:cubicBezTo>
                  <a:pt x="388" y="1830"/>
                  <a:pt x="647" y="1887"/>
                  <a:pt x="770" y="1847"/>
                </a:cubicBezTo>
                <a:cubicBezTo>
                  <a:pt x="893" y="1807"/>
                  <a:pt x="953" y="1789"/>
                  <a:pt x="1026" y="1581"/>
                </a:cubicBezTo>
                <a:cubicBezTo>
                  <a:pt x="1099" y="1373"/>
                  <a:pt x="1006" y="758"/>
                  <a:pt x="1209" y="599"/>
                </a:cubicBezTo>
                <a:cubicBezTo>
                  <a:pt x="1412" y="440"/>
                  <a:pt x="2047" y="468"/>
                  <a:pt x="2242" y="627"/>
                </a:cubicBezTo>
                <a:cubicBezTo>
                  <a:pt x="2437" y="786"/>
                  <a:pt x="2306" y="1356"/>
                  <a:pt x="2382" y="1555"/>
                </a:cubicBezTo>
                <a:cubicBezTo>
                  <a:pt x="2458" y="1754"/>
                  <a:pt x="2548" y="1781"/>
                  <a:pt x="2699" y="1819"/>
                </a:cubicBezTo>
                <a:cubicBezTo>
                  <a:pt x="2850" y="1857"/>
                  <a:pt x="3159" y="1897"/>
                  <a:pt x="3285" y="1783"/>
                </a:cubicBezTo>
                <a:cubicBezTo>
                  <a:pt x="3411" y="1669"/>
                  <a:pt x="3426" y="1430"/>
                  <a:pt x="3458" y="1133"/>
                </a:cubicBezTo>
                <a:cubicBezTo>
                  <a:pt x="3490" y="836"/>
                  <a:pt x="3473" y="236"/>
                  <a:pt x="3477" y="0"/>
                </a:cubicBezTo>
              </a:path>
            </a:pathLst>
          </a:custGeom>
          <a:noFill/>
          <a:ln w="254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p108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</p:txBody>
      </p:sp>
      <p:sp>
        <p:nvSpPr>
          <p:cNvPr id="2436" name="Google Shape;2436;p108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Funcionamento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cada porta é mantido uma tabela (tabela de bridging) com os endereços Ethernet das interfaces que estão a partir desta porta</a:t>
            </a:r>
            <a:endParaRPr/>
          </a:p>
        </p:txBody>
      </p:sp>
      <p:cxnSp>
        <p:nvCxnSpPr>
          <p:cNvPr id="2437" name="Google Shape;2437;p108"/>
          <p:cNvCxnSpPr/>
          <p:nvPr/>
        </p:nvCxnSpPr>
        <p:spPr>
          <a:xfrm>
            <a:off x="957262" y="4194175"/>
            <a:ext cx="35179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438" name="Google Shape;2438;p108"/>
          <p:cNvGraphicFramePr/>
          <p:nvPr/>
        </p:nvGraphicFramePr>
        <p:xfrm>
          <a:off x="685800" y="4649787"/>
          <a:ext cx="9921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r:id="rId4" imgW="992187" imgH="682625" progId="MS_ClipArt_Gallery">
                  <p:embed/>
                </p:oleObj>
              </mc:Choice>
              <mc:Fallback>
                <p:oleObj r:id="rId4" imgW="992187" imgH="682625" progId="MS_ClipArt_Gallery">
                  <p:embed/>
                  <p:pic>
                    <p:nvPicPr>
                      <p:cNvPr id="2438" name="Google Shape;2438;p108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685800" y="4649787"/>
                        <a:ext cx="99218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39" name="Google Shape;2439;p108"/>
          <p:cNvCxnSpPr/>
          <p:nvPr/>
        </p:nvCxnSpPr>
        <p:spPr>
          <a:xfrm flipH="1">
            <a:off x="1228725" y="4371975"/>
            <a:ext cx="134937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440" name="Google Shape;2440;p108"/>
          <p:cNvGraphicFramePr/>
          <p:nvPr/>
        </p:nvGraphicFramePr>
        <p:xfrm>
          <a:off x="1768475" y="4649787"/>
          <a:ext cx="9921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r:id="rId6" imgW="992187" imgH="682625" progId="MS_ClipArt_Gallery">
                  <p:embed/>
                </p:oleObj>
              </mc:Choice>
              <mc:Fallback>
                <p:oleObj r:id="rId6" imgW="992187" imgH="682625" progId="MS_ClipArt_Gallery">
                  <p:embed/>
                  <p:pic>
                    <p:nvPicPr>
                      <p:cNvPr id="2440" name="Google Shape;2440;p108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768475" y="4649787"/>
                        <a:ext cx="99218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41" name="Google Shape;2441;p108"/>
          <p:cNvCxnSpPr/>
          <p:nvPr/>
        </p:nvCxnSpPr>
        <p:spPr>
          <a:xfrm flipH="1">
            <a:off x="2309812" y="4371975"/>
            <a:ext cx="136525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442" name="Google Shape;2442;p108"/>
          <p:cNvGraphicFramePr/>
          <p:nvPr/>
        </p:nvGraphicFramePr>
        <p:xfrm>
          <a:off x="2849562" y="4649787"/>
          <a:ext cx="99377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r:id="rId7" imgW="993775" imgH="682625" progId="MS_ClipArt_Gallery">
                  <p:embed/>
                </p:oleObj>
              </mc:Choice>
              <mc:Fallback>
                <p:oleObj r:id="rId7" imgW="993775" imgH="682625" progId="MS_ClipArt_Gallery">
                  <p:embed/>
                  <p:pic>
                    <p:nvPicPr>
                      <p:cNvPr id="2442" name="Google Shape;2442;p108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2849562" y="4649787"/>
                        <a:ext cx="99377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43" name="Google Shape;2443;p108"/>
          <p:cNvCxnSpPr/>
          <p:nvPr/>
        </p:nvCxnSpPr>
        <p:spPr>
          <a:xfrm flipH="1">
            <a:off x="3392487" y="4371975"/>
            <a:ext cx="134937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444" name="Google Shape;2444;p108"/>
          <p:cNvSpPr/>
          <p:nvPr/>
        </p:nvSpPr>
        <p:spPr>
          <a:xfrm>
            <a:off x="1303337" y="4200525"/>
            <a:ext cx="188912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5" name="Google Shape;2445;p108"/>
          <p:cNvSpPr/>
          <p:nvPr/>
        </p:nvSpPr>
        <p:spPr>
          <a:xfrm>
            <a:off x="2316162" y="4200525"/>
            <a:ext cx="192087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6" name="Google Shape;2446;p108"/>
          <p:cNvSpPr/>
          <p:nvPr/>
        </p:nvSpPr>
        <p:spPr>
          <a:xfrm>
            <a:off x="3398837" y="4200525"/>
            <a:ext cx="190500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7" name="Google Shape;2447;p108"/>
          <p:cNvSpPr/>
          <p:nvPr/>
        </p:nvSpPr>
        <p:spPr>
          <a:xfrm>
            <a:off x="4278312" y="3190875"/>
            <a:ext cx="1003300" cy="401637"/>
          </a:xfrm>
          <a:prstGeom prst="cube">
            <a:avLst>
              <a:gd name="adj" fmla="val 5399"/>
            </a:avLst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8" name="Google Shape;2448;p108"/>
          <p:cNvSpPr txBox="1"/>
          <p:nvPr/>
        </p:nvSpPr>
        <p:spPr>
          <a:xfrm>
            <a:off x="4214812" y="3294062"/>
            <a:ext cx="1063625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</p:txBody>
      </p:sp>
      <p:cxnSp>
        <p:nvCxnSpPr>
          <p:cNvPr id="2449" name="Google Shape;2449;p108"/>
          <p:cNvCxnSpPr/>
          <p:nvPr/>
        </p:nvCxnSpPr>
        <p:spPr>
          <a:xfrm flipH="1">
            <a:off x="4271962" y="3598862"/>
            <a:ext cx="271462" cy="41751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450" name="Google Shape;2450;p108"/>
          <p:cNvSpPr/>
          <p:nvPr/>
        </p:nvSpPr>
        <p:spPr>
          <a:xfrm>
            <a:off x="4075112" y="4022725"/>
            <a:ext cx="190500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51" name="Google Shape;2451;p108"/>
          <p:cNvCxnSpPr/>
          <p:nvPr/>
        </p:nvCxnSpPr>
        <p:spPr>
          <a:xfrm>
            <a:off x="5018087" y="4194175"/>
            <a:ext cx="3516312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452" name="Google Shape;2452;p108"/>
          <p:cNvGraphicFramePr/>
          <p:nvPr/>
        </p:nvGraphicFramePr>
        <p:xfrm>
          <a:off x="5151437" y="4649787"/>
          <a:ext cx="9906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r:id="rId9" imgW="990600" imgH="682625" progId="MS_ClipArt_Gallery">
                  <p:embed/>
                </p:oleObj>
              </mc:Choice>
              <mc:Fallback>
                <p:oleObj r:id="rId9" imgW="990600" imgH="682625" progId="MS_ClipArt_Gallery">
                  <p:embed/>
                  <p:pic>
                    <p:nvPicPr>
                      <p:cNvPr id="2452" name="Google Shape;2452;p108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5151437" y="4649787"/>
                        <a:ext cx="9906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53" name="Google Shape;2453;p108"/>
          <p:cNvCxnSpPr/>
          <p:nvPr/>
        </p:nvCxnSpPr>
        <p:spPr>
          <a:xfrm flipH="1">
            <a:off x="5694362" y="4371975"/>
            <a:ext cx="134937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454" name="Google Shape;2454;p108"/>
          <p:cNvGraphicFramePr/>
          <p:nvPr/>
        </p:nvGraphicFramePr>
        <p:xfrm>
          <a:off x="6234112" y="4649787"/>
          <a:ext cx="9906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r:id="rId11" imgW="990600" imgH="682625" progId="MS_ClipArt_Gallery">
                  <p:embed/>
                </p:oleObj>
              </mc:Choice>
              <mc:Fallback>
                <p:oleObj r:id="rId11" imgW="990600" imgH="682625" progId="MS_ClipArt_Gallery">
                  <p:embed/>
                  <p:pic>
                    <p:nvPicPr>
                      <p:cNvPr id="2454" name="Google Shape;2454;p108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6234112" y="4649787"/>
                        <a:ext cx="9906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55" name="Google Shape;2455;p108"/>
          <p:cNvCxnSpPr/>
          <p:nvPr/>
        </p:nvCxnSpPr>
        <p:spPr>
          <a:xfrm flipH="1">
            <a:off x="6775450" y="4371975"/>
            <a:ext cx="136525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2456" name="Google Shape;2456;p108"/>
          <p:cNvGraphicFramePr/>
          <p:nvPr/>
        </p:nvGraphicFramePr>
        <p:xfrm>
          <a:off x="7315200" y="4649787"/>
          <a:ext cx="9921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r:id="rId12" imgW="992187" imgH="682625" progId="MS_ClipArt_Gallery">
                  <p:embed/>
                </p:oleObj>
              </mc:Choice>
              <mc:Fallback>
                <p:oleObj r:id="rId12" imgW="992187" imgH="682625" progId="MS_ClipArt_Gallery">
                  <p:embed/>
                  <p:pic>
                    <p:nvPicPr>
                      <p:cNvPr id="2456" name="Google Shape;2456;p108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315200" y="4649787"/>
                        <a:ext cx="99218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57" name="Google Shape;2457;p108"/>
          <p:cNvCxnSpPr/>
          <p:nvPr/>
        </p:nvCxnSpPr>
        <p:spPr>
          <a:xfrm flipH="1">
            <a:off x="7858125" y="4371975"/>
            <a:ext cx="134937" cy="296862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458" name="Google Shape;2458;p108"/>
          <p:cNvSpPr/>
          <p:nvPr/>
        </p:nvSpPr>
        <p:spPr>
          <a:xfrm>
            <a:off x="5767387" y="4200525"/>
            <a:ext cx="190500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9" name="Google Shape;2459;p108"/>
          <p:cNvSpPr/>
          <p:nvPr/>
        </p:nvSpPr>
        <p:spPr>
          <a:xfrm>
            <a:off x="6781800" y="4200525"/>
            <a:ext cx="190500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0" name="Google Shape;2460;p108"/>
          <p:cNvSpPr/>
          <p:nvPr/>
        </p:nvSpPr>
        <p:spPr>
          <a:xfrm>
            <a:off x="7864475" y="4200525"/>
            <a:ext cx="188912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1" name="Google Shape;2461;p108"/>
          <p:cNvSpPr/>
          <p:nvPr/>
        </p:nvSpPr>
        <p:spPr>
          <a:xfrm>
            <a:off x="5294312" y="4022725"/>
            <a:ext cx="188912" cy="165100"/>
          </a:xfrm>
          <a:prstGeom prst="rect">
            <a:avLst/>
          </a:prstGeom>
          <a:solidFill>
            <a:srgbClr val="FF66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62" name="Google Shape;2462;p108"/>
          <p:cNvCxnSpPr/>
          <p:nvPr/>
        </p:nvCxnSpPr>
        <p:spPr>
          <a:xfrm>
            <a:off x="5029200" y="3641725"/>
            <a:ext cx="325437" cy="433387"/>
          </a:xfrm>
          <a:prstGeom prst="straightConnector1">
            <a:avLst/>
          </a:prstGeom>
          <a:noFill/>
          <a:ln w="50800" cap="flat" cmpd="sng">
            <a:solidFill>
              <a:srgbClr val="FF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463" name="Google Shape;2463;p108"/>
          <p:cNvSpPr txBox="1"/>
          <p:nvPr/>
        </p:nvSpPr>
        <p:spPr>
          <a:xfrm>
            <a:off x="15875" y="5546725"/>
            <a:ext cx="20256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00:05:4B:80:AB:01</a:t>
            </a:r>
            <a:endParaRPr/>
          </a:p>
        </p:txBody>
      </p:sp>
      <p:sp>
        <p:nvSpPr>
          <p:cNvPr id="2464" name="Google Shape;2464;p108"/>
          <p:cNvSpPr txBox="1"/>
          <p:nvPr/>
        </p:nvSpPr>
        <p:spPr>
          <a:xfrm>
            <a:off x="1158875" y="5851525"/>
            <a:ext cx="20256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00:05:4B:80:AB:02</a:t>
            </a:r>
            <a:endParaRPr/>
          </a:p>
        </p:txBody>
      </p:sp>
      <p:sp>
        <p:nvSpPr>
          <p:cNvPr id="2465" name="Google Shape;2465;p108"/>
          <p:cNvSpPr txBox="1"/>
          <p:nvPr/>
        </p:nvSpPr>
        <p:spPr>
          <a:xfrm>
            <a:off x="2530475" y="5546725"/>
            <a:ext cx="20256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00:05:4B:80:AB:03</a:t>
            </a:r>
            <a:endParaRPr/>
          </a:p>
        </p:txBody>
      </p:sp>
      <p:cxnSp>
        <p:nvCxnSpPr>
          <p:cNvPr id="2466" name="Google Shape;2466;p108"/>
          <p:cNvCxnSpPr/>
          <p:nvPr/>
        </p:nvCxnSpPr>
        <p:spPr>
          <a:xfrm>
            <a:off x="2286000" y="5241925"/>
            <a:ext cx="0" cy="60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2467" name="Google Shape;2467;p108"/>
          <p:cNvCxnSpPr/>
          <p:nvPr/>
        </p:nvCxnSpPr>
        <p:spPr>
          <a:xfrm>
            <a:off x="1219200" y="5241925"/>
            <a:ext cx="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2468" name="Google Shape;2468;p108"/>
          <p:cNvCxnSpPr/>
          <p:nvPr/>
        </p:nvCxnSpPr>
        <p:spPr>
          <a:xfrm>
            <a:off x="3352800" y="5241925"/>
            <a:ext cx="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2469" name="Google Shape;2469;p108"/>
          <p:cNvSpPr txBox="1"/>
          <p:nvPr/>
        </p:nvSpPr>
        <p:spPr>
          <a:xfrm>
            <a:off x="4664075" y="5546725"/>
            <a:ext cx="20256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00:05:4B:80:AB:04</a:t>
            </a:r>
            <a:endParaRPr/>
          </a:p>
        </p:txBody>
      </p:sp>
      <p:sp>
        <p:nvSpPr>
          <p:cNvPr id="2470" name="Google Shape;2470;p108"/>
          <p:cNvSpPr txBox="1"/>
          <p:nvPr/>
        </p:nvSpPr>
        <p:spPr>
          <a:xfrm>
            <a:off x="5654675" y="5851525"/>
            <a:ext cx="20256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00:05:4B:80:AB:05</a:t>
            </a:r>
            <a:endParaRPr/>
          </a:p>
        </p:txBody>
      </p:sp>
      <p:sp>
        <p:nvSpPr>
          <p:cNvPr id="2471" name="Google Shape;2471;p108"/>
          <p:cNvSpPr txBox="1"/>
          <p:nvPr/>
        </p:nvSpPr>
        <p:spPr>
          <a:xfrm>
            <a:off x="7102475" y="5546725"/>
            <a:ext cx="20256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00:05:4B:80:AB:06</a:t>
            </a:r>
            <a:endParaRPr/>
          </a:p>
        </p:txBody>
      </p:sp>
      <p:cxnSp>
        <p:nvCxnSpPr>
          <p:cNvPr id="2472" name="Google Shape;2472;p108"/>
          <p:cNvCxnSpPr/>
          <p:nvPr/>
        </p:nvCxnSpPr>
        <p:spPr>
          <a:xfrm>
            <a:off x="6781800" y="5241925"/>
            <a:ext cx="0" cy="60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2473" name="Google Shape;2473;p108"/>
          <p:cNvCxnSpPr/>
          <p:nvPr/>
        </p:nvCxnSpPr>
        <p:spPr>
          <a:xfrm>
            <a:off x="5715000" y="5241925"/>
            <a:ext cx="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2474" name="Google Shape;2474;p108"/>
          <p:cNvCxnSpPr/>
          <p:nvPr/>
        </p:nvCxnSpPr>
        <p:spPr>
          <a:xfrm>
            <a:off x="7848600" y="5241925"/>
            <a:ext cx="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2475" name="Google Shape;2475;p108"/>
          <p:cNvSpPr txBox="1"/>
          <p:nvPr/>
        </p:nvSpPr>
        <p:spPr>
          <a:xfrm>
            <a:off x="1752600" y="2636837"/>
            <a:ext cx="2038350" cy="928687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00:05:4B:80:AB:01</a:t>
            </a:r>
            <a:b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00:05:4B:80:AB:02</a:t>
            </a:r>
            <a:b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00:05:4B:80:AB:03</a:t>
            </a:r>
            <a:endParaRPr/>
          </a:p>
        </p:txBody>
      </p:sp>
      <p:sp>
        <p:nvSpPr>
          <p:cNvPr id="2476" name="Google Shape;2476;p108"/>
          <p:cNvSpPr txBox="1"/>
          <p:nvPr/>
        </p:nvSpPr>
        <p:spPr>
          <a:xfrm>
            <a:off x="5572125" y="2492375"/>
            <a:ext cx="2038350" cy="65405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6025" rIns="0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00:05:4B:80:AB:04</a:t>
            </a:r>
            <a:b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00:05:4B:80:AB:05</a:t>
            </a:r>
            <a:endParaRPr/>
          </a:p>
        </p:txBody>
      </p:sp>
      <p:cxnSp>
        <p:nvCxnSpPr>
          <p:cNvPr id="2477" name="Google Shape;2477;p108"/>
          <p:cNvCxnSpPr/>
          <p:nvPr/>
        </p:nvCxnSpPr>
        <p:spPr>
          <a:xfrm>
            <a:off x="3810000" y="3565525"/>
            <a:ext cx="609600" cy="76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78" name="Google Shape;2478;p108"/>
          <p:cNvCxnSpPr/>
          <p:nvPr/>
        </p:nvCxnSpPr>
        <p:spPr>
          <a:xfrm flipH="1">
            <a:off x="5105400" y="3184525"/>
            <a:ext cx="10668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p109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</p:txBody>
      </p:sp>
      <p:sp>
        <p:nvSpPr>
          <p:cNvPr id="2484" name="Google Shape;2484;p109"/>
          <p:cNvSpPr txBox="1">
            <a:spLocks noGrp="1"/>
          </p:cNvSpPr>
          <p:nvPr>
            <p:ph type="body" idx="1"/>
          </p:nvPr>
        </p:nvSpPr>
        <p:spPr>
          <a:xfrm>
            <a:off x="381000" y="1524000"/>
            <a:ext cx="8686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Funcionamento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“Tabela de Bridging” é construída dinâmicamente: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um frame Ethernet é recebido por uma das portas, é obtido o endereço ethernet de origem do frame (máquina que o enviou). 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verificado se este endereço já existe na tabela de bridging desta porta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não existir, este é inserido</a:t>
            </a:r>
            <a:endParaRPr/>
          </a:p>
          <a:p>
            <a:pPr marL="1143000" marR="0" lvl="2" indent="-114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entrada possui um tempo limitado de vida. 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110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</p:txBody>
      </p:sp>
      <p:sp>
        <p:nvSpPr>
          <p:cNvPr id="2490" name="Google Shape;2490;p110"/>
          <p:cNvSpPr txBox="1">
            <a:spLocks noGrp="1"/>
          </p:cNvSpPr>
          <p:nvPr>
            <p:ph type="body" idx="1"/>
          </p:nvPr>
        </p:nvSpPr>
        <p:spPr>
          <a:xfrm>
            <a:off x="539750" y="1524000"/>
            <a:ext cx="852805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um frame unicast: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chega um frame Unicast em uma porta: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consultada a tabela de bridging da porta para verificar se a máquina destino se encontra a partir desta mesma porta.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estiver na tabela da mesma porta, descarta o frame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Senão, consulta as tabelas de bridging das outras portas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achar uma porta cuja tabela de bridging tenha o endereço Ethernet do destinatário, transmite o frame por esta porta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não achar em nenhuma porta, transmite para todas as portas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p111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/>
          </a:p>
        </p:txBody>
      </p:sp>
      <p:sp>
        <p:nvSpPr>
          <p:cNvPr id="2496" name="Google Shape;2496;p111"/>
          <p:cNvSpPr txBox="1">
            <a:spLocks noGrp="1"/>
          </p:cNvSpPr>
          <p:nvPr>
            <p:ph type="body" idx="1"/>
          </p:nvPr>
        </p:nvSpPr>
        <p:spPr>
          <a:xfrm>
            <a:off x="755650" y="1524000"/>
            <a:ext cx="831215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um frame Broadcast: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chega um frame broadcast em uma porta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Transmite para todas as portas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112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Equipamentos de </a:t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Interconexão Ethernet:</a:t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Google Shape;2506;p113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/>
          </a:p>
        </p:txBody>
      </p:sp>
      <p:sp>
        <p:nvSpPr>
          <p:cNvPr id="2507" name="Google Shape;2507;p113"/>
          <p:cNvSpPr txBox="1">
            <a:spLocks noGrp="1"/>
          </p:cNvSpPr>
          <p:nvPr>
            <p:ph type="body" idx="1"/>
          </p:nvPr>
        </p:nvSpPr>
        <p:spPr>
          <a:xfrm>
            <a:off x="684212" y="1524000"/>
            <a:ext cx="8383587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Evolução da Bridge: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várias portas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várias transmissões entre portas simultâneamente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utilização de buffers (para enfileirar um frames quando a porta de destino está ocupada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de operação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Cut-throw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and Forward</a:t>
            </a:r>
            <a:endParaRPr/>
          </a:p>
        </p:txBody>
      </p:sp>
      <p:grpSp>
        <p:nvGrpSpPr>
          <p:cNvPr id="2508" name="Google Shape;2508;p113"/>
          <p:cNvGrpSpPr/>
          <p:nvPr/>
        </p:nvGrpSpPr>
        <p:grpSpPr>
          <a:xfrm>
            <a:off x="1143000" y="4076700"/>
            <a:ext cx="7772400" cy="2224087"/>
            <a:chOff x="143" y="2548"/>
            <a:chExt cx="5360" cy="1733"/>
          </a:xfrm>
        </p:grpSpPr>
        <p:cxnSp>
          <p:nvCxnSpPr>
            <p:cNvPr id="2509" name="Google Shape;2509;p113"/>
            <p:cNvCxnSpPr/>
            <p:nvPr/>
          </p:nvCxnSpPr>
          <p:spPr>
            <a:xfrm>
              <a:off x="336" y="3360"/>
              <a:ext cx="2496" cy="0"/>
            </a:xfrm>
            <a:prstGeom prst="straightConnector1">
              <a:avLst/>
            </a:prstGeom>
            <a:noFill/>
            <a:ln w="76200" cap="flat" cmpd="sng">
              <a:solidFill>
                <a:schemeClr val="dk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aphicFrame>
          <p:nvGraphicFramePr>
            <p:cNvPr id="2510" name="Google Shape;2510;p113"/>
            <p:cNvGraphicFramePr/>
            <p:nvPr/>
          </p:nvGraphicFramePr>
          <p:xfrm>
            <a:off x="143" y="3728"/>
            <a:ext cx="704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8" r:id="rId4" imgW="704" imgH="553" progId="MS_ClipArt_Gallery">
                    <p:embed/>
                  </p:oleObj>
                </mc:Choice>
                <mc:Fallback>
                  <p:oleObj r:id="rId4" imgW="704" imgH="553" progId="MS_ClipArt_Gallery">
                    <p:embed/>
                    <p:pic>
                      <p:nvPicPr>
                        <p:cNvPr id="2510" name="Google Shape;2510;p113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143" y="3728"/>
                          <a:ext cx="704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11" name="Google Shape;2511;p113"/>
            <p:cNvCxnSpPr/>
            <p:nvPr/>
          </p:nvCxnSpPr>
          <p:spPr>
            <a:xfrm flipH="1">
              <a:off x="528" y="3504"/>
              <a:ext cx="96" cy="240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aphicFrame>
          <p:nvGraphicFramePr>
            <p:cNvPr id="2512" name="Google Shape;2512;p113"/>
            <p:cNvGraphicFramePr/>
            <p:nvPr/>
          </p:nvGraphicFramePr>
          <p:xfrm>
            <a:off x="911" y="3728"/>
            <a:ext cx="704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9" r:id="rId6" imgW="704" imgH="553" progId="MS_ClipArt_Gallery">
                    <p:embed/>
                  </p:oleObj>
                </mc:Choice>
                <mc:Fallback>
                  <p:oleObj r:id="rId6" imgW="704" imgH="553" progId="MS_ClipArt_Gallery">
                    <p:embed/>
                    <p:pic>
                      <p:nvPicPr>
                        <p:cNvPr id="2512" name="Google Shape;2512;p113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911" y="3728"/>
                          <a:ext cx="704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13" name="Google Shape;2513;p113"/>
            <p:cNvCxnSpPr/>
            <p:nvPr/>
          </p:nvCxnSpPr>
          <p:spPr>
            <a:xfrm flipH="1">
              <a:off x="1296" y="3504"/>
              <a:ext cx="96" cy="240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aphicFrame>
          <p:nvGraphicFramePr>
            <p:cNvPr id="2514" name="Google Shape;2514;p113"/>
            <p:cNvGraphicFramePr/>
            <p:nvPr/>
          </p:nvGraphicFramePr>
          <p:xfrm>
            <a:off x="1679" y="3728"/>
            <a:ext cx="704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0" r:id="rId7" imgW="704" imgH="553" progId="MS_ClipArt_Gallery">
                    <p:embed/>
                  </p:oleObj>
                </mc:Choice>
                <mc:Fallback>
                  <p:oleObj r:id="rId7" imgW="704" imgH="553" progId="MS_ClipArt_Gallery">
                    <p:embed/>
                    <p:pic>
                      <p:nvPicPr>
                        <p:cNvPr id="2514" name="Google Shape;2514;p113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1679" y="3728"/>
                          <a:ext cx="704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15" name="Google Shape;2515;p113"/>
            <p:cNvCxnSpPr/>
            <p:nvPr/>
          </p:nvCxnSpPr>
          <p:spPr>
            <a:xfrm flipH="1">
              <a:off x="2064" y="3504"/>
              <a:ext cx="96" cy="240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16" name="Google Shape;2516;p113"/>
            <p:cNvSpPr/>
            <p:nvPr/>
          </p:nvSpPr>
          <p:spPr>
            <a:xfrm>
              <a:off x="580" y="3364"/>
              <a:ext cx="136" cy="136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17" name="Google Shape;2517;p113"/>
            <p:cNvSpPr/>
            <p:nvPr/>
          </p:nvSpPr>
          <p:spPr>
            <a:xfrm>
              <a:off x="1300" y="3364"/>
              <a:ext cx="136" cy="136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18" name="Google Shape;2518;p113"/>
            <p:cNvSpPr/>
            <p:nvPr/>
          </p:nvSpPr>
          <p:spPr>
            <a:xfrm>
              <a:off x="2068" y="3364"/>
              <a:ext cx="136" cy="136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aphicFrame>
          <p:nvGraphicFramePr>
            <p:cNvPr id="2519" name="Google Shape;2519;p113"/>
            <p:cNvGraphicFramePr/>
            <p:nvPr/>
          </p:nvGraphicFramePr>
          <p:xfrm>
            <a:off x="3071" y="3728"/>
            <a:ext cx="704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1" r:id="rId8" imgW="704" imgH="553" progId="MS_ClipArt_Gallery">
                    <p:embed/>
                  </p:oleObj>
                </mc:Choice>
                <mc:Fallback>
                  <p:oleObj r:id="rId8" imgW="704" imgH="553" progId="MS_ClipArt_Gallery">
                    <p:embed/>
                    <p:pic>
                      <p:nvPicPr>
                        <p:cNvPr id="2519" name="Google Shape;2519;p113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3071" y="3728"/>
                          <a:ext cx="704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20" name="Google Shape;2520;p113"/>
            <p:cNvGraphicFramePr/>
            <p:nvPr/>
          </p:nvGraphicFramePr>
          <p:xfrm>
            <a:off x="3983" y="3728"/>
            <a:ext cx="704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2" r:id="rId9" imgW="704" imgH="553" progId="MS_ClipArt_Gallery">
                    <p:embed/>
                  </p:oleObj>
                </mc:Choice>
                <mc:Fallback>
                  <p:oleObj r:id="rId9" imgW="704" imgH="553" progId="MS_ClipArt_Gallery">
                    <p:embed/>
                    <p:pic>
                      <p:nvPicPr>
                        <p:cNvPr id="2520" name="Google Shape;2520;p113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3983" y="3728"/>
                          <a:ext cx="704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21" name="Google Shape;2521;p113"/>
            <p:cNvCxnSpPr/>
            <p:nvPr/>
          </p:nvCxnSpPr>
          <p:spPr>
            <a:xfrm>
              <a:off x="3744" y="2880"/>
              <a:ext cx="624" cy="864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aphicFrame>
          <p:nvGraphicFramePr>
            <p:cNvPr id="2522" name="Google Shape;2522;p113"/>
            <p:cNvGraphicFramePr/>
            <p:nvPr/>
          </p:nvGraphicFramePr>
          <p:xfrm>
            <a:off x="4799" y="3728"/>
            <a:ext cx="704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3" r:id="rId10" imgW="704" imgH="553" progId="MS_ClipArt_Gallery">
                    <p:embed/>
                  </p:oleObj>
                </mc:Choice>
                <mc:Fallback>
                  <p:oleObj r:id="rId10" imgW="704" imgH="553" progId="MS_ClipArt_Gallery">
                    <p:embed/>
                    <p:pic>
                      <p:nvPicPr>
                        <p:cNvPr id="2522" name="Google Shape;2522;p113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4799" y="3728"/>
                          <a:ext cx="704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23" name="Google Shape;2523;p113"/>
            <p:cNvCxnSpPr/>
            <p:nvPr/>
          </p:nvCxnSpPr>
          <p:spPr>
            <a:xfrm>
              <a:off x="3888" y="2880"/>
              <a:ext cx="1296" cy="864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24" name="Google Shape;2524;p113"/>
            <p:cNvSpPr/>
            <p:nvPr/>
          </p:nvSpPr>
          <p:spPr>
            <a:xfrm>
              <a:off x="3412" y="2548"/>
              <a:ext cx="712" cy="328"/>
            </a:xfrm>
            <a:prstGeom prst="cube">
              <a:avLst>
                <a:gd name="adj" fmla="val 5399"/>
              </a:avLst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5" name="Google Shape;2525;p113"/>
            <p:cNvSpPr txBox="1"/>
            <p:nvPr/>
          </p:nvSpPr>
          <p:spPr>
            <a:xfrm>
              <a:off x="3361" y="2641"/>
              <a:ext cx="670" cy="2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switch</a:t>
              </a:r>
              <a:endParaRPr/>
            </a:p>
          </p:txBody>
        </p:sp>
        <p:cxnSp>
          <p:nvCxnSpPr>
            <p:cNvPr id="2526" name="Google Shape;2526;p113"/>
            <p:cNvCxnSpPr/>
            <p:nvPr/>
          </p:nvCxnSpPr>
          <p:spPr>
            <a:xfrm flipH="1">
              <a:off x="2688" y="2880"/>
              <a:ext cx="816" cy="336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27" name="Google Shape;2527;p113"/>
            <p:cNvSpPr/>
            <p:nvPr/>
          </p:nvSpPr>
          <p:spPr>
            <a:xfrm>
              <a:off x="2548" y="3220"/>
              <a:ext cx="136" cy="136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28" name="Google Shape;2528;p113"/>
            <p:cNvCxnSpPr/>
            <p:nvPr/>
          </p:nvCxnSpPr>
          <p:spPr>
            <a:xfrm flipH="1">
              <a:off x="3408" y="2880"/>
              <a:ext cx="192" cy="864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pic>
        <p:nvPicPr>
          <p:cNvPr id="20486" name="Picture 6" descr="rId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20485" name="Picture 5" descr="rId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20484" name="Picture 4" descr="rId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20483" name="Picture 3" descr="rId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20482" name="Picture 2" descr="rId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20481" name="Picture 1" descr="rId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114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/>
          </a:p>
        </p:txBody>
      </p:sp>
      <p:sp>
        <p:nvSpPr>
          <p:cNvPr id="2534" name="Google Shape;2534;p114"/>
          <p:cNvSpPr txBox="1">
            <a:spLocks noGrp="1"/>
          </p:cNvSpPr>
          <p:nvPr>
            <p:ph type="body" idx="1"/>
          </p:nvPr>
        </p:nvSpPr>
        <p:spPr>
          <a:xfrm>
            <a:off x="755650" y="1524000"/>
            <a:ext cx="831215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de operação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and Forward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Armazena o frame inteiro (store) para então envia-lo pela porta destino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Cut-throw  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Assim que o campo de destinatário é recebido pode começar a enviar o frame pela porta destino</a:t>
            </a:r>
            <a:endParaRPr/>
          </a:p>
        </p:txBody>
      </p:sp>
      <p:grpSp>
        <p:nvGrpSpPr>
          <p:cNvPr id="2535" name="Google Shape;2535;p114"/>
          <p:cNvGrpSpPr/>
          <p:nvPr/>
        </p:nvGrpSpPr>
        <p:grpSpPr>
          <a:xfrm>
            <a:off x="1143000" y="4076700"/>
            <a:ext cx="7772400" cy="2224087"/>
            <a:chOff x="143" y="2548"/>
            <a:chExt cx="5360" cy="1733"/>
          </a:xfrm>
        </p:grpSpPr>
        <p:cxnSp>
          <p:nvCxnSpPr>
            <p:cNvPr id="2536" name="Google Shape;2536;p114"/>
            <p:cNvCxnSpPr/>
            <p:nvPr/>
          </p:nvCxnSpPr>
          <p:spPr>
            <a:xfrm>
              <a:off x="336" y="3360"/>
              <a:ext cx="2496" cy="0"/>
            </a:xfrm>
            <a:prstGeom prst="straightConnector1">
              <a:avLst/>
            </a:prstGeom>
            <a:noFill/>
            <a:ln w="76200" cap="flat" cmpd="sng">
              <a:solidFill>
                <a:schemeClr val="dk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aphicFrame>
          <p:nvGraphicFramePr>
            <p:cNvPr id="2537" name="Google Shape;2537;p114"/>
            <p:cNvGraphicFramePr/>
            <p:nvPr/>
          </p:nvGraphicFramePr>
          <p:xfrm>
            <a:off x="143" y="3728"/>
            <a:ext cx="704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2" r:id="rId4" imgW="704" imgH="553" progId="MS_ClipArt_Gallery">
                    <p:embed/>
                  </p:oleObj>
                </mc:Choice>
                <mc:Fallback>
                  <p:oleObj r:id="rId4" imgW="704" imgH="553" progId="MS_ClipArt_Gallery">
                    <p:embed/>
                    <p:pic>
                      <p:nvPicPr>
                        <p:cNvPr id="2537" name="Google Shape;2537;p114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143" y="3728"/>
                          <a:ext cx="704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38" name="Google Shape;2538;p114"/>
            <p:cNvCxnSpPr/>
            <p:nvPr/>
          </p:nvCxnSpPr>
          <p:spPr>
            <a:xfrm flipH="1">
              <a:off x="528" y="3504"/>
              <a:ext cx="96" cy="240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aphicFrame>
          <p:nvGraphicFramePr>
            <p:cNvPr id="2539" name="Google Shape;2539;p114"/>
            <p:cNvGraphicFramePr/>
            <p:nvPr/>
          </p:nvGraphicFramePr>
          <p:xfrm>
            <a:off x="911" y="3728"/>
            <a:ext cx="704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3" r:id="rId6" imgW="704" imgH="553" progId="MS_ClipArt_Gallery">
                    <p:embed/>
                  </p:oleObj>
                </mc:Choice>
                <mc:Fallback>
                  <p:oleObj r:id="rId6" imgW="704" imgH="553" progId="MS_ClipArt_Gallery">
                    <p:embed/>
                    <p:pic>
                      <p:nvPicPr>
                        <p:cNvPr id="2539" name="Google Shape;2539;p114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911" y="3728"/>
                          <a:ext cx="704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40" name="Google Shape;2540;p114"/>
            <p:cNvCxnSpPr/>
            <p:nvPr/>
          </p:nvCxnSpPr>
          <p:spPr>
            <a:xfrm flipH="1">
              <a:off x="1296" y="3504"/>
              <a:ext cx="96" cy="240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aphicFrame>
          <p:nvGraphicFramePr>
            <p:cNvPr id="2541" name="Google Shape;2541;p114"/>
            <p:cNvGraphicFramePr/>
            <p:nvPr/>
          </p:nvGraphicFramePr>
          <p:xfrm>
            <a:off x="1679" y="3728"/>
            <a:ext cx="704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4" r:id="rId7" imgW="704" imgH="553" progId="MS_ClipArt_Gallery">
                    <p:embed/>
                  </p:oleObj>
                </mc:Choice>
                <mc:Fallback>
                  <p:oleObj r:id="rId7" imgW="704" imgH="553" progId="MS_ClipArt_Gallery">
                    <p:embed/>
                    <p:pic>
                      <p:nvPicPr>
                        <p:cNvPr id="2541" name="Google Shape;2541;p114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1679" y="3728"/>
                          <a:ext cx="704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42" name="Google Shape;2542;p114"/>
            <p:cNvCxnSpPr/>
            <p:nvPr/>
          </p:nvCxnSpPr>
          <p:spPr>
            <a:xfrm flipH="1">
              <a:off x="2064" y="3504"/>
              <a:ext cx="96" cy="240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43" name="Google Shape;2543;p114"/>
            <p:cNvSpPr/>
            <p:nvPr/>
          </p:nvSpPr>
          <p:spPr>
            <a:xfrm>
              <a:off x="580" y="3364"/>
              <a:ext cx="136" cy="136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44" name="Google Shape;2544;p114"/>
            <p:cNvSpPr/>
            <p:nvPr/>
          </p:nvSpPr>
          <p:spPr>
            <a:xfrm>
              <a:off x="1300" y="3364"/>
              <a:ext cx="136" cy="136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45" name="Google Shape;2545;p114"/>
            <p:cNvSpPr/>
            <p:nvPr/>
          </p:nvSpPr>
          <p:spPr>
            <a:xfrm>
              <a:off x="2068" y="3364"/>
              <a:ext cx="136" cy="136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aphicFrame>
          <p:nvGraphicFramePr>
            <p:cNvPr id="2546" name="Google Shape;2546;p114"/>
            <p:cNvGraphicFramePr/>
            <p:nvPr/>
          </p:nvGraphicFramePr>
          <p:xfrm>
            <a:off x="3071" y="3728"/>
            <a:ext cx="704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5" r:id="rId8" imgW="704" imgH="553" progId="MS_ClipArt_Gallery">
                    <p:embed/>
                  </p:oleObj>
                </mc:Choice>
                <mc:Fallback>
                  <p:oleObj r:id="rId8" imgW="704" imgH="553" progId="MS_ClipArt_Gallery">
                    <p:embed/>
                    <p:pic>
                      <p:nvPicPr>
                        <p:cNvPr id="2546" name="Google Shape;2546;p114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3071" y="3728"/>
                          <a:ext cx="704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47" name="Google Shape;2547;p114"/>
            <p:cNvGraphicFramePr/>
            <p:nvPr/>
          </p:nvGraphicFramePr>
          <p:xfrm>
            <a:off x="3983" y="3728"/>
            <a:ext cx="704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6" r:id="rId9" imgW="704" imgH="553" progId="MS_ClipArt_Gallery">
                    <p:embed/>
                  </p:oleObj>
                </mc:Choice>
                <mc:Fallback>
                  <p:oleObj r:id="rId9" imgW="704" imgH="553" progId="MS_ClipArt_Gallery">
                    <p:embed/>
                    <p:pic>
                      <p:nvPicPr>
                        <p:cNvPr id="2547" name="Google Shape;2547;p114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3983" y="3728"/>
                          <a:ext cx="704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48" name="Google Shape;2548;p114"/>
            <p:cNvCxnSpPr/>
            <p:nvPr/>
          </p:nvCxnSpPr>
          <p:spPr>
            <a:xfrm>
              <a:off x="3744" y="2880"/>
              <a:ext cx="624" cy="864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aphicFrame>
          <p:nvGraphicFramePr>
            <p:cNvPr id="2549" name="Google Shape;2549;p114"/>
            <p:cNvGraphicFramePr/>
            <p:nvPr/>
          </p:nvGraphicFramePr>
          <p:xfrm>
            <a:off x="4799" y="3728"/>
            <a:ext cx="704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7" r:id="rId10" imgW="704" imgH="553" progId="MS_ClipArt_Gallery">
                    <p:embed/>
                  </p:oleObj>
                </mc:Choice>
                <mc:Fallback>
                  <p:oleObj r:id="rId10" imgW="704" imgH="553" progId="MS_ClipArt_Gallery">
                    <p:embed/>
                    <p:pic>
                      <p:nvPicPr>
                        <p:cNvPr id="2549" name="Google Shape;2549;p114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4799" y="3728"/>
                          <a:ext cx="704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50" name="Google Shape;2550;p114"/>
            <p:cNvCxnSpPr/>
            <p:nvPr/>
          </p:nvCxnSpPr>
          <p:spPr>
            <a:xfrm>
              <a:off x="3888" y="2880"/>
              <a:ext cx="1296" cy="864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51" name="Google Shape;2551;p114"/>
            <p:cNvSpPr/>
            <p:nvPr/>
          </p:nvSpPr>
          <p:spPr>
            <a:xfrm>
              <a:off x="3412" y="2548"/>
              <a:ext cx="712" cy="328"/>
            </a:xfrm>
            <a:prstGeom prst="cube">
              <a:avLst>
                <a:gd name="adj" fmla="val 5399"/>
              </a:avLst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52" name="Google Shape;2552;p114"/>
            <p:cNvSpPr txBox="1"/>
            <p:nvPr/>
          </p:nvSpPr>
          <p:spPr>
            <a:xfrm>
              <a:off x="3361" y="2641"/>
              <a:ext cx="670" cy="2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switch</a:t>
              </a:r>
              <a:endParaRPr/>
            </a:p>
          </p:txBody>
        </p:sp>
        <p:cxnSp>
          <p:nvCxnSpPr>
            <p:cNvPr id="2553" name="Google Shape;2553;p114"/>
            <p:cNvCxnSpPr/>
            <p:nvPr/>
          </p:nvCxnSpPr>
          <p:spPr>
            <a:xfrm flipH="1">
              <a:off x="2688" y="2880"/>
              <a:ext cx="816" cy="336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54" name="Google Shape;2554;p114"/>
            <p:cNvSpPr/>
            <p:nvPr/>
          </p:nvSpPr>
          <p:spPr>
            <a:xfrm>
              <a:off x="2548" y="3220"/>
              <a:ext cx="136" cy="136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55" name="Google Shape;2555;p114"/>
            <p:cNvCxnSpPr/>
            <p:nvPr/>
          </p:nvCxnSpPr>
          <p:spPr>
            <a:xfrm flipH="1">
              <a:off x="3408" y="2880"/>
              <a:ext cx="192" cy="864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pic>
        <p:nvPicPr>
          <p:cNvPr id="21510" name="Picture 6" descr="rId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21509" name="Picture 5" descr="rId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21508" name="Picture 4" descr="rId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21507" name="Picture 3" descr="rId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21506" name="Picture 2" descr="rId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21505" name="Picture 1" descr="rId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p115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/>
          </a:p>
        </p:txBody>
      </p:sp>
      <p:sp>
        <p:nvSpPr>
          <p:cNvPr id="2561" name="Google Shape;2561;p115"/>
          <p:cNvSpPr txBox="1">
            <a:spLocks noGrp="1"/>
          </p:cNvSpPr>
          <p:nvPr>
            <p:ph type="body" idx="1"/>
          </p:nvPr>
        </p:nvSpPr>
        <p:spPr>
          <a:xfrm>
            <a:off x="684212" y="1524000"/>
            <a:ext cx="8383587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and Forward</a:t>
            </a:r>
            <a:endParaRPr/>
          </a:p>
          <a:p>
            <a:pPr marL="342900" marR="0" lvl="0" indent="-247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 completamente recebido e armazenado no buffer do switch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Checagem de erro (CRC) é efetuada e, finalmente, o endereço de destino é localizado na tabela MAC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Latência é maior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 descartado caso erro detectado na checagem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curto (menos de 64 bytes)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longo (maior de 1518 bytes)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p116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/>
          </a:p>
        </p:txBody>
      </p:sp>
      <p:sp>
        <p:nvSpPr>
          <p:cNvPr id="2567" name="Google Shape;2567;p116"/>
          <p:cNvSpPr txBox="1">
            <a:spLocks noGrp="1"/>
          </p:cNvSpPr>
          <p:nvPr>
            <p:ph type="body" idx="1"/>
          </p:nvPr>
        </p:nvSpPr>
        <p:spPr>
          <a:xfrm>
            <a:off x="684212" y="1524000"/>
            <a:ext cx="8383587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Cut-Through</a:t>
            </a:r>
            <a:endParaRPr/>
          </a:p>
          <a:p>
            <a:pPr marL="342900" marR="0" lvl="0" indent="-247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 apenas o endereço de destino para o buffer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Endereço de destino localizado e frame encaminhado para o destino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Baixa latência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encaminhamento do frame começa assim que o endereço de destino é descoberto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p117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/>
          </a:p>
        </p:txBody>
      </p:sp>
      <p:sp>
        <p:nvSpPr>
          <p:cNvPr id="2573" name="Google Shape;2573;p117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Spaning Tree</a:t>
            </a:r>
            <a:endParaRPr/>
          </a:p>
          <a:p>
            <a:pPr marL="342900" marR="0" lvl="0" indent="-247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Protocolo que permite tratar conexões cíclicas, evitando que loops de rede ocorram em redes de camada de enlace</a:t>
            </a: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protocolo STP monitora constantemente a rede identificando todos os links com atividade e certificando-se que loops de rede não ocorram, através da desativação de links redundantes</a:t>
            </a: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Elege um switch raiz (root bridge) responsável pela definição de toda topologia da rede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118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Fast Ethernet e</a:t>
            </a:r>
            <a:b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IEEE 802.3u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Google Shape;2583;p119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Fast Ethernet e IEEE 802.3u</a:t>
            </a:r>
            <a:endParaRPr/>
          </a:p>
        </p:txBody>
      </p:sp>
      <p:sp>
        <p:nvSpPr>
          <p:cNvPr id="2584" name="Google Shape;2584;p119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 Ethernet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Protocolo Ethernet operando a 100 Mbps ao invés dos 10Mbs do Ethernet tradicional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 10 vezes mais rápido que o Ethernet tradicional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 FastEthernet possui o mesmo formato que o Frame Ethernet</a:t>
            </a: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IEEE 802.3u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Padronização pelo IEEE para o Fast Ethernet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Semelhante ao padrão IEEE 802.3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 802.3u possui o mesmo formato que o frame 802.3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p120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Fast Ethernet e IEEE 802.3u</a:t>
            </a:r>
            <a:endParaRPr/>
          </a:p>
        </p:txBody>
      </p:sp>
      <p:sp>
        <p:nvSpPr>
          <p:cNvPr id="2590" name="Google Shape;2590;p120"/>
          <p:cNvSpPr txBox="1"/>
          <p:nvPr/>
        </p:nvSpPr>
        <p:spPr>
          <a:xfrm>
            <a:off x="2339975" y="607695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0" rIns="9207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Mbps</a:t>
            </a:r>
            <a:endParaRPr/>
          </a:p>
        </p:txBody>
      </p:sp>
      <p:sp>
        <p:nvSpPr>
          <p:cNvPr id="2591" name="Google Shape;2591;p120"/>
          <p:cNvSpPr txBox="1"/>
          <p:nvPr/>
        </p:nvSpPr>
        <p:spPr>
          <a:xfrm>
            <a:off x="366712" y="1557337"/>
            <a:ext cx="18256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Aplicação</a:t>
            </a:r>
            <a:endParaRPr/>
          </a:p>
        </p:txBody>
      </p:sp>
      <p:sp>
        <p:nvSpPr>
          <p:cNvPr id="2592" name="Google Shape;2592;p120"/>
          <p:cNvSpPr txBox="1"/>
          <p:nvPr/>
        </p:nvSpPr>
        <p:spPr>
          <a:xfrm>
            <a:off x="366712" y="5214937"/>
            <a:ext cx="1901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Interface</a:t>
            </a:r>
            <a:endParaRPr/>
          </a:p>
        </p:txBody>
      </p:sp>
      <p:sp>
        <p:nvSpPr>
          <p:cNvPr id="2593" name="Google Shape;2593;p120"/>
          <p:cNvSpPr txBox="1"/>
          <p:nvPr/>
        </p:nvSpPr>
        <p:spPr>
          <a:xfrm>
            <a:off x="366712" y="3919537"/>
            <a:ext cx="19018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</a:t>
            </a:r>
            <a:b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 redes</a:t>
            </a:r>
            <a:endParaRPr/>
          </a:p>
        </p:txBody>
      </p:sp>
      <p:sp>
        <p:nvSpPr>
          <p:cNvPr id="2594" name="Google Shape;2594;p120"/>
          <p:cNvSpPr txBox="1"/>
          <p:nvPr/>
        </p:nvSpPr>
        <p:spPr>
          <a:xfrm>
            <a:off x="366712" y="2700337"/>
            <a:ext cx="182562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transporte</a:t>
            </a:r>
            <a:endParaRPr/>
          </a:p>
        </p:txBody>
      </p:sp>
      <p:grpSp>
        <p:nvGrpSpPr>
          <p:cNvPr id="2595" name="Google Shape;2595;p120"/>
          <p:cNvGrpSpPr/>
          <p:nvPr/>
        </p:nvGrpSpPr>
        <p:grpSpPr>
          <a:xfrm>
            <a:off x="2124075" y="1395412"/>
            <a:ext cx="6862762" cy="4481512"/>
            <a:chOff x="1203" y="915"/>
            <a:chExt cx="4458" cy="2980"/>
          </a:xfrm>
        </p:grpSpPr>
        <p:sp>
          <p:nvSpPr>
            <p:cNvPr id="2596" name="Google Shape;2596;p120"/>
            <p:cNvSpPr txBox="1"/>
            <p:nvPr/>
          </p:nvSpPr>
          <p:spPr>
            <a:xfrm>
              <a:off x="1203" y="3219"/>
              <a:ext cx="1002" cy="676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107763" dir="2700000">
                <a:schemeClr val="lt2"/>
              </a:outerShdw>
            </a:effectLst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b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Ethernet</a:t>
              </a:r>
              <a: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b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/>
            </a:p>
          </p:txBody>
        </p:sp>
        <p:sp>
          <p:nvSpPr>
            <p:cNvPr id="2597" name="Google Shape;2597;p120"/>
            <p:cNvSpPr txBox="1"/>
            <p:nvPr/>
          </p:nvSpPr>
          <p:spPr>
            <a:xfrm>
              <a:off x="1203" y="915"/>
              <a:ext cx="4458" cy="676"/>
            </a:xfrm>
            <a:prstGeom prst="rect">
              <a:avLst/>
            </a:prstGeom>
            <a:solidFill>
              <a:srgbClr val="C0C0C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107763" dir="2700000">
                <a:schemeClr val="lt2"/>
              </a:outerShdw>
            </a:effectLst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b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  HTTP  FTP Telnet  SMTP  POP  IMAP ...</a:t>
              </a:r>
              <a: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b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/>
            </a:p>
          </p:txBody>
        </p:sp>
        <p:sp>
          <p:nvSpPr>
            <p:cNvPr id="2598" name="Google Shape;2598;p120"/>
            <p:cNvSpPr txBox="1"/>
            <p:nvPr/>
          </p:nvSpPr>
          <p:spPr>
            <a:xfrm>
              <a:off x="1203" y="1683"/>
              <a:ext cx="4458" cy="676"/>
            </a:xfrm>
            <a:prstGeom prst="rect">
              <a:avLst/>
            </a:prstGeom>
            <a:solidFill>
              <a:srgbClr val="C0C0C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107763" dir="2700000">
                <a:schemeClr val="lt2"/>
              </a:outerShdw>
            </a:effectLst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b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TCP / UDP</a:t>
              </a:r>
              <a:b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/>
            </a:p>
          </p:txBody>
        </p:sp>
        <p:sp>
          <p:nvSpPr>
            <p:cNvPr id="2599" name="Google Shape;2599;p120"/>
            <p:cNvSpPr txBox="1"/>
            <p:nvPr/>
          </p:nvSpPr>
          <p:spPr>
            <a:xfrm>
              <a:off x="1203" y="2451"/>
              <a:ext cx="4458" cy="676"/>
            </a:xfrm>
            <a:prstGeom prst="rect">
              <a:avLst/>
            </a:prstGeom>
            <a:solidFill>
              <a:srgbClr val="C0C0C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107763" dir="2700000">
                <a:schemeClr val="lt2"/>
              </a:outerShdw>
            </a:effectLst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b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br>
                <a:rPr lang="en-US" sz="20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/>
            </a:p>
          </p:txBody>
        </p:sp>
        <p:sp>
          <p:nvSpPr>
            <p:cNvPr id="2600" name="Google Shape;2600;p120"/>
            <p:cNvSpPr txBox="1"/>
            <p:nvPr/>
          </p:nvSpPr>
          <p:spPr>
            <a:xfrm>
              <a:off x="2403" y="3219"/>
              <a:ext cx="2058" cy="2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107763" dir="2700000">
                <a:schemeClr val="lt2"/>
              </a:outerShdw>
            </a:effectLst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802.2</a:t>
              </a:r>
              <a:endParaRPr/>
            </a:p>
          </p:txBody>
        </p:sp>
        <p:sp>
          <p:nvSpPr>
            <p:cNvPr id="2601" name="Google Shape;2601;p120"/>
            <p:cNvSpPr txBox="1"/>
            <p:nvPr/>
          </p:nvSpPr>
          <p:spPr>
            <a:xfrm>
              <a:off x="2402" y="3458"/>
              <a:ext cx="764" cy="43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107763" dir="2700000">
                <a:schemeClr val="lt2"/>
              </a:outerShdw>
            </a:effectLst>
          </p:spPr>
          <p:txBody>
            <a:bodyPr spcFirstLastPara="1" wrap="square" lIns="0" tIns="46025" rIns="0" bIns="460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802.3</a:t>
              </a:r>
              <a:b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6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CSMA/CD</a:t>
              </a:r>
              <a:endParaRPr/>
            </a:p>
          </p:txBody>
        </p:sp>
        <p:sp>
          <p:nvSpPr>
            <p:cNvPr id="2602" name="Google Shape;2602;p120"/>
            <p:cNvSpPr txBox="1"/>
            <p:nvPr/>
          </p:nvSpPr>
          <p:spPr>
            <a:xfrm>
              <a:off x="4659" y="3219"/>
              <a:ext cx="1002" cy="676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107763" dir="2700000">
                <a:schemeClr val="lt2"/>
              </a:outerShdw>
            </a:effectLst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Fast</a:t>
              </a:r>
              <a:b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Ethernet</a:t>
              </a:r>
              <a:b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/>
            </a:p>
          </p:txBody>
        </p:sp>
        <p:sp>
          <p:nvSpPr>
            <p:cNvPr id="2603" name="Google Shape;2603;p120"/>
            <p:cNvSpPr txBox="1"/>
            <p:nvPr/>
          </p:nvSpPr>
          <p:spPr>
            <a:xfrm>
              <a:off x="3698" y="3458"/>
              <a:ext cx="764" cy="43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107763" dir="2700000">
                <a:schemeClr val="lt2"/>
              </a:outerShdw>
            </a:effectLst>
          </p:spPr>
          <p:txBody>
            <a:bodyPr spcFirstLastPara="1" wrap="square" lIns="0" tIns="46025" rIns="0" bIns="460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802.3u</a:t>
              </a:r>
              <a:br>
                <a:rPr lang="en-US" sz="20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600" b="1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CSMA/CD</a:t>
              </a:r>
              <a:endParaRPr/>
            </a:p>
          </p:txBody>
        </p:sp>
      </p:grpSp>
      <p:sp>
        <p:nvSpPr>
          <p:cNvPr id="2604" name="Google Shape;2604;p120"/>
          <p:cNvSpPr txBox="1"/>
          <p:nvPr/>
        </p:nvSpPr>
        <p:spPr>
          <a:xfrm>
            <a:off x="6443662" y="6092825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0" rIns="9207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Mbps</a:t>
            </a:r>
            <a:endParaRPr/>
          </a:p>
        </p:txBody>
      </p:sp>
      <p:cxnSp>
        <p:nvCxnSpPr>
          <p:cNvPr id="2605" name="Google Shape;2605;p120"/>
          <p:cNvCxnSpPr/>
          <p:nvPr/>
        </p:nvCxnSpPr>
        <p:spPr>
          <a:xfrm>
            <a:off x="1981200" y="6096000"/>
            <a:ext cx="3124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606" name="Google Shape;2606;p120"/>
          <p:cNvCxnSpPr/>
          <p:nvPr/>
        </p:nvCxnSpPr>
        <p:spPr>
          <a:xfrm>
            <a:off x="5943600" y="6096000"/>
            <a:ext cx="3124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" name="Google Shape;2611;p121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Conectividade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6" name="Google Shape;2616;p122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Conectividade</a:t>
            </a:r>
            <a:endParaRPr/>
          </a:p>
        </p:txBody>
      </p:sp>
      <p:sp>
        <p:nvSpPr>
          <p:cNvPr id="2617" name="Google Shape;2617;p122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277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Ethernet / IEEE 802.3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conector está diretamente associado a um padrão específico da subcamada física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RJ45 + UTP: 10BaseT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BNC + Coaxial fino: 10Base2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BNC + Coaxial grosso: 10 base5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SC/ST + Fibra: 10BaseF</a:t>
            </a:r>
            <a:endParaRPr/>
          </a:p>
        </p:txBody>
      </p:sp>
      <p:graphicFrame>
        <p:nvGraphicFramePr>
          <p:cNvPr id="2618" name="Google Shape;2618;p122"/>
          <p:cNvGraphicFramePr/>
          <p:nvPr/>
        </p:nvGraphicFramePr>
        <p:xfrm>
          <a:off x="2987675" y="5354637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r:id="rId4" imgW="906462" imgH="711200" progId="MS_ClipArt_Gallery">
                  <p:embed/>
                </p:oleObj>
              </mc:Choice>
              <mc:Fallback>
                <p:oleObj r:id="rId4" imgW="906462" imgH="711200" progId="MS_ClipArt_Gallery">
                  <p:embed/>
                  <p:pic>
                    <p:nvPicPr>
                      <p:cNvPr id="2618" name="Google Shape;2618;p122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987675" y="5354637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19" name="Google Shape;2619;p122"/>
          <p:cNvGrpSpPr/>
          <p:nvPr/>
        </p:nvGrpSpPr>
        <p:grpSpPr>
          <a:xfrm>
            <a:off x="4356100" y="4005262"/>
            <a:ext cx="2500312" cy="368300"/>
            <a:chOff x="868" y="2596"/>
            <a:chExt cx="1575" cy="232"/>
          </a:xfrm>
        </p:grpSpPr>
        <p:sp>
          <p:nvSpPr>
            <p:cNvPr id="2620" name="Google Shape;2620;p122"/>
            <p:cNvSpPr/>
            <p:nvPr/>
          </p:nvSpPr>
          <p:spPr>
            <a:xfrm>
              <a:off x="868" y="2596"/>
              <a:ext cx="1575" cy="232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621" name="Google Shape;2621;p122"/>
            <p:cNvGrpSpPr/>
            <p:nvPr/>
          </p:nvGrpSpPr>
          <p:grpSpPr>
            <a:xfrm>
              <a:off x="930" y="2746"/>
              <a:ext cx="334" cy="52"/>
              <a:chOff x="930" y="2746"/>
              <a:chExt cx="334" cy="52"/>
            </a:xfrm>
          </p:grpSpPr>
          <p:sp>
            <p:nvSpPr>
              <p:cNvPr id="2622" name="Google Shape;2622;p122"/>
              <p:cNvSpPr/>
              <p:nvPr/>
            </p:nvSpPr>
            <p:spPr>
              <a:xfrm>
                <a:off x="930" y="2746"/>
                <a:ext cx="54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23" name="Google Shape;2623;p122"/>
              <p:cNvSpPr/>
              <p:nvPr/>
            </p:nvSpPr>
            <p:spPr>
              <a:xfrm>
                <a:off x="1023" y="2746"/>
                <a:ext cx="55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24" name="Google Shape;2624;p122"/>
              <p:cNvSpPr/>
              <p:nvPr/>
            </p:nvSpPr>
            <p:spPr>
              <a:xfrm>
                <a:off x="1209" y="2746"/>
                <a:ext cx="55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25" name="Google Shape;2625;p122"/>
              <p:cNvSpPr/>
              <p:nvPr/>
            </p:nvSpPr>
            <p:spPr>
              <a:xfrm>
                <a:off x="1117" y="2746"/>
                <a:ext cx="53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26" name="Google Shape;2626;p122"/>
            <p:cNvGrpSpPr/>
            <p:nvPr/>
          </p:nvGrpSpPr>
          <p:grpSpPr>
            <a:xfrm>
              <a:off x="1303" y="2746"/>
              <a:ext cx="333" cy="52"/>
              <a:chOff x="1303" y="2746"/>
              <a:chExt cx="333" cy="52"/>
            </a:xfrm>
          </p:grpSpPr>
          <p:sp>
            <p:nvSpPr>
              <p:cNvPr id="2627" name="Google Shape;2627;p122"/>
              <p:cNvSpPr/>
              <p:nvPr/>
            </p:nvSpPr>
            <p:spPr>
              <a:xfrm>
                <a:off x="1303" y="2746"/>
                <a:ext cx="53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28" name="Google Shape;2628;p122"/>
              <p:cNvSpPr/>
              <p:nvPr/>
            </p:nvSpPr>
            <p:spPr>
              <a:xfrm>
                <a:off x="1396" y="2746"/>
                <a:ext cx="54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29" name="Google Shape;2629;p122"/>
              <p:cNvSpPr/>
              <p:nvPr/>
            </p:nvSpPr>
            <p:spPr>
              <a:xfrm>
                <a:off x="1582" y="2746"/>
                <a:ext cx="54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30" name="Google Shape;2630;p122"/>
              <p:cNvSpPr/>
              <p:nvPr/>
            </p:nvSpPr>
            <p:spPr>
              <a:xfrm>
                <a:off x="1488" y="2746"/>
                <a:ext cx="55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31" name="Google Shape;2631;p122"/>
            <p:cNvGrpSpPr/>
            <p:nvPr/>
          </p:nvGrpSpPr>
          <p:grpSpPr>
            <a:xfrm>
              <a:off x="1675" y="2746"/>
              <a:ext cx="333" cy="52"/>
              <a:chOff x="1675" y="2746"/>
              <a:chExt cx="333" cy="52"/>
            </a:xfrm>
          </p:grpSpPr>
          <p:sp>
            <p:nvSpPr>
              <p:cNvPr id="2632" name="Google Shape;2632;p122"/>
              <p:cNvSpPr/>
              <p:nvPr/>
            </p:nvSpPr>
            <p:spPr>
              <a:xfrm>
                <a:off x="1675" y="2746"/>
                <a:ext cx="54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33" name="Google Shape;2633;p122"/>
              <p:cNvSpPr/>
              <p:nvPr/>
            </p:nvSpPr>
            <p:spPr>
              <a:xfrm>
                <a:off x="1768" y="2746"/>
                <a:ext cx="55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34" name="Google Shape;2634;p122"/>
              <p:cNvSpPr/>
              <p:nvPr/>
            </p:nvSpPr>
            <p:spPr>
              <a:xfrm>
                <a:off x="1955" y="2746"/>
                <a:ext cx="53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35" name="Google Shape;2635;p122"/>
              <p:cNvSpPr/>
              <p:nvPr/>
            </p:nvSpPr>
            <p:spPr>
              <a:xfrm>
                <a:off x="1861" y="2746"/>
                <a:ext cx="54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36" name="Google Shape;2636;p122"/>
            <p:cNvGrpSpPr/>
            <p:nvPr/>
          </p:nvGrpSpPr>
          <p:grpSpPr>
            <a:xfrm>
              <a:off x="2047" y="2746"/>
              <a:ext cx="334" cy="52"/>
              <a:chOff x="2047" y="2746"/>
              <a:chExt cx="334" cy="52"/>
            </a:xfrm>
          </p:grpSpPr>
          <p:sp>
            <p:nvSpPr>
              <p:cNvPr id="2637" name="Google Shape;2637;p122"/>
              <p:cNvSpPr/>
              <p:nvPr/>
            </p:nvSpPr>
            <p:spPr>
              <a:xfrm>
                <a:off x="2047" y="2746"/>
                <a:ext cx="55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38" name="Google Shape;2638;p122"/>
              <p:cNvSpPr/>
              <p:nvPr/>
            </p:nvSpPr>
            <p:spPr>
              <a:xfrm>
                <a:off x="2141" y="2746"/>
                <a:ext cx="53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39" name="Google Shape;2639;p122"/>
              <p:cNvSpPr/>
              <p:nvPr/>
            </p:nvSpPr>
            <p:spPr>
              <a:xfrm>
                <a:off x="2327" y="2746"/>
                <a:ext cx="54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40" name="Google Shape;2640;p122"/>
              <p:cNvSpPr/>
              <p:nvPr/>
            </p:nvSpPr>
            <p:spPr>
              <a:xfrm>
                <a:off x="2233" y="2746"/>
                <a:ext cx="55" cy="5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cxnSp>
        <p:nvCxnSpPr>
          <p:cNvPr id="2641" name="Google Shape;2641;p122"/>
          <p:cNvCxnSpPr/>
          <p:nvPr/>
        </p:nvCxnSpPr>
        <p:spPr>
          <a:xfrm flipH="1">
            <a:off x="3492500" y="4275137"/>
            <a:ext cx="1150937" cy="1079500"/>
          </a:xfrm>
          <a:prstGeom prst="straightConnector1">
            <a:avLst/>
          </a:prstGeom>
          <a:noFill/>
          <a:ln w="4445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642" name="Google Shape;2642;p122"/>
          <p:cNvCxnSpPr/>
          <p:nvPr/>
        </p:nvCxnSpPr>
        <p:spPr>
          <a:xfrm>
            <a:off x="4716462" y="4491037"/>
            <a:ext cx="1008062" cy="4318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cxnSp>
        <p:nvCxnSpPr>
          <p:cNvPr id="2643" name="Google Shape;2643;p122"/>
          <p:cNvCxnSpPr/>
          <p:nvPr/>
        </p:nvCxnSpPr>
        <p:spPr>
          <a:xfrm rot="10800000">
            <a:off x="3779837" y="5354637"/>
            <a:ext cx="1439862" cy="4318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2644" name="Google Shape;2644;p122"/>
          <p:cNvSpPr txBox="1"/>
          <p:nvPr/>
        </p:nvSpPr>
        <p:spPr>
          <a:xfrm>
            <a:off x="5795962" y="4652962"/>
            <a:ext cx="1871662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 Mpbs</a:t>
            </a:r>
            <a:b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Half Duplex</a:t>
            </a:r>
            <a:endParaRPr/>
          </a:p>
        </p:txBody>
      </p:sp>
      <p:sp>
        <p:nvSpPr>
          <p:cNvPr id="2645" name="Google Shape;2645;p122"/>
          <p:cNvSpPr txBox="1"/>
          <p:nvPr/>
        </p:nvSpPr>
        <p:spPr>
          <a:xfrm>
            <a:off x="5364162" y="5499100"/>
            <a:ext cx="1871662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 Mpbs</a:t>
            </a:r>
            <a:b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Half Duplex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p123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Conectividade</a:t>
            </a:r>
            <a:endParaRPr/>
          </a:p>
        </p:txBody>
      </p:sp>
      <p:sp>
        <p:nvSpPr>
          <p:cNvPr id="2651" name="Google Shape;2651;p123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surgimento do Fast-Ethernet / IEEE 802.3u: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um mesmo meio físico, diferentes padrões de subcamada física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Diferentes modos de operação: half-duplex, full-duplex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Suporte ao controle de fluxo é opcional.</a:t>
            </a:r>
            <a:endParaRPr/>
          </a:p>
        </p:txBody>
      </p:sp>
      <p:graphicFrame>
        <p:nvGraphicFramePr>
          <p:cNvPr id="2652" name="Google Shape;2652;p123"/>
          <p:cNvGraphicFramePr/>
          <p:nvPr/>
        </p:nvGraphicFramePr>
        <p:xfrm>
          <a:off x="2700337" y="5086350"/>
          <a:ext cx="9064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r:id="rId4" imgW="906462" imgH="711200" progId="MS_ClipArt_Gallery">
                  <p:embed/>
                </p:oleObj>
              </mc:Choice>
              <mc:Fallback>
                <p:oleObj r:id="rId4" imgW="906462" imgH="711200" progId="MS_ClipArt_Gallery">
                  <p:embed/>
                  <p:pic>
                    <p:nvPicPr>
                      <p:cNvPr id="2652" name="Google Shape;2652;p12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700337" y="5086350"/>
                        <a:ext cx="9064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53" name="Google Shape;2653;p123"/>
          <p:cNvGrpSpPr/>
          <p:nvPr/>
        </p:nvGrpSpPr>
        <p:grpSpPr>
          <a:xfrm>
            <a:off x="4213225" y="3357562"/>
            <a:ext cx="2500312" cy="368300"/>
            <a:chOff x="868" y="2596"/>
            <a:chExt cx="1575" cy="232"/>
          </a:xfrm>
        </p:grpSpPr>
        <p:sp>
          <p:nvSpPr>
            <p:cNvPr id="2654" name="Google Shape;2654;p123"/>
            <p:cNvSpPr/>
            <p:nvPr/>
          </p:nvSpPr>
          <p:spPr>
            <a:xfrm>
              <a:off x="868" y="2596"/>
              <a:ext cx="1575" cy="232"/>
            </a:xfrm>
            <a:prstGeom prst="rect">
              <a:avLst/>
            </a:prstGeom>
            <a:solidFill>
              <a:srgbClr val="FF66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655" name="Google Shape;2655;p123"/>
            <p:cNvGrpSpPr/>
            <p:nvPr/>
          </p:nvGrpSpPr>
          <p:grpSpPr>
            <a:xfrm>
              <a:off x="930" y="2746"/>
              <a:ext cx="334" cy="52"/>
              <a:chOff x="930" y="2746"/>
              <a:chExt cx="334" cy="52"/>
            </a:xfrm>
          </p:grpSpPr>
          <p:sp>
            <p:nvSpPr>
              <p:cNvPr id="2656" name="Google Shape;2656;p123"/>
              <p:cNvSpPr/>
              <p:nvPr/>
            </p:nvSpPr>
            <p:spPr>
              <a:xfrm>
                <a:off x="930" y="2746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57" name="Google Shape;2657;p123"/>
              <p:cNvSpPr/>
              <p:nvPr/>
            </p:nvSpPr>
            <p:spPr>
              <a:xfrm>
                <a:off x="1023" y="2746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58" name="Google Shape;2658;p123"/>
              <p:cNvSpPr/>
              <p:nvPr/>
            </p:nvSpPr>
            <p:spPr>
              <a:xfrm>
                <a:off x="1209" y="2746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59" name="Google Shape;2659;p123"/>
              <p:cNvSpPr/>
              <p:nvPr/>
            </p:nvSpPr>
            <p:spPr>
              <a:xfrm>
                <a:off x="1117" y="2746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60" name="Google Shape;2660;p123"/>
            <p:cNvGrpSpPr/>
            <p:nvPr/>
          </p:nvGrpSpPr>
          <p:grpSpPr>
            <a:xfrm>
              <a:off x="1303" y="2746"/>
              <a:ext cx="333" cy="52"/>
              <a:chOff x="1303" y="2746"/>
              <a:chExt cx="333" cy="52"/>
            </a:xfrm>
          </p:grpSpPr>
          <p:sp>
            <p:nvSpPr>
              <p:cNvPr id="2661" name="Google Shape;2661;p123"/>
              <p:cNvSpPr/>
              <p:nvPr/>
            </p:nvSpPr>
            <p:spPr>
              <a:xfrm>
                <a:off x="1303" y="2746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62" name="Google Shape;2662;p123"/>
              <p:cNvSpPr/>
              <p:nvPr/>
            </p:nvSpPr>
            <p:spPr>
              <a:xfrm>
                <a:off x="1396" y="2746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63" name="Google Shape;2663;p123"/>
              <p:cNvSpPr/>
              <p:nvPr/>
            </p:nvSpPr>
            <p:spPr>
              <a:xfrm>
                <a:off x="1582" y="2746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64" name="Google Shape;2664;p123"/>
              <p:cNvSpPr/>
              <p:nvPr/>
            </p:nvSpPr>
            <p:spPr>
              <a:xfrm>
                <a:off x="1488" y="2746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65" name="Google Shape;2665;p123"/>
            <p:cNvGrpSpPr/>
            <p:nvPr/>
          </p:nvGrpSpPr>
          <p:grpSpPr>
            <a:xfrm>
              <a:off x="1675" y="2746"/>
              <a:ext cx="333" cy="52"/>
              <a:chOff x="1675" y="2746"/>
              <a:chExt cx="333" cy="52"/>
            </a:xfrm>
          </p:grpSpPr>
          <p:sp>
            <p:nvSpPr>
              <p:cNvPr id="2666" name="Google Shape;2666;p123"/>
              <p:cNvSpPr/>
              <p:nvPr/>
            </p:nvSpPr>
            <p:spPr>
              <a:xfrm>
                <a:off x="1675" y="2746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67" name="Google Shape;2667;p123"/>
              <p:cNvSpPr/>
              <p:nvPr/>
            </p:nvSpPr>
            <p:spPr>
              <a:xfrm>
                <a:off x="1768" y="2746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68" name="Google Shape;2668;p123"/>
              <p:cNvSpPr/>
              <p:nvPr/>
            </p:nvSpPr>
            <p:spPr>
              <a:xfrm>
                <a:off x="1955" y="2746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69" name="Google Shape;2669;p123"/>
              <p:cNvSpPr/>
              <p:nvPr/>
            </p:nvSpPr>
            <p:spPr>
              <a:xfrm>
                <a:off x="1861" y="2746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70" name="Google Shape;2670;p123"/>
            <p:cNvGrpSpPr/>
            <p:nvPr/>
          </p:nvGrpSpPr>
          <p:grpSpPr>
            <a:xfrm>
              <a:off x="2047" y="2746"/>
              <a:ext cx="334" cy="52"/>
              <a:chOff x="2047" y="2746"/>
              <a:chExt cx="334" cy="52"/>
            </a:xfrm>
          </p:grpSpPr>
          <p:sp>
            <p:nvSpPr>
              <p:cNvPr id="2671" name="Google Shape;2671;p123"/>
              <p:cNvSpPr/>
              <p:nvPr/>
            </p:nvSpPr>
            <p:spPr>
              <a:xfrm>
                <a:off x="2047" y="2746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72" name="Google Shape;2672;p123"/>
              <p:cNvSpPr/>
              <p:nvPr/>
            </p:nvSpPr>
            <p:spPr>
              <a:xfrm>
                <a:off x="2141" y="2746"/>
                <a:ext cx="53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73" name="Google Shape;2673;p123"/>
              <p:cNvSpPr/>
              <p:nvPr/>
            </p:nvSpPr>
            <p:spPr>
              <a:xfrm>
                <a:off x="2327" y="2746"/>
                <a:ext cx="54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74" name="Google Shape;2674;p123"/>
              <p:cNvSpPr/>
              <p:nvPr/>
            </p:nvSpPr>
            <p:spPr>
              <a:xfrm>
                <a:off x="2233" y="2746"/>
                <a:ext cx="55" cy="52"/>
              </a:xfrm>
              <a:prstGeom prst="rect">
                <a:avLst/>
              </a:prstGeom>
              <a:solidFill>
                <a:srgbClr val="FF6600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cxnSp>
        <p:nvCxnSpPr>
          <p:cNvPr id="2675" name="Google Shape;2675;p123"/>
          <p:cNvCxnSpPr/>
          <p:nvPr/>
        </p:nvCxnSpPr>
        <p:spPr>
          <a:xfrm flipH="1">
            <a:off x="3205162" y="3646487"/>
            <a:ext cx="1511300" cy="1439862"/>
          </a:xfrm>
          <a:prstGeom prst="straightConnector1">
            <a:avLst/>
          </a:prstGeom>
          <a:noFill/>
          <a:ln w="4445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676" name="Google Shape;2676;p123"/>
          <p:cNvCxnSpPr/>
          <p:nvPr/>
        </p:nvCxnSpPr>
        <p:spPr>
          <a:xfrm>
            <a:off x="4716462" y="3862387"/>
            <a:ext cx="863600" cy="576262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cxnSp>
        <p:nvCxnSpPr>
          <p:cNvPr id="2677" name="Google Shape;2677;p123"/>
          <p:cNvCxnSpPr/>
          <p:nvPr/>
        </p:nvCxnSpPr>
        <p:spPr>
          <a:xfrm rot="10800000">
            <a:off x="3492500" y="5086350"/>
            <a:ext cx="1366837" cy="485775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2678" name="Google Shape;2678;p123"/>
          <p:cNvSpPr txBox="1"/>
          <p:nvPr/>
        </p:nvSpPr>
        <p:spPr>
          <a:xfrm>
            <a:off x="5653087" y="4005262"/>
            <a:ext cx="3490912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 Mpbs /100 Mbps? </a:t>
            </a:r>
            <a:b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Half Duplex / Full Duplex?</a:t>
            </a:r>
            <a:b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Suporta controle de fluxo?</a:t>
            </a:r>
            <a:endParaRPr/>
          </a:p>
        </p:txBody>
      </p:sp>
      <p:sp>
        <p:nvSpPr>
          <p:cNvPr id="2679" name="Google Shape;2679;p123"/>
          <p:cNvSpPr txBox="1"/>
          <p:nvPr/>
        </p:nvSpPr>
        <p:spPr>
          <a:xfrm>
            <a:off x="4932362" y="5041900"/>
            <a:ext cx="3490912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 Mpbs /100 Mbps? </a:t>
            </a:r>
            <a:b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Half Duplex / Full Duplex?</a:t>
            </a:r>
            <a:b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Suporta controle de fluxo?</a:t>
            </a:r>
            <a:endParaRPr/>
          </a:p>
        </p:txBody>
      </p:sp>
      <p:sp>
        <p:nvSpPr>
          <p:cNvPr id="2680" name="Google Shape;2680;p123"/>
          <p:cNvSpPr txBox="1"/>
          <p:nvPr/>
        </p:nvSpPr>
        <p:spPr>
          <a:xfrm>
            <a:off x="2627312" y="3987800"/>
            <a:ext cx="12255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UTP</a:t>
            </a:r>
            <a:b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Fibra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5" name="Google Shape;2685;p124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Auto Negociação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125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Auto Negociação</a:t>
            </a:r>
            <a:endParaRPr/>
          </a:p>
        </p:txBody>
      </p:sp>
      <p:sp>
        <p:nvSpPr>
          <p:cNvPr id="2691" name="Google Shape;2691;p125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Possibilitar à interface determinar as capacidades da parceira e auto-configurar-se da melhor forma possível</a:t>
            </a: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126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Auto Negociação</a:t>
            </a:r>
            <a:endParaRPr/>
          </a:p>
        </p:txBody>
      </p:sp>
      <p:sp>
        <p:nvSpPr>
          <p:cNvPr id="2697" name="Google Shape;2697;p126"/>
          <p:cNvSpPr txBox="1">
            <a:spLocks noGrp="1"/>
          </p:cNvSpPr>
          <p:nvPr>
            <p:ph type="body" idx="1"/>
          </p:nvPr>
        </p:nvSpPr>
        <p:spPr>
          <a:xfrm>
            <a:off x="827087" y="1524000"/>
            <a:ext cx="8240712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Definido junto ao padrão IEEE 802.3u (fast-ethernet)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aos parceiros da comunicação negociar (descobrir) as capacidades de transmissão: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Base 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Base T full duplex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Base Tx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Base Tx Full duplex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 com portas ethernet 10/100 Mbps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 Ethernet (placa Ethernet ) 10/100 Mbps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Google Shape;2702;p127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686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Auto Negociação</a:t>
            </a:r>
            <a:endParaRPr/>
          </a:p>
        </p:txBody>
      </p:sp>
      <p:sp>
        <p:nvSpPr>
          <p:cNvPr id="2703" name="Google Shape;2703;p127"/>
          <p:cNvSpPr txBox="1">
            <a:spLocks noGrp="1"/>
          </p:cNvSpPr>
          <p:nvPr>
            <p:ph type="body" idx="1"/>
          </p:nvPr>
        </p:nvSpPr>
        <p:spPr>
          <a:xfrm>
            <a:off x="611187" y="1524000"/>
            <a:ext cx="8456612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Funcionamento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momento da iniciação da interface são transmitidas pequenas mensagens de 16 bits chamadas de páginas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páginas são envidas repetidamente até que seja reconhecida.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 um bit (Next Page Present) indicando a presença de outras páginas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reconhecimento é realizado pelo parceiro somente após 3 recepções idênticas, para evitar negociações erradas devido a erros de transmissão</a:t>
            </a:r>
            <a:endParaRPr/>
          </a:p>
          <a:p>
            <a:pPr marL="742950" marR="0" lvl="1" indent="-19430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717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4520</Words>
  <Application>Microsoft Office PowerPoint</Application>
  <PresentationFormat>Apresentação na tela (4:3)</PresentationFormat>
  <Paragraphs>1262</Paragraphs>
  <Slides>125</Slides>
  <Notes>125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125</vt:i4>
      </vt:variant>
    </vt:vector>
  </HeadingPairs>
  <TitlesOfParts>
    <vt:vector size="131" baseType="lpstr">
      <vt:lpstr>Arial</vt:lpstr>
      <vt:lpstr>Courier New</vt:lpstr>
      <vt:lpstr>Times New Roman</vt:lpstr>
      <vt:lpstr>Noto Sans Symbols</vt:lpstr>
      <vt:lpstr>Design padrão</vt:lpstr>
      <vt:lpstr>MS_ClipArt_Gallery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Meios Físicos de Transmissão</vt:lpstr>
      <vt:lpstr>Meios Físicos de Transmissão</vt:lpstr>
      <vt:lpstr>Meios Físicos de Transmissão</vt:lpstr>
      <vt:lpstr>Meios Físicos de Transmissão</vt:lpstr>
      <vt:lpstr>Meios Físicos de Transmissão</vt:lpstr>
      <vt:lpstr>Meios Físicos de Transmissão</vt:lpstr>
      <vt:lpstr>Meios Físicos de Transmissão</vt:lpstr>
      <vt:lpstr>Meios Físicos de Transmissão</vt:lpstr>
      <vt:lpstr>Meios Físicos de Transmissão</vt:lpstr>
      <vt:lpstr>Apresentação do PowerPoint</vt:lpstr>
      <vt:lpstr>Cabo Coaxial</vt:lpstr>
      <vt:lpstr>Cabo Coaxial 10Base5</vt:lpstr>
      <vt:lpstr>Cabo Coaxial 10Base2</vt:lpstr>
      <vt:lpstr>Elementos 1/2</vt:lpstr>
      <vt:lpstr>Elementos 2/2</vt:lpstr>
      <vt:lpstr>Apresentação do PowerPoint</vt:lpstr>
      <vt:lpstr>Cabo de par trançado 10BaseT</vt:lpstr>
      <vt:lpstr>Cabo de par trançado</vt:lpstr>
      <vt:lpstr>Cabo de par trançado</vt:lpstr>
      <vt:lpstr>Cabo de par trançado</vt:lpstr>
      <vt:lpstr>Cabo de par trançado</vt:lpstr>
      <vt:lpstr>Cabo de par trançado</vt:lpstr>
      <vt:lpstr>Cabo de par trançado </vt:lpstr>
      <vt:lpstr>Cabo de par trançado</vt:lpstr>
      <vt:lpstr>Cabo de par trançado</vt:lpstr>
      <vt:lpstr>Cabo de par trançado</vt:lpstr>
      <vt:lpstr>Cabo de par trançado</vt:lpstr>
      <vt:lpstr>Cabo de par trançado</vt:lpstr>
      <vt:lpstr>Cabo de par trançado</vt:lpstr>
      <vt:lpstr>Cabo de par trançado</vt:lpstr>
      <vt:lpstr>Cabo de par trançado</vt:lpstr>
      <vt:lpstr>Cabo de par trançado</vt:lpstr>
      <vt:lpstr>Cabo de par trançado</vt:lpstr>
      <vt:lpstr>Cabo de par trançado</vt:lpstr>
      <vt:lpstr>Apresentação do PowerPoint</vt:lpstr>
      <vt:lpstr>Cabo de Fibra Ótica</vt:lpstr>
      <vt:lpstr>Cabo de Fibra Ótica</vt:lpstr>
      <vt:lpstr>Cabo de Fibra Ótica</vt:lpstr>
      <vt:lpstr>Cabo de Fibra Ótica</vt:lpstr>
      <vt:lpstr>Cabo de Fibra Ótica</vt:lpstr>
      <vt:lpstr>Apresentação do PowerPoint</vt:lpstr>
      <vt:lpstr>Cabeamento Estruturado</vt:lpstr>
      <vt:lpstr>Cabeamento Estruturado</vt:lpstr>
      <vt:lpstr>Cabeamento Estruturado</vt:lpstr>
      <vt:lpstr>Cabeamento Estruturado</vt:lpstr>
      <vt:lpstr>Cabeamento Estruturado</vt:lpstr>
      <vt:lpstr>Cabeamento Estruturado</vt:lpstr>
      <vt:lpstr>Cabeamento Estruturado</vt:lpstr>
      <vt:lpstr>Apresentação do PowerPoint</vt:lpstr>
      <vt:lpstr>Protocolo Ethernet</vt:lpstr>
      <vt:lpstr>Protocolo Ethernet</vt:lpstr>
      <vt:lpstr>Protocolo Ethernet</vt:lpstr>
      <vt:lpstr>Apresentação do PowerPoint</vt:lpstr>
      <vt:lpstr>Protocolo Ethernet</vt:lpstr>
      <vt:lpstr>Protocolo Ethernet</vt:lpstr>
      <vt:lpstr>Protocolo Ethernet</vt:lpstr>
      <vt:lpstr>Apresentação do PowerPoint</vt:lpstr>
      <vt:lpstr>Protocolo Ethernet</vt:lpstr>
      <vt:lpstr>Protocolo Ethernet</vt:lpstr>
      <vt:lpstr>Protocolo Ethernet</vt:lpstr>
      <vt:lpstr>Protocolo Ethernet</vt:lpstr>
      <vt:lpstr>Protocolo Ethernet</vt:lpstr>
      <vt:lpstr>Ethernet:  Acesso ao Meio</vt:lpstr>
      <vt:lpstr>Ethernet: Acesso ao Meio</vt:lpstr>
      <vt:lpstr>Ethernet: Acesso ao Meio</vt:lpstr>
      <vt:lpstr>Ethernet: Acesso ao Meio</vt:lpstr>
      <vt:lpstr>Ethernet: Acesso ao Meio</vt:lpstr>
      <vt:lpstr>Ethernet: Acesso ao Meio</vt:lpstr>
      <vt:lpstr>Ethernet: Acesso ao Meio</vt:lpstr>
      <vt:lpstr>Protocolo IEEE 802.2 + 802.3</vt:lpstr>
      <vt:lpstr>Protocolo IEEE 802.2 + 802.3</vt:lpstr>
      <vt:lpstr>Protocolo IEEE 802.2 + 802.3</vt:lpstr>
      <vt:lpstr>IEEE 802.2 + 802.3</vt:lpstr>
      <vt:lpstr>IEEE 802.2 + 802.3 MAC - Media Access Control</vt:lpstr>
      <vt:lpstr>IEEE 802.2 + 802.3: MAC</vt:lpstr>
      <vt:lpstr>Ethernet e IEEE 802.3: Subcamada Física e Meio Físico</vt:lpstr>
      <vt:lpstr>Subcamada Física e Meio Físico</vt:lpstr>
      <vt:lpstr>Subcamada Física e Meio Físico</vt:lpstr>
      <vt:lpstr>Subcamada Física e Meio Físico</vt:lpstr>
      <vt:lpstr>Equipamentos de Interconexão Ethernet</vt:lpstr>
      <vt:lpstr>Equipamentos de Interconexão Ethernet</vt:lpstr>
      <vt:lpstr>Equipamentos de  Interconexão Ethernet:   Repetidor</vt:lpstr>
      <vt:lpstr>Repetidor</vt:lpstr>
      <vt:lpstr>Repetidor</vt:lpstr>
      <vt:lpstr>Repetidor</vt:lpstr>
      <vt:lpstr>Equipamentos de  Interconexão Ethernet:  HUB</vt:lpstr>
      <vt:lpstr>HUB</vt:lpstr>
      <vt:lpstr>HUB</vt:lpstr>
      <vt:lpstr>HUB</vt:lpstr>
      <vt:lpstr>HUB</vt:lpstr>
      <vt:lpstr>HUB</vt:lpstr>
      <vt:lpstr>Equipamentos de  Interconexão Ethernet:  Bridge</vt:lpstr>
      <vt:lpstr>Bridge</vt:lpstr>
      <vt:lpstr>Bridge</vt:lpstr>
      <vt:lpstr>Bridge</vt:lpstr>
      <vt:lpstr>Bridge</vt:lpstr>
      <vt:lpstr>Bridge</vt:lpstr>
      <vt:lpstr>Bridge</vt:lpstr>
      <vt:lpstr>Bridge</vt:lpstr>
      <vt:lpstr>Equipamentos de  Interconexão Ethernet:  Switch</vt:lpstr>
      <vt:lpstr>Switch</vt:lpstr>
      <vt:lpstr>Switch</vt:lpstr>
      <vt:lpstr>Switch</vt:lpstr>
      <vt:lpstr>Switch</vt:lpstr>
      <vt:lpstr>Switch</vt:lpstr>
      <vt:lpstr>Fast Ethernet e IEEE 802.3u</vt:lpstr>
      <vt:lpstr>Fast Ethernet e IEEE 802.3u</vt:lpstr>
      <vt:lpstr>Fast Ethernet e IEEE 802.3u</vt:lpstr>
      <vt:lpstr>Conectividade</vt:lpstr>
      <vt:lpstr>Conectividade</vt:lpstr>
      <vt:lpstr>Conectividade</vt:lpstr>
      <vt:lpstr>Auto Negociação</vt:lpstr>
      <vt:lpstr>Auto Negociação</vt:lpstr>
      <vt:lpstr>Auto Negociação</vt:lpstr>
      <vt:lpstr>Auto Negociação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Francisco Carlos da Silva</cp:lastModifiedBy>
  <cp:revision>1</cp:revision>
  <dcterms:created xsi:type="dcterms:W3CDTF">1980-01-04T06:23:48Z</dcterms:created>
  <dcterms:modified xsi:type="dcterms:W3CDTF">2024-08-13T22:24:59Z</dcterms:modified>
</cp:coreProperties>
</file>