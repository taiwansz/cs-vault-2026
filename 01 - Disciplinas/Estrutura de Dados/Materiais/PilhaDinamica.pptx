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82" r:id="rId10"/>
    <p:sldId id="284" r:id="rId11"/>
    <p:sldId id="283" r:id="rId12"/>
    <p:sldId id="263" r:id="rId13"/>
    <p:sldId id="264" r:id="rId14"/>
    <p:sldId id="265" r:id="rId15"/>
    <p:sldId id="266" r:id="rId16"/>
    <p:sldId id="281" r:id="rId17"/>
    <p:sldId id="271" r:id="rId18"/>
    <p:sldId id="272" r:id="rId19"/>
    <p:sldId id="273" r:id="rId20"/>
    <p:sldId id="274" r:id="rId21"/>
    <p:sldId id="267" r:id="rId22"/>
    <p:sldId id="275" r:id="rId23"/>
    <p:sldId id="276" r:id="rId24"/>
    <p:sldId id="280" r:id="rId25"/>
    <p:sldId id="279" r:id="rId26"/>
    <p:sldId id="268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7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C565DB-8639-4E88-B36D-91671B35AD2E}" v="474" dt="2024-10-14T17:16:20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Miglinski" userId="31b42f8782254bec" providerId="Windows Live" clId="Web-{8EF45ACA-B212-4A87-935E-5A97C98E30BD}"/>
    <pc:docChg chg="addSld delSld modSld">
      <pc:chgData name="Carlos Miglinski" userId="31b42f8782254bec" providerId="Windows Live" clId="Web-{8EF45ACA-B212-4A87-935E-5A97C98E30BD}" dt="2023-10-17T17:02:38.365" v="328" actId="20577"/>
      <pc:docMkLst>
        <pc:docMk/>
      </pc:docMkLst>
      <pc:sldChg chg="modSp">
        <pc:chgData name="Carlos Miglinski" userId="31b42f8782254bec" providerId="Windows Live" clId="Web-{8EF45ACA-B212-4A87-935E-5A97C98E30BD}" dt="2023-10-17T17:02:38.365" v="328" actId="20577"/>
        <pc:sldMkLst>
          <pc:docMk/>
          <pc:sldMk cId="0" sldId="257"/>
        </pc:sldMkLst>
        <pc:spChg chg="mod">
          <ac:chgData name="Carlos Miglinski" userId="31b42f8782254bec" providerId="Windows Live" clId="Web-{8EF45ACA-B212-4A87-935E-5A97C98E30BD}" dt="2023-10-17T17:02:38.365" v="328" actId="20577"/>
          <ac:spMkLst>
            <pc:docMk/>
            <pc:sldMk cId="0" sldId="257"/>
            <ac:spMk id="91" creationId="{00000000-0000-0000-0000-000000000000}"/>
          </ac:spMkLst>
        </pc:spChg>
      </pc:sldChg>
      <pc:sldChg chg="addSp delSp modSp">
        <pc:chgData name="Carlos Miglinski" userId="31b42f8782254bec" providerId="Windows Live" clId="Web-{8EF45ACA-B212-4A87-935E-5A97C98E30BD}" dt="2023-10-17T16:20:21.079" v="122" actId="1076"/>
        <pc:sldMkLst>
          <pc:docMk/>
          <pc:sldMk cId="0" sldId="259"/>
        </pc:sldMkLst>
        <pc:spChg chg="add del">
          <ac:chgData name="Carlos Miglinski" userId="31b42f8782254bec" providerId="Windows Live" clId="Web-{8EF45ACA-B212-4A87-935E-5A97C98E30BD}" dt="2023-10-17T16:09:06.025" v="3"/>
          <ac:spMkLst>
            <pc:docMk/>
            <pc:sldMk cId="0" sldId="259"/>
            <ac:spMk id="2" creationId="{956FADAB-26B7-47C9-4840-049873390720}"/>
          </ac:spMkLst>
        </pc:spChg>
        <pc:spChg chg="add mod">
          <ac:chgData name="Carlos Miglinski" userId="31b42f8782254bec" providerId="Windows Live" clId="Web-{8EF45ACA-B212-4A87-935E-5A97C98E30BD}" dt="2023-10-17T16:10:55.232" v="16" actId="1076"/>
          <ac:spMkLst>
            <pc:docMk/>
            <pc:sldMk cId="0" sldId="259"/>
            <ac:spMk id="3" creationId="{C7E73C2A-6038-0A74-C581-D9178C642CBD}"/>
          </ac:spMkLst>
        </pc:spChg>
        <pc:spChg chg="add mod">
          <ac:chgData name="Carlos Miglinski" userId="31b42f8782254bec" providerId="Windows Live" clId="Web-{8EF45ACA-B212-4A87-935E-5A97C98E30BD}" dt="2023-10-17T16:20:12.532" v="121" actId="1076"/>
          <ac:spMkLst>
            <pc:docMk/>
            <pc:sldMk cId="0" sldId="259"/>
            <ac:spMk id="12" creationId="{9B05AD0A-13BB-6B50-2A8C-38DF9B249682}"/>
          </ac:spMkLst>
        </pc:spChg>
        <pc:spChg chg="add mod">
          <ac:chgData name="Carlos Miglinski" userId="31b42f8782254bec" providerId="Windows Live" clId="Web-{8EF45ACA-B212-4A87-935E-5A97C98E30BD}" dt="2023-10-17T16:20:21.079" v="122" actId="1076"/>
          <ac:spMkLst>
            <pc:docMk/>
            <pc:sldMk cId="0" sldId="259"/>
            <ac:spMk id="13" creationId="{AF874281-1667-EFD3-8FB2-AE5BD03115BE}"/>
          </ac:spMkLst>
        </pc:spChg>
        <pc:spChg chg="add mod">
          <ac:chgData name="Carlos Miglinski" userId="31b42f8782254bec" providerId="Windows Live" clId="Web-{8EF45ACA-B212-4A87-935E-5A97C98E30BD}" dt="2023-10-17T16:13:20.002" v="50" actId="20577"/>
          <ac:spMkLst>
            <pc:docMk/>
            <pc:sldMk cId="0" sldId="259"/>
            <ac:spMk id="14" creationId="{062471D9-AB9B-C0B1-F989-4C70B209ED53}"/>
          </ac:spMkLst>
        </pc:spChg>
        <pc:spChg chg="add mod">
          <ac:chgData name="Carlos Miglinski" userId="31b42f8782254bec" providerId="Windows Live" clId="Web-{8EF45ACA-B212-4A87-935E-5A97C98E30BD}" dt="2023-10-17T16:13:35.315" v="55" actId="20577"/>
          <ac:spMkLst>
            <pc:docMk/>
            <pc:sldMk cId="0" sldId="259"/>
            <ac:spMk id="15" creationId="{F02A966F-A8B7-1DDD-9D77-63AA06CC2009}"/>
          </ac:spMkLst>
        </pc:spChg>
        <pc:spChg chg="add mod">
          <ac:chgData name="Carlos Miglinski" userId="31b42f8782254bec" providerId="Windows Live" clId="Web-{8EF45ACA-B212-4A87-935E-5A97C98E30BD}" dt="2023-10-17T16:13:50.128" v="61" actId="20577"/>
          <ac:spMkLst>
            <pc:docMk/>
            <pc:sldMk cId="0" sldId="259"/>
            <ac:spMk id="16" creationId="{C7F4DFC1-5709-0867-20E1-B138566750EE}"/>
          </ac:spMkLst>
        </pc:spChg>
        <pc:spChg chg="add mod">
          <ac:chgData name="Carlos Miglinski" userId="31b42f8782254bec" providerId="Windows Live" clId="Web-{8EF45ACA-B212-4A87-935E-5A97C98E30BD}" dt="2023-10-17T16:14:15.754" v="65" actId="20577"/>
          <ac:spMkLst>
            <pc:docMk/>
            <pc:sldMk cId="0" sldId="259"/>
            <ac:spMk id="17" creationId="{267BCFFB-9BED-F922-C939-DB317E8CDDCF}"/>
          </ac:spMkLst>
        </pc:spChg>
        <pc:spChg chg="add mod">
          <ac:chgData name="Carlos Miglinski" userId="31b42f8782254bec" providerId="Windows Live" clId="Web-{8EF45ACA-B212-4A87-935E-5A97C98E30BD}" dt="2023-10-17T16:14:27.411" v="71" actId="20577"/>
          <ac:spMkLst>
            <pc:docMk/>
            <pc:sldMk cId="0" sldId="259"/>
            <ac:spMk id="18" creationId="{7631AF74-F2BC-4BF7-EAD6-1B5A6872D440}"/>
          </ac:spMkLst>
        </pc:spChg>
        <pc:spChg chg="add mod">
          <ac:chgData name="Carlos Miglinski" userId="31b42f8782254bec" providerId="Windows Live" clId="Web-{8EF45ACA-B212-4A87-935E-5A97C98E30BD}" dt="2023-10-17T16:14:56.396" v="80" actId="20577"/>
          <ac:spMkLst>
            <pc:docMk/>
            <pc:sldMk cId="0" sldId="259"/>
            <ac:spMk id="19" creationId="{87AD8BE7-90A9-6D7E-DFD4-BE0D6471770A}"/>
          </ac:spMkLst>
        </pc:spChg>
        <pc:grpChg chg="add mod">
          <ac:chgData name="Carlos Miglinski" userId="31b42f8782254bec" providerId="Windows Live" clId="Web-{8EF45ACA-B212-4A87-935E-5A97C98E30BD}" dt="2023-10-17T16:10:44.528" v="14" actId="1076"/>
          <ac:grpSpMkLst>
            <pc:docMk/>
            <pc:sldMk cId="0" sldId="259"/>
            <ac:grpSpMk id="5" creationId="{4C37BE2E-33AE-8070-1A26-9806BA6B2666}"/>
          </ac:grpSpMkLst>
        </pc:grpChg>
        <pc:grpChg chg="add mod">
          <ac:chgData name="Carlos Miglinski" userId="31b42f8782254bec" providerId="Windows Live" clId="Web-{8EF45ACA-B212-4A87-935E-5A97C98E30BD}" dt="2023-10-17T16:11:08.873" v="18" actId="1076"/>
          <ac:grpSpMkLst>
            <pc:docMk/>
            <pc:sldMk cId="0" sldId="259"/>
            <ac:grpSpMk id="6" creationId="{E6E178E2-181F-5967-AC81-4A20B448B96E}"/>
          </ac:grpSpMkLst>
        </pc:grpChg>
        <pc:grpChg chg="add mod">
          <ac:chgData name="Carlos Miglinski" userId="31b42f8782254bec" providerId="Windows Live" clId="Web-{8EF45ACA-B212-4A87-935E-5A97C98E30BD}" dt="2023-10-17T16:16:58.931" v="98" actId="1076"/>
          <ac:grpSpMkLst>
            <pc:docMk/>
            <pc:sldMk cId="0" sldId="259"/>
            <ac:grpSpMk id="9" creationId="{85509C7A-1929-ECE2-2F94-CADA5E293046}"/>
          </ac:grpSpMkLst>
        </pc:grpChg>
        <pc:picChg chg="del">
          <ac:chgData name="Carlos Miglinski" userId="31b42f8782254bec" providerId="Windows Live" clId="Web-{8EF45ACA-B212-4A87-935E-5A97C98E30BD}" dt="2023-10-17T16:08:26.836" v="1"/>
          <ac:picMkLst>
            <pc:docMk/>
            <pc:sldMk cId="0" sldId="259"/>
            <ac:picMk id="104" creationId="{00000000-0000-0000-0000-000000000000}"/>
          </ac:picMkLst>
        </pc:picChg>
        <pc:cxnChg chg="add mod">
          <ac:chgData name="Carlos Miglinski" userId="31b42f8782254bec" providerId="Windows Live" clId="Web-{8EF45ACA-B212-4A87-935E-5A97C98E30BD}" dt="2023-10-17T16:10:23.746" v="12"/>
          <ac:cxnSpMkLst>
            <pc:docMk/>
            <pc:sldMk cId="0" sldId="259"/>
            <ac:cxnSpMk id="4" creationId="{D89B886C-92E9-27EF-0C1F-18DAAFF75421}"/>
          </ac:cxnSpMkLst>
        </pc:cxnChg>
        <pc:cxnChg chg="mod">
          <ac:chgData name="Carlos Miglinski" userId="31b42f8782254bec" providerId="Windows Live" clId="Web-{8EF45ACA-B212-4A87-935E-5A97C98E30BD}" dt="2023-10-17T16:11:01.560" v="17"/>
          <ac:cxnSpMkLst>
            <pc:docMk/>
            <pc:sldMk cId="0" sldId="259"/>
            <ac:cxnSpMk id="8" creationId="{76C366FF-3B8C-C5B1-38B0-359659E25D6E}"/>
          </ac:cxnSpMkLst>
        </pc:cxnChg>
        <pc:cxnChg chg="mod">
          <ac:chgData name="Carlos Miglinski" userId="31b42f8782254bec" providerId="Windows Live" clId="Web-{8EF45ACA-B212-4A87-935E-5A97C98E30BD}" dt="2023-10-17T16:11:10.482" v="19"/>
          <ac:cxnSpMkLst>
            <pc:docMk/>
            <pc:sldMk cId="0" sldId="259"/>
            <ac:cxnSpMk id="11" creationId="{1B303CC6-11EF-6806-7281-11FDF9981B9A}"/>
          </ac:cxnSpMkLst>
        </pc:cxnChg>
        <pc:cxnChg chg="add del">
          <ac:chgData name="Carlos Miglinski" userId="31b42f8782254bec" providerId="Windows Live" clId="Web-{8EF45ACA-B212-4A87-935E-5A97C98E30BD}" dt="2023-10-17T16:15:16.693" v="85"/>
          <ac:cxnSpMkLst>
            <pc:docMk/>
            <pc:sldMk cId="0" sldId="259"/>
            <ac:cxnSpMk id="20" creationId="{1DCCE478-F818-C314-662E-083EB1F3DA65}"/>
          </ac:cxnSpMkLst>
        </pc:cxnChg>
        <pc:cxnChg chg="add mod">
          <ac:chgData name="Carlos Miglinski" userId="31b42f8782254bec" providerId="Windows Live" clId="Web-{8EF45ACA-B212-4A87-935E-5A97C98E30BD}" dt="2023-10-17T16:17:12.447" v="99" actId="14100"/>
          <ac:cxnSpMkLst>
            <pc:docMk/>
            <pc:sldMk cId="0" sldId="259"/>
            <ac:cxnSpMk id="21" creationId="{57B0578A-B99B-C196-D7EB-CE59B3481D93}"/>
          </ac:cxnSpMkLst>
        </pc:cxnChg>
        <pc:cxnChg chg="add mod">
          <ac:chgData name="Carlos Miglinski" userId="31b42f8782254bec" providerId="Windows Live" clId="Web-{8EF45ACA-B212-4A87-935E-5A97C98E30BD}" dt="2023-10-17T16:16:36.618" v="94" actId="14100"/>
          <ac:cxnSpMkLst>
            <pc:docMk/>
            <pc:sldMk cId="0" sldId="259"/>
            <ac:cxnSpMk id="22" creationId="{0F947354-4714-E10F-48F1-9485303BE5FE}"/>
          </ac:cxnSpMkLst>
        </pc:cxnChg>
        <pc:cxnChg chg="add mod">
          <ac:chgData name="Carlos Miglinski" userId="31b42f8782254bec" providerId="Windows Live" clId="Web-{8EF45ACA-B212-4A87-935E-5A97C98E30BD}" dt="2023-10-17T16:16:50.353" v="96" actId="1076"/>
          <ac:cxnSpMkLst>
            <pc:docMk/>
            <pc:sldMk cId="0" sldId="259"/>
            <ac:cxnSpMk id="23" creationId="{C681DD6C-87B3-E04E-A119-9B29F3D5D3A4}"/>
          </ac:cxnSpMkLst>
        </pc:cxnChg>
        <pc:cxnChg chg="add mod">
          <ac:chgData name="Carlos Miglinski" userId="31b42f8782254bec" providerId="Windows Live" clId="Web-{8EF45ACA-B212-4A87-935E-5A97C98E30BD}" dt="2023-10-17T16:19:46.328" v="120" actId="1076"/>
          <ac:cxnSpMkLst>
            <pc:docMk/>
            <pc:sldMk cId="0" sldId="259"/>
            <ac:cxnSpMk id="24" creationId="{8824727B-7BC3-E9E3-F9B9-445E7E6298C7}"/>
          </ac:cxnSpMkLst>
        </pc:cxnChg>
        <pc:cxnChg chg="add mod">
          <ac:chgData name="Carlos Miglinski" userId="31b42f8782254bec" providerId="Windows Live" clId="Web-{8EF45ACA-B212-4A87-935E-5A97C98E30BD}" dt="2023-10-17T16:18:57.873" v="113" actId="1076"/>
          <ac:cxnSpMkLst>
            <pc:docMk/>
            <pc:sldMk cId="0" sldId="259"/>
            <ac:cxnSpMk id="25" creationId="{0BCC1537-F63F-E8C1-DFBE-3CE17BFF198A}"/>
          </ac:cxnSpMkLst>
        </pc:cxnChg>
        <pc:cxnChg chg="add mod">
          <ac:chgData name="Carlos Miglinski" userId="31b42f8782254bec" providerId="Windows Live" clId="Web-{8EF45ACA-B212-4A87-935E-5A97C98E30BD}" dt="2023-10-17T16:19:14.827" v="115" actId="1076"/>
          <ac:cxnSpMkLst>
            <pc:docMk/>
            <pc:sldMk cId="0" sldId="259"/>
            <ac:cxnSpMk id="26" creationId="{C90BC9C5-52AE-6F81-2831-A1AA800B5A60}"/>
          </ac:cxnSpMkLst>
        </pc:cxnChg>
        <pc:cxnChg chg="add mod">
          <ac:chgData name="Carlos Miglinski" userId="31b42f8782254bec" providerId="Windows Live" clId="Web-{8EF45ACA-B212-4A87-935E-5A97C98E30BD}" dt="2023-10-17T16:19:32.452" v="119" actId="1076"/>
          <ac:cxnSpMkLst>
            <pc:docMk/>
            <pc:sldMk cId="0" sldId="259"/>
            <ac:cxnSpMk id="27" creationId="{13729CB6-FA49-91C0-EF17-784555EB9B7C}"/>
          </ac:cxnSpMkLst>
        </pc:cxnChg>
      </pc:sldChg>
      <pc:sldChg chg="modSp">
        <pc:chgData name="Carlos Miglinski" userId="31b42f8782254bec" providerId="Windows Live" clId="Web-{8EF45ACA-B212-4A87-935E-5A97C98E30BD}" dt="2023-10-17T16:21:25.003" v="125" actId="20577"/>
        <pc:sldMkLst>
          <pc:docMk/>
          <pc:sldMk cId="0" sldId="263"/>
        </pc:sldMkLst>
        <pc:spChg chg="mod">
          <ac:chgData name="Carlos Miglinski" userId="31b42f8782254bec" providerId="Windows Live" clId="Web-{8EF45ACA-B212-4A87-935E-5A97C98E30BD}" dt="2023-10-17T16:21:25.003" v="125" actId="20577"/>
          <ac:spMkLst>
            <pc:docMk/>
            <pc:sldMk cId="0" sldId="263"/>
            <ac:spMk id="129" creationId="{00000000-0000-0000-0000-000000000000}"/>
          </ac:spMkLst>
        </pc:spChg>
      </pc:sldChg>
      <pc:sldChg chg="modSp">
        <pc:chgData name="Carlos Miglinski" userId="31b42f8782254bec" providerId="Windows Live" clId="Web-{8EF45ACA-B212-4A87-935E-5A97C98E30BD}" dt="2023-10-17T16:21:45.472" v="128" actId="20577"/>
        <pc:sldMkLst>
          <pc:docMk/>
          <pc:sldMk cId="0" sldId="264"/>
        </pc:sldMkLst>
        <pc:spChg chg="mod">
          <ac:chgData name="Carlos Miglinski" userId="31b42f8782254bec" providerId="Windows Live" clId="Web-{8EF45ACA-B212-4A87-935E-5A97C98E30BD}" dt="2023-10-17T16:21:45.472" v="128" actId="20577"/>
          <ac:spMkLst>
            <pc:docMk/>
            <pc:sldMk cId="0" sldId="264"/>
            <ac:spMk id="135" creationId="{00000000-0000-0000-0000-000000000000}"/>
          </ac:spMkLst>
        </pc:spChg>
      </pc:sldChg>
      <pc:sldChg chg="delSp">
        <pc:chgData name="Carlos Miglinski" userId="31b42f8782254bec" providerId="Windows Live" clId="Web-{8EF45ACA-B212-4A87-935E-5A97C98E30BD}" dt="2023-10-17T16:44:31.283" v="296"/>
        <pc:sldMkLst>
          <pc:docMk/>
          <pc:sldMk cId="0" sldId="266"/>
        </pc:sldMkLst>
        <pc:picChg chg="del">
          <ac:chgData name="Carlos Miglinski" userId="31b42f8782254bec" providerId="Windows Live" clId="Web-{8EF45ACA-B212-4A87-935E-5A97C98E30BD}" dt="2023-10-17T16:44:31.283" v="296"/>
          <ac:picMkLst>
            <pc:docMk/>
            <pc:sldMk cId="0" sldId="266"/>
            <ac:picMk id="148" creationId="{00000000-0000-0000-0000-000000000000}"/>
          </ac:picMkLst>
        </pc:picChg>
      </pc:sldChg>
      <pc:sldChg chg="del">
        <pc:chgData name="Carlos Miglinski" userId="31b42f8782254bec" providerId="Windows Live" clId="Web-{8EF45ACA-B212-4A87-935E-5A97C98E30BD}" dt="2023-10-17T16:44:59.659" v="297"/>
        <pc:sldMkLst>
          <pc:docMk/>
          <pc:sldMk cId="0" sldId="269"/>
        </pc:sldMkLst>
      </pc:sldChg>
      <pc:sldChg chg="addSp delSp modSp add replId">
        <pc:chgData name="Carlos Miglinski" userId="31b42f8782254bec" providerId="Windows Live" clId="Web-{8EF45ACA-B212-4A87-935E-5A97C98E30BD}" dt="2023-10-17T16:32:31.416" v="210"/>
        <pc:sldMkLst>
          <pc:docMk/>
          <pc:sldMk cId="3577454461" sldId="270"/>
        </pc:sldMkLst>
        <pc:spChg chg="mod topLvl">
          <ac:chgData name="Carlos Miglinski" userId="31b42f8782254bec" providerId="Windows Live" clId="Web-{8EF45ACA-B212-4A87-935E-5A97C98E30BD}" dt="2023-10-17T16:30:40.099" v="193" actId="20577"/>
          <ac:spMkLst>
            <pc:docMk/>
            <pc:sldMk cId="3577454461" sldId="270"/>
            <ac:spMk id="3" creationId="{43246531-CAE6-62BE-F952-F938870A2ECD}"/>
          </ac:spMkLst>
        </pc:spChg>
        <pc:spChg chg="mod topLvl">
          <ac:chgData name="Carlos Miglinski" userId="31b42f8782254bec" providerId="Windows Live" clId="Web-{8EF45ACA-B212-4A87-935E-5A97C98E30BD}" dt="2023-10-17T16:30:23.505" v="190"/>
          <ac:spMkLst>
            <pc:docMk/>
            <pc:sldMk cId="3577454461" sldId="270"/>
            <ac:spMk id="7" creationId="{4AEBF49E-870C-B8B8-FCC7-D9B6B42ABC77}"/>
          </ac:spMkLst>
        </pc:spChg>
        <pc:spChg chg="mod">
          <ac:chgData name="Carlos Miglinski" userId="31b42f8782254bec" providerId="Windows Live" clId="Web-{8EF45ACA-B212-4A87-935E-5A97C98E30BD}" dt="2023-10-17T16:27:27.296" v="166"/>
          <ac:spMkLst>
            <pc:docMk/>
            <pc:sldMk cId="3577454461" sldId="270"/>
            <ac:spMk id="11" creationId="{561258AB-7E29-A140-0DE9-7BD5DA06DA6C}"/>
          </ac:spMkLst>
        </pc:spChg>
        <pc:spChg chg="add mod topLvl">
          <ac:chgData name="Carlos Miglinski" userId="31b42f8782254bec" providerId="Windows Live" clId="Web-{8EF45ACA-B212-4A87-935E-5A97C98E30BD}" dt="2023-10-17T16:30:03.083" v="189"/>
          <ac:spMkLst>
            <pc:docMk/>
            <pc:sldMk cId="3577454461" sldId="270"/>
            <ac:spMk id="15" creationId="{42C4EBF6-E2F3-D8C1-C30A-BE8589AB1BE6}"/>
          </ac:spMkLst>
        </pc:spChg>
        <pc:spChg chg="add mod topLvl">
          <ac:chgData name="Carlos Miglinski" userId="31b42f8782254bec" providerId="Windows Live" clId="Web-{8EF45ACA-B212-4A87-935E-5A97C98E30BD}" dt="2023-10-17T16:30:03.083" v="189"/>
          <ac:spMkLst>
            <pc:docMk/>
            <pc:sldMk cId="3577454461" sldId="270"/>
            <ac:spMk id="17" creationId="{49787DB7-9E14-3456-C7AE-81ADDA568540}"/>
          </ac:spMkLst>
        </pc:spChg>
        <pc:spChg chg="add mod topLvl">
          <ac:chgData name="Carlos Miglinski" userId="31b42f8782254bec" providerId="Windows Live" clId="Web-{8EF45ACA-B212-4A87-935E-5A97C98E30BD}" dt="2023-10-17T16:30:03.083" v="189"/>
          <ac:spMkLst>
            <pc:docMk/>
            <pc:sldMk cId="3577454461" sldId="270"/>
            <ac:spMk id="19" creationId="{4B3E9E88-1446-71BD-4D4E-C405547CB490}"/>
          </ac:spMkLst>
        </pc:spChg>
        <pc:spChg chg="add mod topLvl">
          <ac:chgData name="Carlos Miglinski" userId="31b42f8782254bec" providerId="Windows Live" clId="Web-{8EF45ACA-B212-4A87-935E-5A97C98E30BD}" dt="2023-10-17T16:30:03.083" v="189"/>
          <ac:spMkLst>
            <pc:docMk/>
            <pc:sldMk cId="3577454461" sldId="270"/>
            <ac:spMk id="21" creationId="{6838E966-F77B-96E4-ABEB-9272DB24153C}"/>
          </ac:spMkLst>
        </pc:spChg>
        <pc:spChg chg="add mod topLvl">
          <ac:chgData name="Carlos Miglinski" userId="31b42f8782254bec" providerId="Windows Live" clId="Web-{8EF45ACA-B212-4A87-935E-5A97C98E30BD}" dt="2023-10-17T16:30:03.083" v="189"/>
          <ac:spMkLst>
            <pc:docMk/>
            <pc:sldMk cId="3577454461" sldId="270"/>
            <ac:spMk id="23" creationId="{FB44FB0D-DC9D-998A-80ED-9296BFF2D368}"/>
          </ac:spMkLst>
        </pc:spChg>
        <pc:spChg chg="add mod topLvl">
          <ac:chgData name="Carlos Miglinski" userId="31b42f8782254bec" providerId="Windows Live" clId="Web-{8EF45ACA-B212-4A87-935E-5A97C98E30BD}" dt="2023-10-17T16:30:03.083" v="189"/>
          <ac:spMkLst>
            <pc:docMk/>
            <pc:sldMk cId="3577454461" sldId="270"/>
            <ac:spMk id="25" creationId="{FF02DF42-FBFD-B3D5-A59B-6E53CFDEBEC8}"/>
          </ac:spMkLst>
        </pc:spChg>
        <pc:spChg chg="add mod topLvl">
          <ac:chgData name="Carlos Miglinski" userId="31b42f8782254bec" providerId="Windows Live" clId="Web-{8EF45ACA-B212-4A87-935E-5A97C98E30BD}" dt="2023-10-17T16:30:03.083" v="189"/>
          <ac:spMkLst>
            <pc:docMk/>
            <pc:sldMk cId="3577454461" sldId="270"/>
            <ac:spMk id="27" creationId="{31C1AA82-9876-2DA9-02AF-D1578871AAF5}"/>
          </ac:spMkLst>
        </pc:spChg>
        <pc:spChg chg="add mod topLvl">
          <ac:chgData name="Carlos Miglinski" userId="31b42f8782254bec" providerId="Windows Live" clId="Web-{8EF45ACA-B212-4A87-935E-5A97C98E30BD}" dt="2023-10-17T16:30:03.083" v="189"/>
          <ac:spMkLst>
            <pc:docMk/>
            <pc:sldMk cId="3577454461" sldId="270"/>
            <ac:spMk id="29" creationId="{3DFCF609-6B75-DF2C-CB67-AF60AF7F3C92}"/>
          </ac:spMkLst>
        </pc:spChg>
        <pc:spChg chg="add mod">
          <ac:chgData name="Carlos Miglinski" userId="31b42f8782254bec" providerId="Windows Live" clId="Web-{8EF45ACA-B212-4A87-935E-5A97C98E30BD}" dt="2023-10-17T16:31:05.147" v="198" actId="20577"/>
          <ac:spMkLst>
            <pc:docMk/>
            <pc:sldMk cId="3577454461" sldId="270"/>
            <ac:spMk id="41" creationId="{56967B37-336F-95B0-C0E8-E7583B6A96AD}"/>
          </ac:spMkLst>
        </pc:spChg>
        <pc:spChg chg="add mod">
          <ac:chgData name="Carlos Miglinski" userId="31b42f8782254bec" providerId="Windows Live" clId="Web-{8EF45ACA-B212-4A87-935E-5A97C98E30BD}" dt="2023-10-17T16:31:14.913" v="201" actId="20577"/>
          <ac:spMkLst>
            <pc:docMk/>
            <pc:sldMk cId="3577454461" sldId="270"/>
            <ac:spMk id="42" creationId="{F80E1CE4-7791-FF9E-D041-81022B377D99}"/>
          </ac:spMkLst>
        </pc:spChg>
        <pc:spChg chg="add mod">
          <ac:chgData name="Carlos Miglinski" userId="31b42f8782254bec" providerId="Windows Live" clId="Web-{8EF45ACA-B212-4A87-935E-5A97C98E30BD}" dt="2023-10-17T16:31:24.538" v="204" actId="20577"/>
          <ac:spMkLst>
            <pc:docMk/>
            <pc:sldMk cId="3577454461" sldId="270"/>
            <ac:spMk id="43" creationId="{88C6D902-3934-231F-EE85-89716739D0A3}"/>
          </ac:spMkLst>
        </pc:spChg>
        <pc:spChg chg="del mod">
          <ac:chgData name="Carlos Miglinski" userId="31b42f8782254bec" providerId="Windows Live" clId="Web-{8EF45ACA-B212-4A87-935E-5A97C98E30BD}" dt="2023-10-17T16:26:38.654" v="148"/>
          <ac:spMkLst>
            <pc:docMk/>
            <pc:sldMk cId="3577454461" sldId="270"/>
            <ac:spMk id="147" creationId="{00000000-0000-0000-0000-000000000000}"/>
          </ac:spMkLst>
        </pc:spChg>
        <pc:grpChg chg="add del topLvl">
          <ac:chgData name="Carlos Miglinski" userId="31b42f8782254bec" providerId="Windows Live" clId="Web-{8EF45ACA-B212-4A87-935E-5A97C98E30BD}" dt="2023-10-17T16:30:30.021" v="191"/>
          <ac:grpSpMkLst>
            <pc:docMk/>
            <pc:sldMk cId="3577454461" sldId="270"/>
            <ac:grpSpMk id="5" creationId="{9BE2E23C-CACB-1183-66DE-DA58791CC8A2}"/>
          </ac:grpSpMkLst>
        </pc:grpChg>
        <pc:grpChg chg="add del topLvl">
          <ac:chgData name="Carlos Miglinski" userId="31b42f8782254bec" providerId="Windows Live" clId="Web-{8EF45ACA-B212-4A87-935E-5A97C98E30BD}" dt="2023-10-17T16:30:23.505" v="190"/>
          <ac:grpSpMkLst>
            <pc:docMk/>
            <pc:sldMk cId="3577454461" sldId="270"/>
            <ac:grpSpMk id="9" creationId="{C0C5B532-BA71-D0ED-3C5B-68AEA75E9163}"/>
          </ac:grpSpMkLst>
        </pc:grpChg>
        <pc:grpChg chg="add topLvl">
          <ac:chgData name="Carlos Miglinski" userId="31b42f8782254bec" providerId="Windows Live" clId="Web-{8EF45ACA-B212-4A87-935E-5A97C98E30BD}" dt="2023-10-17T16:30:03.083" v="189"/>
          <ac:grpSpMkLst>
            <pc:docMk/>
            <pc:sldMk cId="3577454461" sldId="270"/>
            <ac:grpSpMk id="13" creationId="{A6FBFC16-110C-B4BB-569D-7B066875A181}"/>
          </ac:grpSpMkLst>
        </pc:grpChg>
        <pc:grpChg chg="add del mod">
          <ac:chgData name="Carlos Miglinski" userId="31b42f8782254bec" providerId="Windows Live" clId="Web-{8EF45ACA-B212-4A87-935E-5A97C98E30BD}" dt="2023-10-17T16:30:03.083" v="189"/>
          <ac:grpSpMkLst>
            <pc:docMk/>
            <pc:sldMk cId="3577454461" sldId="270"/>
            <ac:grpSpMk id="40" creationId="{C05AEED2-8B9F-06E5-697A-472592159053}"/>
          </ac:grpSpMkLst>
        </pc:grpChg>
        <pc:grpChg chg="add">
          <ac:chgData name="Carlos Miglinski" userId="31b42f8782254bec" providerId="Windows Live" clId="Web-{8EF45ACA-B212-4A87-935E-5A97C98E30BD}" dt="2023-10-17T16:32:31.416" v="210"/>
          <ac:grpSpMkLst>
            <pc:docMk/>
            <pc:sldMk cId="3577454461" sldId="270"/>
            <ac:grpSpMk id="48" creationId="{62758B60-64FB-2C36-CCC6-368476A14A0F}"/>
          </ac:grpSpMkLst>
        </pc:grpChg>
        <pc:picChg chg="del">
          <ac:chgData name="Carlos Miglinski" userId="31b42f8782254bec" providerId="Windows Live" clId="Web-{8EF45ACA-B212-4A87-935E-5A97C98E30BD}" dt="2023-10-17T16:26:20.356" v="130"/>
          <ac:picMkLst>
            <pc:docMk/>
            <pc:sldMk cId="3577454461" sldId="270"/>
            <ac:picMk id="148" creationId="{00000000-0000-0000-0000-000000000000}"/>
          </ac:picMkLst>
        </pc:picChg>
        <pc:cxnChg chg="topLvl">
          <ac:chgData name="Carlos Miglinski" userId="31b42f8782254bec" providerId="Windows Live" clId="Web-{8EF45ACA-B212-4A87-935E-5A97C98E30BD}" dt="2023-10-17T16:30:30.021" v="191"/>
          <ac:cxnSpMkLst>
            <pc:docMk/>
            <pc:sldMk cId="3577454461" sldId="270"/>
            <ac:cxnSpMk id="4" creationId="{EF8F9173-242F-66C3-8F10-ED112A9918ED}"/>
          </ac:cxnSpMkLst>
        </pc:cxnChg>
        <pc:cxnChg chg="topLvl">
          <ac:chgData name="Carlos Miglinski" userId="31b42f8782254bec" providerId="Windows Live" clId="Web-{8EF45ACA-B212-4A87-935E-5A97C98E30BD}" dt="2023-10-17T16:30:23.505" v="190"/>
          <ac:cxnSpMkLst>
            <pc:docMk/>
            <pc:sldMk cId="3577454461" sldId="270"/>
            <ac:cxnSpMk id="8" creationId="{42CC19F6-A8C9-B810-8890-565D24A70653}"/>
          </ac:cxnSpMkLst>
        </pc:cxnChg>
        <pc:cxnChg chg="add topLvl">
          <ac:chgData name="Carlos Miglinski" userId="31b42f8782254bec" providerId="Windows Live" clId="Web-{8EF45ACA-B212-4A87-935E-5A97C98E30BD}" dt="2023-10-17T16:30:03.083" v="189"/>
          <ac:cxnSpMkLst>
            <pc:docMk/>
            <pc:sldMk cId="3577454461" sldId="270"/>
            <ac:cxnSpMk id="31" creationId="{95B87786-4C79-9264-F260-C46C868A36B7}"/>
          </ac:cxnSpMkLst>
        </pc:cxnChg>
        <pc:cxnChg chg="add topLvl">
          <ac:chgData name="Carlos Miglinski" userId="31b42f8782254bec" providerId="Windows Live" clId="Web-{8EF45ACA-B212-4A87-935E-5A97C98E30BD}" dt="2023-10-17T16:30:03.083" v="189"/>
          <ac:cxnSpMkLst>
            <pc:docMk/>
            <pc:sldMk cId="3577454461" sldId="270"/>
            <ac:cxnSpMk id="33" creationId="{1E867567-C94A-4853-AA29-C2FAA8F48AE8}"/>
          </ac:cxnSpMkLst>
        </pc:cxnChg>
        <pc:cxnChg chg="add topLvl">
          <ac:chgData name="Carlos Miglinski" userId="31b42f8782254bec" providerId="Windows Live" clId="Web-{8EF45ACA-B212-4A87-935E-5A97C98E30BD}" dt="2023-10-17T16:30:03.083" v="189"/>
          <ac:cxnSpMkLst>
            <pc:docMk/>
            <pc:sldMk cId="3577454461" sldId="270"/>
            <ac:cxnSpMk id="35" creationId="{209BA301-88CF-8D1C-D1FA-198775415AFB}"/>
          </ac:cxnSpMkLst>
        </pc:cxnChg>
        <pc:cxnChg chg="add topLvl">
          <ac:chgData name="Carlos Miglinski" userId="31b42f8782254bec" providerId="Windows Live" clId="Web-{8EF45ACA-B212-4A87-935E-5A97C98E30BD}" dt="2023-10-17T16:30:03.083" v="189"/>
          <ac:cxnSpMkLst>
            <pc:docMk/>
            <pc:sldMk cId="3577454461" sldId="270"/>
            <ac:cxnSpMk id="37" creationId="{3CCA1E21-0FB0-653B-9FA6-173DF0806804}"/>
          </ac:cxnSpMkLst>
        </pc:cxnChg>
        <pc:cxnChg chg="add topLvl">
          <ac:chgData name="Carlos Miglinski" userId="31b42f8782254bec" providerId="Windows Live" clId="Web-{8EF45ACA-B212-4A87-935E-5A97C98E30BD}" dt="2023-10-17T16:30:03.083" v="189"/>
          <ac:cxnSpMkLst>
            <pc:docMk/>
            <pc:sldMk cId="3577454461" sldId="270"/>
            <ac:cxnSpMk id="39" creationId="{9CDD8E3A-C125-540B-AEC5-3980C910EDDC}"/>
          </ac:cxnSpMkLst>
        </pc:cxnChg>
        <pc:cxnChg chg="add mod">
          <ac:chgData name="Carlos Miglinski" userId="31b42f8782254bec" providerId="Windows Live" clId="Web-{8EF45ACA-B212-4A87-935E-5A97C98E30BD}" dt="2023-10-17T16:32:01.883" v="206" actId="1076"/>
          <ac:cxnSpMkLst>
            <pc:docMk/>
            <pc:sldMk cId="3577454461" sldId="270"/>
            <ac:cxnSpMk id="45" creationId="{271AFFA8-577B-7701-506A-8D4D34C1F07A}"/>
          </ac:cxnSpMkLst>
        </pc:cxnChg>
        <pc:cxnChg chg="add mod">
          <ac:chgData name="Carlos Miglinski" userId="31b42f8782254bec" providerId="Windows Live" clId="Web-{8EF45ACA-B212-4A87-935E-5A97C98E30BD}" dt="2023-10-17T16:32:11.087" v="209" actId="14100"/>
          <ac:cxnSpMkLst>
            <pc:docMk/>
            <pc:sldMk cId="3577454461" sldId="270"/>
            <ac:cxnSpMk id="47" creationId="{418E17FF-50E1-EDFF-506D-6EB063656FEF}"/>
          </ac:cxnSpMkLst>
        </pc:cxnChg>
      </pc:sldChg>
      <pc:sldChg chg="add del replId">
        <pc:chgData name="Carlos Miglinski" userId="31b42f8782254bec" providerId="Windows Live" clId="Web-{8EF45ACA-B212-4A87-935E-5A97C98E30BD}" dt="2023-10-17T16:20:33.860" v="123"/>
        <pc:sldMkLst>
          <pc:docMk/>
          <pc:sldMk cId="4164058107" sldId="270"/>
        </pc:sldMkLst>
      </pc:sldChg>
      <pc:sldChg chg="addSp delSp modSp add replId">
        <pc:chgData name="Carlos Miglinski" userId="31b42f8782254bec" providerId="Windows Live" clId="Web-{8EF45ACA-B212-4A87-935E-5A97C98E30BD}" dt="2023-10-17T16:43:46.844" v="286"/>
        <pc:sldMkLst>
          <pc:docMk/>
          <pc:sldMk cId="3170827150" sldId="271"/>
        </pc:sldMkLst>
        <pc:spChg chg="add mod">
          <ac:chgData name="Carlos Miglinski" userId="31b42f8782254bec" providerId="Windows Live" clId="Web-{8EF45ACA-B212-4A87-935E-5A97C98E30BD}" dt="2023-10-17T16:37:20.347" v="215" actId="1076"/>
          <ac:spMkLst>
            <pc:docMk/>
            <pc:sldMk cId="3170827150" sldId="271"/>
            <ac:spMk id="2" creationId="{6853DC11-0D52-1144-B78E-E7C64FC8EF10}"/>
          </ac:spMkLst>
        </pc:spChg>
        <pc:spChg chg="topLvl">
          <ac:chgData name="Carlos Miglinski" userId="31b42f8782254bec" providerId="Windows Live" clId="Web-{8EF45ACA-B212-4A87-935E-5A97C98E30BD}" dt="2023-10-17T16:37:08.690" v="213"/>
          <ac:spMkLst>
            <pc:docMk/>
            <pc:sldMk cId="3170827150" sldId="271"/>
            <ac:spMk id="3" creationId="{43246531-CAE6-62BE-F952-F938870A2ECD}"/>
          </ac:spMkLst>
        </pc:spChg>
        <pc:spChg chg="add mod">
          <ac:chgData name="Carlos Miglinski" userId="31b42f8782254bec" providerId="Windows Live" clId="Web-{8EF45ACA-B212-4A87-935E-5A97C98E30BD}" dt="2023-10-17T16:38:34.553" v="238" actId="14100"/>
          <ac:spMkLst>
            <pc:docMk/>
            <pc:sldMk cId="3170827150" sldId="271"/>
            <ac:spMk id="6" creationId="{FF68BF30-DD85-7EAD-30A8-C544BEB2C087}"/>
          </ac:spMkLst>
        </pc:spChg>
        <pc:spChg chg="topLvl">
          <ac:chgData name="Carlos Miglinski" userId="31b42f8782254bec" providerId="Windows Live" clId="Web-{8EF45ACA-B212-4A87-935E-5A97C98E30BD}" dt="2023-10-17T16:37:08.690" v="213"/>
          <ac:spMkLst>
            <pc:docMk/>
            <pc:sldMk cId="3170827150" sldId="271"/>
            <ac:spMk id="7" creationId="{4AEBF49E-870C-B8B8-FCC7-D9B6B42ABC77}"/>
          </ac:spMkLst>
        </pc:spChg>
        <pc:spChg chg="add">
          <ac:chgData name="Carlos Miglinski" userId="31b42f8782254bec" providerId="Windows Live" clId="Web-{8EF45ACA-B212-4A87-935E-5A97C98E30BD}" dt="2023-10-17T16:43:46.844" v="286"/>
          <ac:spMkLst>
            <pc:docMk/>
            <pc:sldMk cId="3170827150" sldId="271"/>
            <ac:spMk id="10" creationId="{FE0BA211-2E7D-7572-B7E5-4DA7E490E5B2}"/>
          </ac:spMkLst>
        </pc:spChg>
        <pc:spChg chg="topLvl">
          <ac:chgData name="Carlos Miglinski" userId="31b42f8782254bec" providerId="Windows Live" clId="Web-{8EF45ACA-B212-4A87-935E-5A97C98E30BD}" dt="2023-10-17T16:37:08.690" v="213"/>
          <ac:spMkLst>
            <pc:docMk/>
            <pc:sldMk cId="3170827150" sldId="271"/>
            <ac:spMk id="15" creationId="{42C4EBF6-E2F3-D8C1-C30A-BE8589AB1BE6}"/>
          </ac:spMkLst>
        </pc:spChg>
        <pc:spChg chg="topLvl">
          <ac:chgData name="Carlos Miglinski" userId="31b42f8782254bec" providerId="Windows Live" clId="Web-{8EF45ACA-B212-4A87-935E-5A97C98E30BD}" dt="2023-10-17T16:37:08.690" v="213"/>
          <ac:spMkLst>
            <pc:docMk/>
            <pc:sldMk cId="3170827150" sldId="271"/>
            <ac:spMk id="17" creationId="{49787DB7-9E14-3456-C7AE-81ADDA568540}"/>
          </ac:spMkLst>
        </pc:spChg>
        <pc:spChg chg="topLvl">
          <ac:chgData name="Carlos Miglinski" userId="31b42f8782254bec" providerId="Windows Live" clId="Web-{8EF45ACA-B212-4A87-935E-5A97C98E30BD}" dt="2023-10-17T16:37:08.690" v="213"/>
          <ac:spMkLst>
            <pc:docMk/>
            <pc:sldMk cId="3170827150" sldId="271"/>
            <ac:spMk id="19" creationId="{4B3E9E88-1446-71BD-4D4E-C405547CB490}"/>
          </ac:spMkLst>
        </pc:spChg>
        <pc:spChg chg="topLvl">
          <ac:chgData name="Carlos Miglinski" userId="31b42f8782254bec" providerId="Windows Live" clId="Web-{8EF45ACA-B212-4A87-935E-5A97C98E30BD}" dt="2023-10-17T16:37:08.690" v="213"/>
          <ac:spMkLst>
            <pc:docMk/>
            <pc:sldMk cId="3170827150" sldId="271"/>
            <ac:spMk id="21" creationId="{6838E966-F77B-96E4-ABEB-9272DB24153C}"/>
          </ac:spMkLst>
        </pc:spChg>
        <pc:spChg chg="topLvl">
          <ac:chgData name="Carlos Miglinski" userId="31b42f8782254bec" providerId="Windows Live" clId="Web-{8EF45ACA-B212-4A87-935E-5A97C98E30BD}" dt="2023-10-17T16:37:08.690" v="213"/>
          <ac:spMkLst>
            <pc:docMk/>
            <pc:sldMk cId="3170827150" sldId="271"/>
            <ac:spMk id="23" creationId="{FB44FB0D-DC9D-998A-80ED-9296BFF2D368}"/>
          </ac:spMkLst>
        </pc:spChg>
        <pc:spChg chg="topLvl">
          <ac:chgData name="Carlos Miglinski" userId="31b42f8782254bec" providerId="Windows Live" clId="Web-{8EF45ACA-B212-4A87-935E-5A97C98E30BD}" dt="2023-10-17T16:37:08.690" v="213"/>
          <ac:spMkLst>
            <pc:docMk/>
            <pc:sldMk cId="3170827150" sldId="271"/>
            <ac:spMk id="25" creationId="{FF02DF42-FBFD-B3D5-A59B-6E53CFDEBEC8}"/>
          </ac:spMkLst>
        </pc:spChg>
        <pc:spChg chg="topLvl">
          <ac:chgData name="Carlos Miglinski" userId="31b42f8782254bec" providerId="Windows Live" clId="Web-{8EF45ACA-B212-4A87-935E-5A97C98E30BD}" dt="2023-10-17T16:37:08.690" v="213"/>
          <ac:spMkLst>
            <pc:docMk/>
            <pc:sldMk cId="3170827150" sldId="271"/>
            <ac:spMk id="27" creationId="{31C1AA82-9876-2DA9-02AF-D1578871AAF5}"/>
          </ac:spMkLst>
        </pc:spChg>
        <pc:spChg chg="topLvl">
          <ac:chgData name="Carlos Miglinski" userId="31b42f8782254bec" providerId="Windows Live" clId="Web-{8EF45ACA-B212-4A87-935E-5A97C98E30BD}" dt="2023-10-17T16:37:08.690" v="213"/>
          <ac:spMkLst>
            <pc:docMk/>
            <pc:sldMk cId="3170827150" sldId="271"/>
            <ac:spMk id="29" creationId="{3DFCF609-6B75-DF2C-CB67-AF60AF7F3C92}"/>
          </ac:spMkLst>
        </pc:spChg>
        <pc:spChg chg="mod topLvl">
          <ac:chgData name="Carlos Miglinski" userId="31b42f8782254bec" providerId="Windows Live" clId="Web-{8EF45ACA-B212-4A87-935E-5A97C98E30BD}" dt="2023-10-17T16:37:32.160" v="216" actId="14100"/>
          <ac:spMkLst>
            <pc:docMk/>
            <pc:sldMk cId="3170827150" sldId="271"/>
            <ac:spMk id="41" creationId="{56967B37-336F-95B0-C0E8-E7583B6A96AD}"/>
          </ac:spMkLst>
        </pc:spChg>
        <pc:spChg chg="topLvl">
          <ac:chgData name="Carlos Miglinski" userId="31b42f8782254bec" providerId="Windows Live" clId="Web-{8EF45ACA-B212-4A87-935E-5A97C98E30BD}" dt="2023-10-17T16:37:08.690" v="213"/>
          <ac:spMkLst>
            <pc:docMk/>
            <pc:sldMk cId="3170827150" sldId="271"/>
            <ac:spMk id="42" creationId="{F80E1CE4-7791-FF9E-D041-81022B377D99}"/>
          </ac:spMkLst>
        </pc:spChg>
        <pc:spChg chg="topLvl">
          <ac:chgData name="Carlos Miglinski" userId="31b42f8782254bec" providerId="Windows Live" clId="Web-{8EF45ACA-B212-4A87-935E-5A97C98E30BD}" dt="2023-10-17T16:37:08.690" v="213"/>
          <ac:spMkLst>
            <pc:docMk/>
            <pc:sldMk cId="3170827150" sldId="271"/>
            <ac:spMk id="43" creationId="{88C6D902-3934-231F-EE85-89716739D0A3}"/>
          </ac:spMkLst>
        </pc:spChg>
        <pc:grpChg chg="topLvl">
          <ac:chgData name="Carlos Miglinski" userId="31b42f8782254bec" providerId="Windows Live" clId="Web-{8EF45ACA-B212-4A87-935E-5A97C98E30BD}" dt="2023-10-17T16:37:08.690" v="213"/>
          <ac:grpSpMkLst>
            <pc:docMk/>
            <pc:sldMk cId="3170827150" sldId="271"/>
            <ac:grpSpMk id="13" creationId="{A6FBFC16-110C-B4BB-569D-7B066875A181}"/>
          </ac:grpSpMkLst>
        </pc:grpChg>
        <pc:grpChg chg="del">
          <ac:chgData name="Carlos Miglinski" userId="31b42f8782254bec" providerId="Windows Live" clId="Web-{8EF45ACA-B212-4A87-935E-5A97C98E30BD}" dt="2023-10-17T16:37:08.690" v="213"/>
          <ac:grpSpMkLst>
            <pc:docMk/>
            <pc:sldMk cId="3170827150" sldId="271"/>
            <ac:grpSpMk id="48" creationId="{62758B60-64FB-2C36-CCC6-368476A14A0F}"/>
          </ac:grpSpMkLst>
        </pc:grpChg>
        <pc:cxnChg chg="topLvl">
          <ac:chgData name="Carlos Miglinski" userId="31b42f8782254bec" providerId="Windows Live" clId="Web-{8EF45ACA-B212-4A87-935E-5A97C98E30BD}" dt="2023-10-17T16:37:08.690" v="213"/>
          <ac:cxnSpMkLst>
            <pc:docMk/>
            <pc:sldMk cId="3170827150" sldId="271"/>
            <ac:cxnSpMk id="4" creationId="{EF8F9173-242F-66C3-8F10-ED112A9918ED}"/>
          </ac:cxnSpMkLst>
        </pc:cxnChg>
        <pc:cxnChg chg="add mod">
          <ac:chgData name="Carlos Miglinski" userId="31b42f8782254bec" providerId="Windows Live" clId="Web-{8EF45ACA-B212-4A87-935E-5A97C98E30BD}" dt="2023-10-17T16:37:45.223" v="218" actId="1076"/>
          <ac:cxnSpMkLst>
            <pc:docMk/>
            <pc:sldMk cId="3170827150" sldId="271"/>
            <ac:cxnSpMk id="5" creationId="{DF145692-EFBE-5832-430F-D4CE12DB2EBF}"/>
          </ac:cxnSpMkLst>
        </pc:cxnChg>
        <pc:cxnChg chg="topLvl">
          <ac:chgData name="Carlos Miglinski" userId="31b42f8782254bec" providerId="Windows Live" clId="Web-{8EF45ACA-B212-4A87-935E-5A97C98E30BD}" dt="2023-10-17T16:37:08.690" v="213"/>
          <ac:cxnSpMkLst>
            <pc:docMk/>
            <pc:sldMk cId="3170827150" sldId="271"/>
            <ac:cxnSpMk id="8" creationId="{42CC19F6-A8C9-B810-8890-565D24A70653}"/>
          </ac:cxnSpMkLst>
        </pc:cxnChg>
        <pc:cxnChg chg="topLvl">
          <ac:chgData name="Carlos Miglinski" userId="31b42f8782254bec" providerId="Windows Live" clId="Web-{8EF45ACA-B212-4A87-935E-5A97C98E30BD}" dt="2023-10-17T16:37:08.690" v="213"/>
          <ac:cxnSpMkLst>
            <pc:docMk/>
            <pc:sldMk cId="3170827150" sldId="271"/>
            <ac:cxnSpMk id="31" creationId="{95B87786-4C79-9264-F260-C46C868A36B7}"/>
          </ac:cxnSpMkLst>
        </pc:cxnChg>
        <pc:cxnChg chg="topLvl">
          <ac:chgData name="Carlos Miglinski" userId="31b42f8782254bec" providerId="Windows Live" clId="Web-{8EF45ACA-B212-4A87-935E-5A97C98E30BD}" dt="2023-10-17T16:37:08.690" v="213"/>
          <ac:cxnSpMkLst>
            <pc:docMk/>
            <pc:sldMk cId="3170827150" sldId="271"/>
            <ac:cxnSpMk id="33" creationId="{1E867567-C94A-4853-AA29-C2FAA8F48AE8}"/>
          </ac:cxnSpMkLst>
        </pc:cxnChg>
        <pc:cxnChg chg="topLvl">
          <ac:chgData name="Carlos Miglinski" userId="31b42f8782254bec" providerId="Windows Live" clId="Web-{8EF45ACA-B212-4A87-935E-5A97C98E30BD}" dt="2023-10-17T16:37:08.690" v="213"/>
          <ac:cxnSpMkLst>
            <pc:docMk/>
            <pc:sldMk cId="3170827150" sldId="271"/>
            <ac:cxnSpMk id="35" creationId="{209BA301-88CF-8D1C-D1FA-198775415AFB}"/>
          </ac:cxnSpMkLst>
        </pc:cxnChg>
        <pc:cxnChg chg="topLvl">
          <ac:chgData name="Carlos Miglinski" userId="31b42f8782254bec" providerId="Windows Live" clId="Web-{8EF45ACA-B212-4A87-935E-5A97C98E30BD}" dt="2023-10-17T16:37:08.690" v="213"/>
          <ac:cxnSpMkLst>
            <pc:docMk/>
            <pc:sldMk cId="3170827150" sldId="271"/>
            <ac:cxnSpMk id="37" creationId="{3CCA1E21-0FB0-653B-9FA6-173DF0806804}"/>
          </ac:cxnSpMkLst>
        </pc:cxnChg>
        <pc:cxnChg chg="topLvl">
          <ac:chgData name="Carlos Miglinski" userId="31b42f8782254bec" providerId="Windows Live" clId="Web-{8EF45ACA-B212-4A87-935E-5A97C98E30BD}" dt="2023-10-17T16:37:08.690" v="213"/>
          <ac:cxnSpMkLst>
            <pc:docMk/>
            <pc:sldMk cId="3170827150" sldId="271"/>
            <ac:cxnSpMk id="39" creationId="{9CDD8E3A-C125-540B-AEC5-3980C910EDDC}"/>
          </ac:cxnSpMkLst>
        </pc:cxnChg>
        <pc:cxnChg chg="topLvl">
          <ac:chgData name="Carlos Miglinski" userId="31b42f8782254bec" providerId="Windows Live" clId="Web-{8EF45ACA-B212-4A87-935E-5A97C98E30BD}" dt="2023-10-17T16:37:08.690" v="213"/>
          <ac:cxnSpMkLst>
            <pc:docMk/>
            <pc:sldMk cId="3170827150" sldId="271"/>
            <ac:cxnSpMk id="45" creationId="{271AFFA8-577B-7701-506A-8D4D34C1F07A}"/>
          </ac:cxnSpMkLst>
        </pc:cxnChg>
        <pc:cxnChg chg="topLvl">
          <ac:chgData name="Carlos Miglinski" userId="31b42f8782254bec" providerId="Windows Live" clId="Web-{8EF45ACA-B212-4A87-935E-5A97C98E30BD}" dt="2023-10-17T16:37:08.690" v="213"/>
          <ac:cxnSpMkLst>
            <pc:docMk/>
            <pc:sldMk cId="3170827150" sldId="271"/>
            <ac:cxnSpMk id="47" creationId="{418E17FF-50E1-EDFF-506D-6EB063656FEF}"/>
          </ac:cxnSpMkLst>
        </pc:cxnChg>
      </pc:sldChg>
      <pc:sldChg chg="addSp delSp modSp add del replId">
        <pc:chgData name="Carlos Miglinski" userId="31b42f8782254bec" providerId="Windows Live" clId="Web-{8EF45ACA-B212-4A87-935E-5A97C98E30BD}" dt="2023-10-17T16:36:51.330" v="211"/>
        <pc:sldMkLst>
          <pc:docMk/>
          <pc:sldMk cId="3741610753" sldId="271"/>
        </pc:sldMkLst>
        <pc:spChg chg="add mod">
          <ac:chgData name="Carlos Miglinski" userId="31b42f8782254bec" providerId="Windows Live" clId="Web-{8EF45ACA-B212-4A87-935E-5A97C98E30BD}" dt="2023-10-17T16:29:53.332" v="188" actId="20577"/>
          <ac:spMkLst>
            <pc:docMk/>
            <pc:sldMk cId="3741610753" sldId="271"/>
            <ac:spMk id="14" creationId="{FC9D32F8-90A2-19A3-89BF-787CDCD9EF95}"/>
          </ac:spMkLst>
        </pc:spChg>
        <pc:spChg chg="topLvl">
          <ac:chgData name="Carlos Miglinski" userId="31b42f8782254bec" providerId="Windows Live" clId="Web-{8EF45ACA-B212-4A87-935E-5A97C98E30BD}" dt="2023-10-17T16:28:24.782" v="176"/>
          <ac:spMkLst>
            <pc:docMk/>
            <pc:sldMk cId="3741610753" sldId="271"/>
            <ac:spMk id="15" creationId="{42C4EBF6-E2F3-D8C1-C30A-BE8589AB1BE6}"/>
          </ac:spMkLst>
        </pc:spChg>
        <pc:spChg chg="topLvl">
          <ac:chgData name="Carlos Miglinski" userId="31b42f8782254bec" providerId="Windows Live" clId="Web-{8EF45ACA-B212-4A87-935E-5A97C98E30BD}" dt="2023-10-17T16:28:24.782" v="176"/>
          <ac:spMkLst>
            <pc:docMk/>
            <pc:sldMk cId="3741610753" sldId="271"/>
            <ac:spMk id="17" creationId="{49787DB7-9E14-3456-C7AE-81ADDA568540}"/>
          </ac:spMkLst>
        </pc:spChg>
        <pc:spChg chg="topLvl">
          <ac:chgData name="Carlos Miglinski" userId="31b42f8782254bec" providerId="Windows Live" clId="Web-{8EF45ACA-B212-4A87-935E-5A97C98E30BD}" dt="2023-10-17T16:28:24.782" v="176"/>
          <ac:spMkLst>
            <pc:docMk/>
            <pc:sldMk cId="3741610753" sldId="271"/>
            <ac:spMk id="19" creationId="{4B3E9E88-1446-71BD-4D4E-C405547CB490}"/>
          </ac:spMkLst>
        </pc:spChg>
        <pc:spChg chg="topLvl">
          <ac:chgData name="Carlos Miglinski" userId="31b42f8782254bec" providerId="Windows Live" clId="Web-{8EF45ACA-B212-4A87-935E-5A97C98E30BD}" dt="2023-10-17T16:28:24.782" v="176"/>
          <ac:spMkLst>
            <pc:docMk/>
            <pc:sldMk cId="3741610753" sldId="271"/>
            <ac:spMk id="21" creationId="{6838E966-F77B-96E4-ABEB-9272DB24153C}"/>
          </ac:spMkLst>
        </pc:spChg>
        <pc:spChg chg="topLvl">
          <ac:chgData name="Carlos Miglinski" userId="31b42f8782254bec" providerId="Windows Live" clId="Web-{8EF45ACA-B212-4A87-935E-5A97C98E30BD}" dt="2023-10-17T16:28:24.782" v="176"/>
          <ac:spMkLst>
            <pc:docMk/>
            <pc:sldMk cId="3741610753" sldId="271"/>
            <ac:spMk id="23" creationId="{FB44FB0D-DC9D-998A-80ED-9296BFF2D368}"/>
          </ac:spMkLst>
        </pc:spChg>
        <pc:spChg chg="topLvl">
          <ac:chgData name="Carlos Miglinski" userId="31b42f8782254bec" providerId="Windows Live" clId="Web-{8EF45ACA-B212-4A87-935E-5A97C98E30BD}" dt="2023-10-17T16:28:24.782" v="176"/>
          <ac:spMkLst>
            <pc:docMk/>
            <pc:sldMk cId="3741610753" sldId="271"/>
            <ac:spMk id="25" creationId="{FF02DF42-FBFD-B3D5-A59B-6E53CFDEBEC8}"/>
          </ac:spMkLst>
        </pc:spChg>
        <pc:spChg chg="topLvl">
          <ac:chgData name="Carlos Miglinski" userId="31b42f8782254bec" providerId="Windows Live" clId="Web-{8EF45ACA-B212-4A87-935E-5A97C98E30BD}" dt="2023-10-17T16:28:24.782" v="176"/>
          <ac:spMkLst>
            <pc:docMk/>
            <pc:sldMk cId="3741610753" sldId="271"/>
            <ac:spMk id="27" creationId="{31C1AA82-9876-2DA9-02AF-D1578871AAF5}"/>
          </ac:spMkLst>
        </pc:spChg>
        <pc:spChg chg="topLvl">
          <ac:chgData name="Carlos Miglinski" userId="31b42f8782254bec" providerId="Windows Live" clId="Web-{8EF45ACA-B212-4A87-935E-5A97C98E30BD}" dt="2023-10-17T16:28:24.782" v="176"/>
          <ac:spMkLst>
            <pc:docMk/>
            <pc:sldMk cId="3741610753" sldId="271"/>
            <ac:spMk id="29" creationId="{3DFCF609-6B75-DF2C-CB67-AF60AF7F3C92}"/>
          </ac:spMkLst>
        </pc:spChg>
        <pc:grpChg chg="add mod">
          <ac:chgData name="Carlos Miglinski" userId="31b42f8782254bec" providerId="Windows Live" clId="Web-{8EF45ACA-B212-4A87-935E-5A97C98E30BD}" dt="2023-10-17T16:28:35.580" v="178" actId="1076"/>
          <ac:grpSpMkLst>
            <pc:docMk/>
            <pc:sldMk cId="3741610753" sldId="271"/>
            <ac:grpSpMk id="2" creationId="{40F2C6D1-FDAD-C2DF-8ED3-C59A970ABBC5}"/>
          </ac:grpSpMkLst>
        </pc:grpChg>
        <pc:grpChg chg="topLvl">
          <ac:chgData name="Carlos Miglinski" userId="31b42f8782254bec" providerId="Windows Live" clId="Web-{8EF45ACA-B212-4A87-935E-5A97C98E30BD}" dt="2023-10-17T16:28:24.782" v="176"/>
          <ac:grpSpMkLst>
            <pc:docMk/>
            <pc:sldMk cId="3741610753" sldId="271"/>
            <ac:grpSpMk id="5" creationId="{9BE2E23C-CACB-1183-66DE-DA58791CC8A2}"/>
          </ac:grpSpMkLst>
        </pc:grpChg>
        <pc:grpChg chg="topLvl">
          <ac:chgData name="Carlos Miglinski" userId="31b42f8782254bec" providerId="Windows Live" clId="Web-{8EF45ACA-B212-4A87-935E-5A97C98E30BD}" dt="2023-10-17T16:28:24.782" v="176"/>
          <ac:grpSpMkLst>
            <pc:docMk/>
            <pc:sldMk cId="3741610753" sldId="271"/>
            <ac:grpSpMk id="9" creationId="{C0C5B532-BA71-D0ED-3C5B-68AEA75E9163}"/>
          </ac:grpSpMkLst>
        </pc:grpChg>
        <pc:grpChg chg="topLvl">
          <ac:chgData name="Carlos Miglinski" userId="31b42f8782254bec" providerId="Windows Live" clId="Web-{8EF45ACA-B212-4A87-935E-5A97C98E30BD}" dt="2023-10-17T16:28:24.782" v="176"/>
          <ac:grpSpMkLst>
            <pc:docMk/>
            <pc:sldMk cId="3741610753" sldId="271"/>
            <ac:grpSpMk id="13" creationId="{A6FBFC16-110C-B4BB-569D-7B066875A181}"/>
          </ac:grpSpMkLst>
        </pc:grpChg>
        <pc:grpChg chg="del">
          <ac:chgData name="Carlos Miglinski" userId="31b42f8782254bec" providerId="Windows Live" clId="Web-{8EF45ACA-B212-4A87-935E-5A97C98E30BD}" dt="2023-10-17T16:28:24.782" v="176"/>
          <ac:grpSpMkLst>
            <pc:docMk/>
            <pc:sldMk cId="3741610753" sldId="271"/>
            <ac:grpSpMk id="40" creationId="{C05AEED2-8B9F-06E5-697A-472592159053}"/>
          </ac:grpSpMkLst>
        </pc:grpChg>
        <pc:cxnChg chg="mod">
          <ac:chgData name="Carlos Miglinski" userId="31b42f8782254bec" providerId="Windows Live" clId="Web-{8EF45ACA-B212-4A87-935E-5A97C98E30BD}" dt="2023-10-17T16:28:30.939" v="177"/>
          <ac:cxnSpMkLst>
            <pc:docMk/>
            <pc:sldMk cId="3741610753" sldId="271"/>
            <ac:cxnSpMk id="10" creationId="{C97B0D7D-A5FF-BA66-A03C-202247C6BEB7}"/>
          </ac:cxnSpMkLst>
        </pc:cxnChg>
        <pc:cxnChg chg="topLvl">
          <ac:chgData name="Carlos Miglinski" userId="31b42f8782254bec" providerId="Windows Live" clId="Web-{8EF45ACA-B212-4A87-935E-5A97C98E30BD}" dt="2023-10-17T16:28:24.782" v="176"/>
          <ac:cxnSpMkLst>
            <pc:docMk/>
            <pc:sldMk cId="3741610753" sldId="271"/>
            <ac:cxnSpMk id="31" creationId="{95B87786-4C79-9264-F260-C46C868A36B7}"/>
          </ac:cxnSpMkLst>
        </pc:cxnChg>
        <pc:cxnChg chg="topLvl">
          <ac:chgData name="Carlos Miglinski" userId="31b42f8782254bec" providerId="Windows Live" clId="Web-{8EF45ACA-B212-4A87-935E-5A97C98E30BD}" dt="2023-10-17T16:28:24.782" v="176"/>
          <ac:cxnSpMkLst>
            <pc:docMk/>
            <pc:sldMk cId="3741610753" sldId="271"/>
            <ac:cxnSpMk id="33" creationId="{1E867567-C94A-4853-AA29-C2FAA8F48AE8}"/>
          </ac:cxnSpMkLst>
        </pc:cxnChg>
        <pc:cxnChg chg="topLvl">
          <ac:chgData name="Carlos Miglinski" userId="31b42f8782254bec" providerId="Windows Live" clId="Web-{8EF45ACA-B212-4A87-935E-5A97C98E30BD}" dt="2023-10-17T16:28:24.782" v="176"/>
          <ac:cxnSpMkLst>
            <pc:docMk/>
            <pc:sldMk cId="3741610753" sldId="271"/>
            <ac:cxnSpMk id="35" creationId="{209BA301-88CF-8D1C-D1FA-198775415AFB}"/>
          </ac:cxnSpMkLst>
        </pc:cxnChg>
        <pc:cxnChg chg="topLvl">
          <ac:chgData name="Carlos Miglinski" userId="31b42f8782254bec" providerId="Windows Live" clId="Web-{8EF45ACA-B212-4A87-935E-5A97C98E30BD}" dt="2023-10-17T16:28:24.782" v="176"/>
          <ac:cxnSpMkLst>
            <pc:docMk/>
            <pc:sldMk cId="3741610753" sldId="271"/>
            <ac:cxnSpMk id="37" creationId="{3CCA1E21-0FB0-653B-9FA6-173DF0806804}"/>
          </ac:cxnSpMkLst>
        </pc:cxnChg>
        <pc:cxnChg chg="topLvl">
          <ac:chgData name="Carlos Miglinski" userId="31b42f8782254bec" providerId="Windows Live" clId="Web-{8EF45ACA-B212-4A87-935E-5A97C98E30BD}" dt="2023-10-17T16:28:24.782" v="176"/>
          <ac:cxnSpMkLst>
            <pc:docMk/>
            <pc:sldMk cId="3741610753" sldId="271"/>
            <ac:cxnSpMk id="39" creationId="{9CDD8E3A-C125-540B-AEC5-3980C910EDDC}"/>
          </ac:cxnSpMkLst>
        </pc:cxnChg>
      </pc:sldChg>
      <pc:sldChg chg="addSp modSp add replId">
        <pc:chgData name="Carlos Miglinski" userId="31b42f8782254bec" providerId="Windows Live" clId="Web-{8EF45ACA-B212-4A87-935E-5A97C98E30BD}" dt="2023-10-17T16:43:53.141" v="287"/>
        <pc:sldMkLst>
          <pc:docMk/>
          <pc:sldMk cId="2774971400" sldId="272"/>
        </pc:sldMkLst>
        <pc:spChg chg="mod">
          <ac:chgData name="Carlos Miglinski" userId="31b42f8782254bec" providerId="Windows Live" clId="Web-{8EF45ACA-B212-4A87-935E-5A97C98E30BD}" dt="2023-10-17T16:39:11.663" v="246" actId="20577"/>
          <ac:spMkLst>
            <pc:docMk/>
            <pc:sldMk cId="2774971400" sldId="272"/>
            <ac:spMk id="6" creationId="{FF68BF30-DD85-7EAD-30A8-C544BEB2C087}"/>
          </ac:spMkLst>
        </pc:spChg>
        <pc:spChg chg="add mod">
          <ac:chgData name="Carlos Miglinski" userId="31b42f8782254bec" providerId="Windows Live" clId="Web-{8EF45ACA-B212-4A87-935E-5A97C98E30BD}" dt="2023-10-17T16:39:53.805" v="255" actId="20577"/>
          <ac:spMkLst>
            <pc:docMk/>
            <pc:sldMk cId="2774971400" sldId="272"/>
            <ac:spMk id="9" creationId="{8C052225-A372-8B51-5C0E-4AE7B9BCEF5D}"/>
          </ac:spMkLst>
        </pc:spChg>
        <pc:spChg chg="add">
          <ac:chgData name="Carlos Miglinski" userId="31b42f8782254bec" providerId="Windows Live" clId="Web-{8EF45ACA-B212-4A87-935E-5A97C98E30BD}" dt="2023-10-17T16:43:53.141" v="287"/>
          <ac:spMkLst>
            <pc:docMk/>
            <pc:sldMk cId="2774971400" sldId="272"/>
            <ac:spMk id="14" creationId="{01DE6727-920D-B8F9-CA65-D51CEC6CC078}"/>
          </ac:spMkLst>
        </pc:spChg>
        <pc:spChg chg="mod">
          <ac:chgData name="Carlos Miglinski" userId="31b42f8782254bec" providerId="Windows Live" clId="Web-{8EF45ACA-B212-4A87-935E-5A97C98E30BD}" dt="2023-10-17T16:39:33.867" v="252"/>
          <ac:spMkLst>
            <pc:docMk/>
            <pc:sldMk cId="2774971400" sldId="272"/>
            <ac:spMk id="19" creationId="{4B3E9E88-1446-71BD-4D4E-C405547CB490}"/>
          </ac:spMkLst>
        </pc:spChg>
      </pc:sldChg>
      <pc:sldChg chg="addSp delSp modSp add replId">
        <pc:chgData name="Carlos Miglinski" userId="31b42f8782254bec" providerId="Windows Live" clId="Web-{8EF45ACA-B212-4A87-935E-5A97C98E30BD}" dt="2023-10-17T16:43:58.657" v="288"/>
        <pc:sldMkLst>
          <pc:docMk/>
          <pc:sldMk cId="1403084539" sldId="273"/>
        </pc:sldMkLst>
        <pc:spChg chg="mod">
          <ac:chgData name="Carlos Miglinski" userId="31b42f8782254bec" providerId="Windows Live" clId="Web-{8EF45ACA-B212-4A87-935E-5A97C98E30BD}" dt="2023-10-17T16:40:50.120" v="262" actId="1076"/>
          <ac:spMkLst>
            <pc:docMk/>
            <pc:sldMk cId="1403084539" sldId="273"/>
            <ac:spMk id="6" creationId="{FF68BF30-DD85-7EAD-30A8-C544BEB2C087}"/>
          </ac:spMkLst>
        </pc:spChg>
        <pc:spChg chg="add mod">
          <ac:chgData name="Carlos Miglinski" userId="31b42f8782254bec" providerId="Windows Live" clId="Web-{8EF45ACA-B212-4A87-935E-5A97C98E30BD}" dt="2023-10-17T16:42:00.669" v="273" actId="20577"/>
          <ac:spMkLst>
            <pc:docMk/>
            <pc:sldMk cId="1403084539" sldId="273"/>
            <ac:spMk id="16" creationId="{EABB7C77-F8CF-4B1F-16F2-6153FCC00375}"/>
          </ac:spMkLst>
        </pc:spChg>
        <pc:spChg chg="add">
          <ac:chgData name="Carlos Miglinski" userId="31b42f8782254bec" providerId="Windows Live" clId="Web-{8EF45ACA-B212-4A87-935E-5A97C98E30BD}" dt="2023-10-17T16:43:58.657" v="288"/>
          <ac:spMkLst>
            <pc:docMk/>
            <pc:sldMk cId="1403084539" sldId="273"/>
            <ac:spMk id="20" creationId="{86A032ED-D38F-1DD2-035E-E761E29AE949}"/>
          </ac:spMkLst>
        </pc:spChg>
        <pc:cxnChg chg="add mod">
          <ac:chgData name="Carlos Miglinski" userId="31b42f8782254bec" providerId="Windows Live" clId="Web-{8EF45ACA-B212-4A87-935E-5A97C98E30BD}" dt="2023-10-17T16:41:24.355" v="266" actId="14100"/>
          <ac:cxnSpMkLst>
            <pc:docMk/>
            <pc:sldMk cId="1403084539" sldId="273"/>
            <ac:cxnSpMk id="10" creationId="{F39D0A72-4990-E166-46C4-09EE8DF8C4D0}"/>
          </ac:cxnSpMkLst>
        </pc:cxnChg>
        <pc:cxnChg chg="add del mod">
          <ac:chgData name="Carlos Miglinski" userId="31b42f8782254bec" providerId="Windows Live" clId="Web-{8EF45ACA-B212-4A87-935E-5A97C98E30BD}" dt="2023-10-17T16:41:33.746" v="268"/>
          <ac:cxnSpMkLst>
            <pc:docMk/>
            <pc:sldMk cId="1403084539" sldId="273"/>
            <ac:cxnSpMk id="14" creationId="{40351DA7-6B8F-495B-E891-474D76A94B43}"/>
          </ac:cxnSpMkLst>
        </pc:cxnChg>
      </pc:sldChg>
      <pc:sldChg chg="addSp modSp add replId">
        <pc:chgData name="Carlos Miglinski" userId="31b42f8782254bec" providerId="Windows Live" clId="Web-{8EF45ACA-B212-4A87-935E-5A97C98E30BD}" dt="2023-10-17T16:44:20.142" v="295" actId="20577"/>
        <pc:sldMkLst>
          <pc:docMk/>
          <pc:sldMk cId="3108618742" sldId="274"/>
        </pc:sldMkLst>
        <pc:spChg chg="mod">
          <ac:chgData name="Carlos Miglinski" userId="31b42f8782254bec" providerId="Windows Live" clId="Web-{8EF45ACA-B212-4A87-935E-5A97C98E30BD}" dt="2023-10-17T16:42:36.842" v="277" actId="20577"/>
          <ac:spMkLst>
            <pc:docMk/>
            <pc:sldMk cId="3108618742" sldId="274"/>
            <ac:spMk id="6" creationId="{FF68BF30-DD85-7EAD-30A8-C544BEB2C087}"/>
          </ac:spMkLst>
        </pc:spChg>
        <pc:spChg chg="add mod">
          <ac:chgData name="Carlos Miglinski" userId="31b42f8782254bec" providerId="Windows Live" clId="Web-{8EF45ACA-B212-4A87-935E-5A97C98E30BD}" dt="2023-10-17T16:43:25.234" v="285" actId="20577"/>
          <ac:spMkLst>
            <pc:docMk/>
            <pc:sldMk cId="3108618742" sldId="274"/>
            <ac:spMk id="14" creationId="{149C76AC-FFDC-8569-EB3F-EC51D078B142}"/>
          </ac:spMkLst>
        </pc:spChg>
        <pc:spChg chg="mod">
          <ac:chgData name="Carlos Miglinski" userId="31b42f8782254bec" providerId="Windows Live" clId="Web-{8EF45ACA-B212-4A87-935E-5A97C98E30BD}" dt="2023-10-17T16:44:20.142" v="295" actId="20577"/>
          <ac:spMkLst>
            <pc:docMk/>
            <pc:sldMk cId="3108618742" sldId="274"/>
            <ac:spMk id="15" creationId="{42C4EBF6-E2F3-D8C1-C30A-BE8589AB1BE6}"/>
          </ac:spMkLst>
        </pc:spChg>
        <pc:cxnChg chg="mod">
          <ac:chgData name="Carlos Miglinski" userId="31b42f8782254bec" providerId="Windows Live" clId="Web-{8EF45ACA-B212-4A87-935E-5A97C98E30BD}" dt="2023-10-17T16:42:44.123" v="278" actId="14100"/>
          <ac:cxnSpMkLst>
            <pc:docMk/>
            <pc:sldMk cId="3108618742" sldId="274"/>
            <ac:cxnSpMk id="31" creationId="{95B87786-4C79-9264-F260-C46C868A36B7}"/>
          </ac:cxnSpMkLst>
        </pc:cxnChg>
      </pc:sldChg>
    </pc:docChg>
  </pc:docChgLst>
  <pc:docChgLst>
    <pc:chgData name="Carlos Miglinski" userId="31b42f8782254bec" providerId="Windows Live" clId="Web-{68C565DB-8639-4E88-B36D-91671B35AD2E}"/>
    <pc:docChg chg="addSld delSld modSld sldOrd">
      <pc:chgData name="Carlos Miglinski" userId="31b42f8782254bec" providerId="Windows Live" clId="Web-{68C565DB-8639-4E88-B36D-91671B35AD2E}" dt="2024-10-14T17:16:20.702" v="339"/>
      <pc:docMkLst>
        <pc:docMk/>
      </pc:docMkLst>
      <pc:sldChg chg="ord">
        <pc:chgData name="Carlos Miglinski" userId="31b42f8782254bec" providerId="Windows Live" clId="Web-{68C565DB-8639-4E88-B36D-91671B35AD2E}" dt="2024-10-14T15:10:32.934" v="11"/>
        <pc:sldMkLst>
          <pc:docMk/>
          <pc:sldMk cId="0" sldId="268"/>
        </pc:sldMkLst>
      </pc:sldChg>
      <pc:sldChg chg="addSp modSp ord">
        <pc:chgData name="Carlos Miglinski" userId="31b42f8782254bec" providerId="Windows Live" clId="Web-{68C565DB-8639-4E88-B36D-91671B35AD2E}" dt="2024-10-14T16:53:33.023" v="158" actId="20577"/>
        <pc:sldMkLst>
          <pc:docMk/>
          <pc:sldMk cId="3577454461" sldId="270"/>
        </pc:sldMkLst>
        <pc:spChg chg="add mod">
          <ac:chgData name="Carlos Miglinski" userId="31b42f8782254bec" providerId="Windows Live" clId="Web-{68C565DB-8639-4E88-B36D-91671B35AD2E}" dt="2024-10-14T16:50:08.384" v="120" actId="1076"/>
          <ac:spMkLst>
            <pc:docMk/>
            <pc:sldMk cId="3577454461" sldId="270"/>
            <ac:spMk id="5" creationId="{271A4886-46C4-F74D-E32B-C72E143BAA37}"/>
          </ac:spMkLst>
        </pc:spChg>
        <pc:spChg chg="add mod">
          <ac:chgData name="Carlos Miglinski" userId="31b42f8782254bec" providerId="Windows Live" clId="Web-{68C565DB-8639-4E88-B36D-91671B35AD2E}" dt="2024-10-14T16:51:04.728" v="132" actId="20577"/>
          <ac:spMkLst>
            <pc:docMk/>
            <pc:sldMk cId="3577454461" sldId="270"/>
            <ac:spMk id="14" creationId="{95A7DE75-2390-4889-B5A8-22517037662F}"/>
          </ac:spMkLst>
        </pc:spChg>
        <pc:spChg chg="add mod">
          <ac:chgData name="Carlos Miglinski" userId="31b42f8782254bec" providerId="Windows Live" clId="Web-{68C565DB-8639-4E88-B36D-91671B35AD2E}" dt="2024-10-14T16:53:33.023" v="158" actId="20577"/>
          <ac:spMkLst>
            <pc:docMk/>
            <pc:sldMk cId="3577454461" sldId="270"/>
            <ac:spMk id="18" creationId="{F436065C-14EB-02C3-AA10-660C15478F67}"/>
          </ac:spMkLst>
        </pc:spChg>
        <pc:spChg chg="mod">
          <ac:chgData name="Carlos Miglinski" userId="31b42f8782254bec" providerId="Windows Live" clId="Web-{68C565DB-8639-4E88-B36D-91671B35AD2E}" dt="2024-10-14T16:49:38.416" v="118" actId="20577"/>
          <ac:spMkLst>
            <pc:docMk/>
            <pc:sldMk cId="3577454461" sldId="270"/>
            <ac:spMk id="146" creationId="{00000000-0000-0000-0000-000000000000}"/>
          </ac:spMkLst>
        </pc:spChg>
        <pc:cxnChg chg="add mod">
          <ac:chgData name="Carlos Miglinski" userId="31b42f8782254bec" providerId="Windows Live" clId="Web-{68C565DB-8639-4E88-B36D-91671B35AD2E}" dt="2024-10-14T16:50:20.665" v="123" actId="14100"/>
          <ac:cxnSpMkLst>
            <pc:docMk/>
            <pc:sldMk cId="3577454461" sldId="270"/>
            <ac:cxnSpMk id="9" creationId="{EE974ADE-9FD1-4DA6-A466-7C79D771373C}"/>
          </ac:cxnSpMkLst>
        </pc:cxnChg>
      </pc:sldChg>
      <pc:sldChg chg="addSp modSp add ord replId">
        <pc:chgData name="Carlos Miglinski" userId="31b42f8782254bec" providerId="Windows Live" clId="Web-{68C565DB-8639-4E88-B36D-91671B35AD2E}" dt="2024-10-14T15:19:03.257" v="114" actId="14100"/>
        <pc:sldMkLst>
          <pc:docMk/>
          <pc:sldMk cId="2387892153" sldId="275"/>
        </pc:sldMkLst>
        <pc:spChg chg="mod">
          <ac:chgData name="Carlos Miglinski" userId="31b42f8782254bec" providerId="Windows Live" clId="Web-{68C565DB-8639-4E88-B36D-91671B35AD2E}" dt="2024-10-14T15:13:45.643" v="70" actId="20577"/>
          <ac:spMkLst>
            <pc:docMk/>
            <pc:sldMk cId="2387892153" sldId="275"/>
            <ac:spMk id="6" creationId="{FF68BF30-DD85-7EAD-30A8-C544BEB2C087}"/>
          </ac:spMkLst>
        </pc:spChg>
        <pc:spChg chg="mod">
          <ac:chgData name="Carlos Miglinski" userId="31b42f8782254bec" providerId="Windows Live" clId="Web-{68C565DB-8639-4E88-B36D-91671B35AD2E}" dt="2024-10-14T15:11:24.888" v="33" actId="20577"/>
          <ac:spMkLst>
            <pc:docMk/>
            <pc:sldMk cId="2387892153" sldId="275"/>
            <ac:spMk id="146" creationId="{00000000-0000-0000-0000-000000000000}"/>
          </ac:spMkLst>
        </pc:spChg>
        <pc:cxnChg chg="add mod">
          <ac:chgData name="Carlos Miglinski" userId="31b42f8782254bec" providerId="Windows Live" clId="Web-{68C565DB-8639-4E88-B36D-91671B35AD2E}" dt="2024-10-14T15:19:03.257" v="114" actId="14100"/>
          <ac:cxnSpMkLst>
            <pc:docMk/>
            <pc:sldMk cId="2387892153" sldId="275"/>
            <ac:cxnSpMk id="18" creationId="{08A01FEF-EC4B-4BD8-E4D6-5E9DC9824508}"/>
          </ac:cxnSpMkLst>
        </pc:cxnChg>
      </pc:sldChg>
      <pc:sldChg chg="modSp add ord replId">
        <pc:chgData name="Carlos Miglinski" userId="31b42f8782254bec" providerId="Windows Live" clId="Web-{68C565DB-8639-4E88-B36D-91671B35AD2E}" dt="2024-10-14T15:15:57.270" v="83" actId="20577"/>
        <pc:sldMkLst>
          <pc:docMk/>
          <pc:sldMk cId="2266501468" sldId="276"/>
        </pc:sldMkLst>
        <pc:spChg chg="mod">
          <ac:chgData name="Carlos Miglinski" userId="31b42f8782254bec" providerId="Windows Live" clId="Web-{68C565DB-8639-4E88-B36D-91671B35AD2E}" dt="2024-10-14T15:15:57.270" v="83" actId="20577"/>
          <ac:spMkLst>
            <pc:docMk/>
            <pc:sldMk cId="2266501468" sldId="276"/>
            <ac:spMk id="6" creationId="{FF68BF30-DD85-7EAD-30A8-C544BEB2C087}"/>
          </ac:spMkLst>
        </pc:spChg>
        <pc:spChg chg="mod">
          <ac:chgData name="Carlos Miglinski" userId="31b42f8782254bec" providerId="Windows Live" clId="Web-{68C565DB-8639-4E88-B36D-91671B35AD2E}" dt="2024-10-14T15:11:18.825" v="32" actId="20577"/>
          <ac:spMkLst>
            <pc:docMk/>
            <pc:sldMk cId="2266501468" sldId="276"/>
            <ac:spMk id="146" creationId="{00000000-0000-0000-0000-000000000000}"/>
          </ac:spMkLst>
        </pc:spChg>
      </pc:sldChg>
      <pc:sldChg chg="modSp add del ord replId">
        <pc:chgData name="Carlos Miglinski" userId="31b42f8782254bec" providerId="Windows Live" clId="Web-{68C565DB-8639-4E88-B36D-91671B35AD2E}" dt="2024-10-14T15:14:30.034" v="72"/>
        <pc:sldMkLst>
          <pc:docMk/>
          <pc:sldMk cId="1804545096" sldId="277"/>
        </pc:sldMkLst>
        <pc:spChg chg="mod">
          <ac:chgData name="Carlos Miglinski" userId="31b42f8782254bec" providerId="Windows Live" clId="Web-{68C565DB-8639-4E88-B36D-91671B35AD2E}" dt="2024-10-14T15:11:11.466" v="31" actId="20577"/>
          <ac:spMkLst>
            <pc:docMk/>
            <pc:sldMk cId="1804545096" sldId="277"/>
            <ac:spMk id="146" creationId="{00000000-0000-0000-0000-000000000000}"/>
          </ac:spMkLst>
        </pc:spChg>
      </pc:sldChg>
      <pc:sldChg chg="modSp add del ord replId">
        <pc:chgData name="Carlos Miglinski" userId="31b42f8782254bec" providerId="Windows Live" clId="Web-{68C565DB-8639-4E88-B36D-91671B35AD2E}" dt="2024-10-14T15:14:23.769" v="71"/>
        <pc:sldMkLst>
          <pc:docMk/>
          <pc:sldMk cId="973612504" sldId="278"/>
        </pc:sldMkLst>
        <pc:spChg chg="mod">
          <ac:chgData name="Carlos Miglinski" userId="31b42f8782254bec" providerId="Windows Live" clId="Web-{68C565DB-8639-4E88-B36D-91671B35AD2E}" dt="2024-10-14T15:11:04.403" v="30" actId="20577"/>
          <ac:spMkLst>
            <pc:docMk/>
            <pc:sldMk cId="973612504" sldId="278"/>
            <ac:spMk id="146" creationId="{00000000-0000-0000-0000-000000000000}"/>
          </ac:spMkLst>
        </pc:spChg>
      </pc:sldChg>
      <pc:sldChg chg="modSp add ord replId">
        <pc:chgData name="Carlos Miglinski" userId="31b42f8782254bec" providerId="Windows Live" clId="Web-{68C565DB-8639-4E88-B36D-91671B35AD2E}" dt="2024-10-14T15:14:49.410" v="73"/>
        <pc:sldMkLst>
          <pc:docMk/>
          <pc:sldMk cId="2222057534" sldId="279"/>
        </pc:sldMkLst>
        <pc:spChg chg="mod">
          <ac:chgData name="Carlos Miglinski" userId="31b42f8782254bec" providerId="Windows Live" clId="Web-{68C565DB-8639-4E88-B36D-91671B35AD2E}" dt="2024-10-14T15:11:01.138" v="29" actId="20577"/>
          <ac:spMkLst>
            <pc:docMk/>
            <pc:sldMk cId="2222057534" sldId="279"/>
            <ac:spMk id="146" creationId="{00000000-0000-0000-0000-000000000000}"/>
          </ac:spMkLst>
        </pc:spChg>
      </pc:sldChg>
      <pc:sldChg chg="addSp modSp add replId">
        <pc:chgData name="Carlos Miglinski" userId="31b42f8782254bec" providerId="Windows Live" clId="Web-{68C565DB-8639-4E88-B36D-91671B35AD2E}" dt="2024-10-14T15:18:26.163" v="113"/>
        <pc:sldMkLst>
          <pc:docMk/>
          <pc:sldMk cId="1249285187" sldId="280"/>
        </pc:sldMkLst>
        <pc:spChg chg="mod">
          <ac:chgData name="Carlos Miglinski" userId="31b42f8782254bec" providerId="Windows Live" clId="Web-{68C565DB-8639-4E88-B36D-91671B35AD2E}" dt="2024-10-14T15:18:05.444" v="107" actId="20577"/>
          <ac:spMkLst>
            <pc:docMk/>
            <pc:sldMk cId="1249285187" sldId="280"/>
            <ac:spMk id="6" creationId="{FF68BF30-DD85-7EAD-30A8-C544BEB2C087}"/>
          </ac:spMkLst>
        </pc:spChg>
        <pc:spChg chg="add mod">
          <ac:chgData name="Carlos Miglinski" userId="31b42f8782254bec" providerId="Windows Live" clId="Web-{68C565DB-8639-4E88-B36D-91671B35AD2E}" dt="2024-10-14T15:18:26.163" v="113"/>
          <ac:spMkLst>
            <pc:docMk/>
            <pc:sldMk cId="1249285187" sldId="280"/>
            <ac:spMk id="14" creationId="{C0A172E3-A7E4-4779-BD1E-405CF47D514D}"/>
          </ac:spMkLst>
        </pc:spChg>
      </pc:sldChg>
      <pc:sldChg chg="add replId">
        <pc:chgData name="Carlos Miglinski" userId="31b42f8782254bec" providerId="Windows Live" clId="Web-{68C565DB-8639-4E88-B36D-91671B35AD2E}" dt="2024-10-14T16:48:37.385" v="115"/>
        <pc:sldMkLst>
          <pc:docMk/>
          <pc:sldMk cId="3274116130" sldId="281"/>
        </pc:sldMkLst>
      </pc:sldChg>
      <pc:sldChg chg="addSp delSp modSp add replId">
        <pc:chgData name="Carlos Miglinski" userId="31b42f8782254bec" providerId="Windows Live" clId="Web-{68C565DB-8639-4E88-B36D-91671B35AD2E}" dt="2024-10-14T16:53:58.351" v="160"/>
        <pc:sldMkLst>
          <pc:docMk/>
          <pc:sldMk cId="458134623" sldId="282"/>
        </pc:sldMkLst>
        <pc:spChg chg="mod">
          <ac:chgData name="Carlos Miglinski" userId="31b42f8782254bec" providerId="Windows Live" clId="Web-{68C565DB-8639-4E88-B36D-91671B35AD2E}" dt="2024-10-14T16:52:31.040" v="144" actId="20577"/>
          <ac:spMkLst>
            <pc:docMk/>
            <pc:sldMk cId="458134623" sldId="282"/>
            <ac:spMk id="5" creationId="{271A4886-46C4-F74D-E32B-C72E143BAA37}"/>
          </ac:spMkLst>
        </pc:spChg>
        <pc:spChg chg="add">
          <ac:chgData name="Carlos Miglinski" userId="31b42f8782254bec" providerId="Windows Live" clId="Web-{68C565DB-8639-4E88-B36D-91671B35AD2E}" dt="2024-10-14T16:53:58.351" v="160"/>
          <ac:spMkLst>
            <pc:docMk/>
            <pc:sldMk cId="458134623" sldId="282"/>
            <ac:spMk id="6" creationId="{D3B9CE14-3828-4F09-2418-4C42004939F3}"/>
          </ac:spMkLst>
        </pc:spChg>
        <pc:spChg chg="mod">
          <ac:chgData name="Carlos Miglinski" userId="31b42f8782254bec" providerId="Windows Live" clId="Web-{68C565DB-8639-4E88-B36D-91671B35AD2E}" dt="2024-10-14T16:52:52.008" v="146" actId="1076"/>
          <ac:spMkLst>
            <pc:docMk/>
            <pc:sldMk cId="458134623" sldId="282"/>
            <ac:spMk id="14" creationId="{95A7DE75-2390-4889-B5A8-22517037662F}"/>
          </ac:spMkLst>
        </pc:spChg>
        <pc:spChg chg="del">
          <ac:chgData name="Carlos Miglinski" userId="31b42f8782254bec" providerId="Windows Live" clId="Web-{68C565DB-8639-4E88-B36D-91671B35AD2E}" dt="2024-10-14T16:53:50.398" v="159"/>
          <ac:spMkLst>
            <pc:docMk/>
            <pc:sldMk cId="458134623" sldId="282"/>
            <ac:spMk id="18" creationId="{F436065C-14EB-02C3-AA10-660C15478F67}"/>
          </ac:spMkLst>
        </pc:spChg>
        <pc:cxnChg chg="mod">
          <ac:chgData name="Carlos Miglinski" userId="31b42f8782254bec" providerId="Windows Live" clId="Web-{68C565DB-8639-4E88-B36D-91671B35AD2E}" dt="2024-10-14T16:52:41.774" v="145" actId="1076"/>
          <ac:cxnSpMkLst>
            <pc:docMk/>
            <pc:sldMk cId="458134623" sldId="282"/>
            <ac:cxnSpMk id="9" creationId="{EE974ADE-9FD1-4DA6-A466-7C79D771373C}"/>
          </ac:cxnSpMkLst>
        </pc:cxnChg>
      </pc:sldChg>
      <pc:sldChg chg="modSp add replId">
        <pc:chgData name="Carlos Miglinski" userId="31b42f8782254bec" providerId="Windows Live" clId="Web-{68C565DB-8639-4E88-B36D-91671B35AD2E}" dt="2024-10-14T16:54:50.601" v="176" actId="20577"/>
        <pc:sldMkLst>
          <pc:docMk/>
          <pc:sldMk cId="2783122220" sldId="283"/>
        </pc:sldMkLst>
        <pc:spChg chg="mod">
          <ac:chgData name="Carlos Miglinski" userId="31b42f8782254bec" providerId="Windows Live" clId="Web-{68C565DB-8639-4E88-B36D-91671B35AD2E}" dt="2024-10-14T16:54:50.601" v="176" actId="20577"/>
          <ac:spMkLst>
            <pc:docMk/>
            <pc:sldMk cId="2783122220" sldId="283"/>
            <ac:spMk id="5" creationId="{271A4886-46C4-F74D-E32B-C72E143BAA37}"/>
          </ac:spMkLst>
        </pc:spChg>
        <pc:spChg chg="mod">
          <ac:chgData name="Carlos Miglinski" userId="31b42f8782254bec" providerId="Windows Live" clId="Web-{68C565DB-8639-4E88-B36D-91671B35AD2E}" dt="2024-10-14T16:54:42.992" v="171" actId="1076"/>
          <ac:spMkLst>
            <pc:docMk/>
            <pc:sldMk cId="2783122220" sldId="283"/>
            <ac:spMk id="14" creationId="{95A7DE75-2390-4889-B5A8-22517037662F}"/>
          </ac:spMkLst>
        </pc:spChg>
        <pc:cxnChg chg="mod">
          <ac:chgData name="Carlos Miglinski" userId="31b42f8782254bec" providerId="Windows Live" clId="Web-{68C565DB-8639-4E88-B36D-91671B35AD2E}" dt="2024-10-14T16:54:42.992" v="170" actId="1076"/>
          <ac:cxnSpMkLst>
            <pc:docMk/>
            <pc:sldMk cId="2783122220" sldId="283"/>
            <ac:cxnSpMk id="9" creationId="{EE974ADE-9FD1-4DA6-A466-7C79D771373C}"/>
          </ac:cxnSpMkLst>
        </pc:cxnChg>
      </pc:sldChg>
      <pc:sldChg chg="add ord replId">
        <pc:chgData name="Carlos Miglinski" userId="31b42f8782254bec" providerId="Windows Live" clId="Web-{68C565DB-8639-4E88-B36D-91671B35AD2E}" dt="2024-10-14T16:59:20.068" v="177"/>
        <pc:sldMkLst>
          <pc:docMk/>
          <pc:sldMk cId="3133424128" sldId="284"/>
        </pc:sldMkLst>
      </pc:sldChg>
      <pc:sldChg chg="modSp add del ord replId">
        <pc:chgData name="Carlos Miglinski" userId="31b42f8782254bec" providerId="Windows Live" clId="Web-{68C565DB-8639-4E88-B36D-91671B35AD2E}" dt="2024-10-14T17:09:27.533" v="269"/>
        <pc:sldMkLst>
          <pc:docMk/>
          <pc:sldMk cId="3344519020" sldId="285"/>
        </pc:sldMkLst>
        <pc:spChg chg="mod">
          <ac:chgData name="Carlos Miglinski" userId="31b42f8782254bec" providerId="Windows Live" clId="Web-{68C565DB-8639-4E88-B36D-91671B35AD2E}" dt="2024-10-14T17:00:10.302" v="190" actId="20577"/>
          <ac:spMkLst>
            <pc:docMk/>
            <pc:sldMk cId="3344519020" sldId="285"/>
            <ac:spMk id="146" creationId="{00000000-0000-0000-0000-000000000000}"/>
          </ac:spMkLst>
        </pc:spChg>
      </pc:sldChg>
      <pc:sldChg chg="modSp add del ord replId">
        <pc:chgData name="Carlos Miglinski" userId="31b42f8782254bec" providerId="Windows Live" clId="Web-{68C565DB-8639-4E88-B36D-91671B35AD2E}" dt="2024-10-14T17:09:25.986" v="268"/>
        <pc:sldMkLst>
          <pc:docMk/>
          <pc:sldMk cId="1755711427" sldId="286"/>
        </pc:sldMkLst>
        <pc:spChg chg="mod">
          <ac:chgData name="Carlos Miglinski" userId="31b42f8782254bec" providerId="Windows Live" clId="Web-{68C565DB-8639-4E88-B36D-91671B35AD2E}" dt="2024-10-14T17:00:03.724" v="189" actId="20577"/>
          <ac:spMkLst>
            <pc:docMk/>
            <pc:sldMk cId="1755711427" sldId="286"/>
            <ac:spMk id="146" creationId="{00000000-0000-0000-0000-000000000000}"/>
          </ac:spMkLst>
        </pc:spChg>
      </pc:sldChg>
      <pc:sldChg chg="modSp add del ord replId">
        <pc:chgData name="Carlos Miglinski" userId="31b42f8782254bec" providerId="Windows Live" clId="Web-{68C565DB-8639-4E88-B36D-91671B35AD2E}" dt="2024-10-14T17:09:23.720" v="267"/>
        <pc:sldMkLst>
          <pc:docMk/>
          <pc:sldMk cId="3000829225" sldId="287"/>
        </pc:sldMkLst>
        <pc:spChg chg="mod">
          <ac:chgData name="Carlos Miglinski" userId="31b42f8782254bec" providerId="Windows Live" clId="Web-{68C565DB-8639-4E88-B36D-91671B35AD2E}" dt="2024-10-14T17:00:00.224" v="188" actId="20577"/>
          <ac:spMkLst>
            <pc:docMk/>
            <pc:sldMk cId="3000829225" sldId="287"/>
            <ac:spMk id="146" creationId="{00000000-0000-0000-0000-000000000000}"/>
          </ac:spMkLst>
        </pc:spChg>
      </pc:sldChg>
      <pc:sldChg chg="addSp delSp modSp add ord replId">
        <pc:chgData name="Carlos Miglinski" userId="31b42f8782254bec" providerId="Windows Live" clId="Web-{68C565DB-8639-4E88-B36D-91671B35AD2E}" dt="2024-10-14T17:03:05.207" v="232" actId="1076"/>
        <pc:sldMkLst>
          <pc:docMk/>
          <pc:sldMk cId="3383940875" sldId="288"/>
        </pc:sldMkLst>
        <pc:spChg chg="add mod">
          <ac:chgData name="Carlos Miglinski" userId="31b42f8782254bec" providerId="Windows Live" clId="Web-{68C565DB-8639-4E88-B36D-91671B35AD2E}" dt="2024-10-14T17:02:09.911" v="212" actId="1076"/>
          <ac:spMkLst>
            <pc:docMk/>
            <pc:sldMk cId="3383940875" sldId="288"/>
            <ac:spMk id="2" creationId="{F80C67CA-B28C-2AD7-9C54-4B9CB2C2FE29}"/>
          </ac:spMkLst>
        </pc:spChg>
        <pc:spChg chg="add del">
          <ac:chgData name="Carlos Miglinski" userId="31b42f8782254bec" providerId="Windows Live" clId="Web-{68C565DB-8639-4E88-B36D-91671B35AD2E}" dt="2024-10-14T17:01:21.302" v="203"/>
          <ac:spMkLst>
            <pc:docMk/>
            <pc:sldMk cId="3383940875" sldId="288"/>
            <ac:spMk id="6" creationId="{A3B6E400-C7FC-BCF7-BCD3-26F59029DE7E}"/>
          </ac:spMkLst>
        </pc:spChg>
        <pc:spChg chg="add mod">
          <ac:chgData name="Carlos Miglinski" userId="31b42f8782254bec" providerId="Windows Live" clId="Web-{68C565DB-8639-4E88-B36D-91671B35AD2E}" dt="2024-10-14T17:01:38.614" v="207" actId="20577"/>
          <ac:spMkLst>
            <pc:docMk/>
            <pc:sldMk cId="3383940875" sldId="288"/>
            <ac:spMk id="10" creationId="{BA78A25D-8698-FDF3-F65B-9EA59A0D431E}"/>
          </ac:spMkLst>
        </pc:spChg>
        <pc:spChg chg="mod">
          <ac:chgData name="Carlos Miglinski" userId="31b42f8782254bec" providerId="Windows Live" clId="Web-{68C565DB-8639-4E88-B36D-91671B35AD2E}" dt="2024-10-14T17:00:58.161" v="199" actId="14100"/>
          <ac:spMkLst>
            <pc:docMk/>
            <pc:sldMk cId="3383940875" sldId="288"/>
            <ac:spMk id="14" creationId="{95A7DE75-2390-4889-B5A8-22517037662F}"/>
          </ac:spMkLst>
        </pc:spChg>
        <pc:spChg chg="mod">
          <ac:chgData name="Carlos Miglinski" userId="31b42f8782254bec" providerId="Windows Live" clId="Web-{68C565DB-8639-4E88-B36D-91671B35AD2E}" dt="2024-10-14T17:03:05.207" v="232" actId="1076"/>
          <ac:spMkLst>
            <pc:docMk/>
            <pc:sldMk cId="3383940875" sldId="288"/>
            <ac:spMk id="18" creationId="{F436065C-14EB-02C3-AA10-660C15478F67}"/>
          </ac:spMkLst>
        </pc:spChg>
        <pc:spChg chg="mod">
          <ac:chgData name="Carlos Miglinski" userId="31b42f8782254bec" providerId="Windows Live" clId="Web-{68C565DB-8639-4E88-B36D-91671B35AD2E}" dt="2024-10-14T16:59:53.662" v="186" actId="20577"/>
          <ac:spMkLst>
            <pc:docMk/>
            <pc:sldMk cId="3383940875" sldId="288"/>
            <ac:spMk id="146" creationId="{00000000-0000-0000-0000-000000000000}"/>
          </ac:spMkLst>
        </pc:spChg>
        <pc:cxnChg chg="add mod">
          <ac:chgData name="Carlos Miglinski" userId="31b42f8782254bec" providerId="Windows Live" clId="Web-{68C565DB-8639-4E88-B36D-91671B35AD2E}" dt="2024-10-14T17:01:54.223" v="211" actId="14100"/>
          <ac:cxnSpMkLst>
            <pc:docMk/>
            <pc:sldMk cId="3383940875" sldId="288"/>
            <ac:cxnSpMk id="16" creationId="{4E2312D5-8C26-EEF9-B50C-41B0A12047AD}"/>
          </ac:cxnSpMkLst>
        </pc:cxnChg>
      </pc:sldChg>
      <pc:sldChg chg="add del replId">
        <pc:chgData name="Carlos Miglinski" userId="31b42f8782254bec" providerId="Windows Live" clId="Web-{68C565DB-8639-4E88-B36D-91671B35AD2E}" dt="2024-10-14T17:03:21.863" v="233"/>
        <pc:sldMkLst>
          <pc:docMk/>
          <pc:sldMk cId="740120646" sldId="289"/>
        </pc:sldMkLst>
      </pc:sldChg>
      <pc:sldChg chg="addSp modSp add replId">
        <pc:chgData name="Carlos Miglinski" userId="31b42f8782254bec" providerId="Windows Live" clId="Web-{68C565DB-8639-4E88-B36D-91671B35AD2E}" dt="2024-10-14T17:14:30.499" v="320" actId="20577"/>
        <pc:sldMkLst>
          <pc:docMk/>
          <pc:sldMk cId="2914237058" sldId="289"/>
        </pc:sldMkLst>
        <pc:spChg chg="mod">
          <ac:chgData name="Carlos Miglinski" userId="31b42f8782254bec" providerId="Windows Live" clId="Web-{68C565DB-8639-4E88-B36D-91671B35AD2E}" dt="2024-10-14T17:14:30.499" v="320" actId="20577"/>
          <ac:spMkLst>
            <pc:docMk/>
            <pc:sldMk cId="2914237058" sldId="289"/>
            <ac:spMk id="5" creationId="{271A4886-46C4-F74D-E32B-C72E143BAA37}"/>
          </ac:spMkLst>
        </pc:spChg>
        <pc:spChg chg="mod">
          <ac:chgData name="Carlos Miglinski" userId="31b42f8782254bec" providerId="Windows Live" clId="Web-{68C565DB-8639-4E88-B36D-91671B35AD2E}" dt="2024-10-14T17:04:05.441" v="237" actId="1076"/>
          <ac:spMkLst>
            <pc:docMk/>
            <pc:sldMk cId="2914237058" sldId="289"/>
            <ac:spMk id="14" creationId="{95A7DE75-2390-4889-B5A8-22517037662F}"/>
          </ac:spMkLst>
        </pc:spChg>
        <pc:spChg chg="add mod">
          <ac:chgData name="Carlos Miglinski" userId="31b42f8782254bec" providerId="Windows Live" clId="Web-{68C565DB-8639-4E88-B36D-91671B35AD2E}" dt="2024-10-14T17:04:26.097" v="239" actId="1076"/>
          <ac:spMkLst>
            <pc:docMk/>
            <pc:sldMk cId="2914237058" sldId="289"/>
            <ac:spMk id="20" creationId="{E9F2B763-24EA-6850-2273-6B785ABD8111}"/>
          </ac:spMkLst>
        </pc:spChg>
        <pc:cxnChg chg="mod">
          <ac:chgData name="Carlos Miglinski" userId="31b42f8782254bec" providerId="Windows Live" clId="Web-{68C565DB-8639-4E88-B36D-91671B35AD2E}" dt="2024-10-14T17:04:01.332" v="236" actId="1076"/>
          <ac:cxnSpMkLst>
            <pc:docMk/>
            <pc:sldMk cId="2914237058" sldId="289"/>
            <ac:cxnSpMk id="9" creationId="{EE974ADE-9FD1-4DA6-A466-7C79D771373C}"/>
          </ac:cxnSpMkLst>
        </pc:cxnChg>
      </pc:sldChg>
      <pc:sldChg chg="delSp modSp add replId">
        <pc:chgData name="Carlos Miglinski" userId="31b42f8782254bec" providerId="Windows Live" clId="Web-{68C565DB-8639-4E88-B36D-91671B35AD2E}" dt="2024-10-14T17:14:44.296" v="323" actId="20577"/>
        <pc:sldMkLst>
          <pc:docMk/>
          <pc:sldMk cId="1438679154" sldId="290"/>
        </pc:sldMkLst>
        <pc:spChg chg="del">
          <ac:chgData name="Carlos Miglinski" userId="31b42f8782254bec" providerId="Windows Live" clId="Web-{68C565DB-8639-4E88-B36D-91671B35AD2E}" dt="2024-10-14T17:04:54.785" v="243"/>
          <ac:spMkLst>
            <pc:docMk/>
            <pc:sldMk cId="1438679154" sldId="290"/>
            <ac:spMk id="3" creationId="{43246531-CAE6-62BE-F952-F938870A2ECD}"/>
          </ac:spMkLst>
        </pc:spChg>
        <pc:spChg chg="mod">
          <ac:chgData name="Carlos Miglinski" userId="31b42f8782254bec" providerId="Windows Live" clId="Web-{68C565DB-8639-4E88-B36D-91671B35AD2E}" dt="2024-10-14T17:14:44.296" v="323" actId="20577"/>
          <ac:spMkLst>
            <pc:docMk/>
            <pc:sldMk cId="1438679154" sldId="290"/>
            <ac:spMk id="5" creationId="{271A4886-46C4-F74D-E32B-C72E143BAA37}"/>
          </ac:spMkLst>
        </pc:spChg>
        <pc:spChg chg="del mod">
          <ac:chgData name="Carlos Miglinski" userId="31b42f8782254bec" providerId="Windows Live" clId="Web-{68C565DB-8639-4E88-B36D-91671B35AD2E}" dt="2024-10-14T17:05:09.144" v="247"/>
          <ac:spMkLst>
            <pc:docMk/>
            <pc:sldMk cId="1438679154" sldId="290"/>
            <ac:spMk id="19" creationId="{4B3E9E88-1446-71BD-4D4E-C405547CB490}"/>
          </ac:spMkLst>
        </pc:spChg>
        <pc:spChg chg="del">
          <ac:chgData name="Carlos Miglinski" userId="31b42f8782254bec" providerId="Windows Live" clId="Web-{68C565DB-8639-4E88-B36D-91671B35AD2E}" dt="2024-10-14T17:04:46.035" v="241"/>
          <ac:spMkLst>
            <pc:docMk/>
            <pc:sldMk cId="1438679154" sldId="290"/>
            <ac:spMk id="20" creationId="{E9F2B763-24EA-6850-2273-6B785ABD8111}"/>
          </ac:spMkLst>
        </pc:spChg>
        <pc:spChg chg="del">
          <ac:chgData name="Carlos Miglinski" userId="31b42f8782254bec" providerId="Windows Live" clId="Web-{68C565DB-8639-4E88-B36D-91671B35AD2E}" dt="2024-10-14T17:04:59.800" v="244"/>
          <ac:spMkLst>
            <pc:docMk/>
            <pc:sldMk cId="1438679154" sldId="290"/>
            <ac:spMk id="25" creationId="{FF02DF42-FBFD-B3D5-A59B-6E53CFDEBEC8}"/>
          </ac:spMkLst>
        </pc:spChg>
        <pc:spChg chg="del">
          <ac:chgData name="Carlos Miglinski" userId="31b42f8782254bec" providerId="Windows Live" clId="Web-{68C565DB-8639-4E88-B36D-91671B35AD2E}" dt="2024-10-14T17:04:51.597" v="242"/>
          <ac:spMkLst>
            <pc:docMk/>
            <pc:sldMk cId="1438679154" sldId="290"/>
            <ac:spMk id="41" creationId="{56967B37-336F-95B0-C0E8-E7583B6A96AD}"/>
          </ac:spMkLst>
        </pc:spChg>
        <pc:cxnChg chg="del">
          <ac:chgData name="Carlos Miglinski" userId="31b42f8782254bec" providerId="Windows Live" clId="Web-{68C565DB-8639-4E88-B36D-91671B35AD2E}" dt="2024-10-14T17:05:02.581" v="245"/>
          <ac:cxnSpMkLst>
            <pc:docMk/>
            <pc:sldMk cId="1438679154" sldId="290"/>
            <ac:cxnSpMk id="4" creationId="{EF8F9173-242F-66C3-8F10-ED112A9918ED}"/>
          </ac:cxnSpMkLst>
        </pc:cxnChg>
        <pc:cxnChg chg="del">
          <ac:chgData name="Carlos Miglinski" userId="31b42f8782254bec" providerId="Windows Live" clId="Web-{68C565DB-8639-4E88-B36D-91671B35AD2E}" dt="2024-10-14T17:05:13.034" v="248"/>
          <ac:cxnSpMkLst>
            <pc:docMk/>
            <pc:sldMk cId="1438679154" sldId="290"/>
            <ac:cxnSpMk id="31" creationId="{95B87786-4C79-9264-F260-C46C868A36B7}"/>
          </ac:cxnSpMkLst>
        </pc:cxnChg>
        <pc:cxnChg chg="mod">
          <ac:chgData name="Carlos Miglinski" userId="31b42f8782254bec" providerId="Windows Live" clId="Web-{68C565DB-8639-4E88-B36D-91671B35AD2E}" dt="2024-10-14T17:05:20.050" v="249" actId="14100"/>
          <ac:cxnSpMkLst>
            <pc:docMk/>
            <pc:sldMk cId="1438679154" sldId="290"/>
            <ac:cxnSpMk id="33" creationId="{1E867567-C94A-4853-AA29-C2FAA8F48AE8}"/>
          </ac:cxnSpMkLst>
        </pc:cxnChg>
      </pc:sldChg>
      <pc:sldChg chg="modSp add replId">
        <pc:chgData name="Carlos Miglinski" userId="31b42f8782254bec" providerId="Windows Live" clId="Web-{68C565DB-8639-4E88-B36D-91671B35AD2E}" dt="2024-10-14T17:14:55.062" v="327" actId="20577"/>
        <pc:sldMkLst>
          <pc:docMk/>
          <pc:sldMk cId="913998179" sldId="291"/>
        </pc:sldMkLst>
        <pc:spChg chg="mod">
          <ac:chgData name="Carlos Miglinski" userId="31b42f8782254bec" providerId="Windows Live" clId="Web-{68C565DB-8639-4E88-B36D-91671B35AD2E}" dt="2024-10-14T17:14:55.062" v="327" actId="20577"/>
          <ac:spMkLst>
            <pc:docMk/>
            <pc:sldMk cId="913998179" sldId="291"/>
            <ac:spMk id="2" creationId="{F80C67CA-B28C-2AD7-9C54-4B9CB2C2FE29}"/>
          </ac:spMkLst>
        </pc:spChg>
        <pc:spChg chg="mod">
          <ac:chgData name="Carlos Miglinski" userId="31b42f8782254bec" providerId="Windows Live" clId="Web-{68C565DB-8639-4E88-B36D-91671B35AD2E}" dt="2024-10-14T17:14:50.218" v="325" actId="20577"/>
          <ac:spMkLst>
            <pc:docMk/>
            <pc:sldMk cId="913998179" sldId="291"/>
            <ac:spMk id="5" creationId="{271A4886-46C4-F74D-E32B-C72E143BAA37}"/>
          </ac:spMkLst>
        </pc:spChg>
        <pc:spChg chg="mod">
          <ac:chgData name="Carlos Miglinski" userId="31b42f8782254bec" providerId="Windows Live" clId="Web-{68C565DB-8639-4E88-B36D-91671B35AD2E}" dt="2024-10-14T17:07:45.721" v="258" actId="1076"/>
          <ac:spMkLst>
            <pc:docMk/>
            <pc:sldMk cId="913998179" sldId="291"/>
            <ac:spMk id="10" creationId="{BA78A25D-8698-FDF3-F65B-9EA59A0D431E}"/>
          </ac:spMkLst>
        </pc:spChg>
        <pc:grpChg chg="mod">
          <ac:chgData name="Carlos Miglinski" userId="31b42f8782254bec" providerId="Windows Live" clId="Web-{68C565DB-8639-4E88-B36D-91671B35AD2E}" dt="2024-10-14T17:06:31.815" v="256" actId="1076"/>
          <ac:grpSpMkLst>
            <pc:docMk/>
            <pc:sldMk cId="913998179" sldId="291"/>
            <ac:grpSpMk id="48" creationId="{62758B60-64FB-2C36-CCC6-368476A14A0F}"/>
          </ac:grpSpMkLst>
        </pc:grpChg>
        <pc:cxnChg chg="mod">
          <ac:chgData name="Carlos Miglinski" userId="31b42f8782254bec" providerId="Windows Live" clId="Web-{68C565DB-8639-4E88-B36D-91671B35AD2E}" dt="2024-10-14T17:07:40.362" v="257" actId="1076"/>
          <ac:cxnSpMkLst>
            <pc:docMk/>
            <pc:sldMk cId="913998179" sldId="291"/>
            <ac:cxnSpMk id="16" creationId="{4E2312D5-8C26-EEF9-B50C-41B0A12047AD}"/>
          </ac:cxnSpMkLst>
        </pc:cxnChg>
      </pc:sldChg>
      <pc:sldChg chg="modSp add replId">
        <pc:chgData name="Carlos Miglinski" userId="31b42f8782254bec" providerId="Windows Live" clId="Web-{68C565DB-8639-4E88-B36D-91671B35AD2E}" dt="2024-10-14T17:15:11.015" v="330" actId="20577"/>
        <pc:sldMkLst>
          <pc:docMk/>
          <pc:sldMk cId="1636139041" sldId="292"/>
        </pc:sldMkLst>
        <pc:spChg chg="mod">
          <ac:chgData name="Carlos Miglinski" userId="31b42f8782254bec" providerId="Windows Live" clId="Web-{68C565DB-8639-4E88-B36D-91671B35AD2E}" dt="2024-10-14T17:15:05.374" v="329" actId="20577"/>
          <ac:spMkLst>
            <pc:docMk/>
            <pc:sldMk cId="1636139041" sldId="292"/>
            <ac:spMk id="2" creationId="{F80C67CA-B28C-2AD7-9C54-4B9CB2C2FE29}"/>
          </ac:spMkLst>
        </pc:spChg>
        <pc:spChg chg="mod">
          <ac:chgData name="Carlos Miglinski" userId="31b42f8782254bec" providerId="Windows Live" clId="Web-{68C565DB-8639-4E88-B36D-91671B35AD2E}" dt="2024-10-14T17:15:11.015" v="330" actId="20577"/>
          <ac:spMkLst>
            <pc:docMk/>
            <pc:sldMk cId="1636139041" sldId="292"/>
            <ac:spMk id="5" creationId="{271A4886-46C4-F74D-E32B-C72E143BAA37}"/>
          </ac:spMkLst>
        </pc:spChg>
        <pc:spChg chg="mod">
          <ac:chgData name="Carlos Miglinski" userId="31b42f8782254bec" providerId="Windows Live" clId="Web-{68C565DB-8639-4E88-B36D-91671B35AD2E}" dt="2024-10-14T17:08:37.455" v="263" actId="1076"/>
          <ac:spMkLst>
            <pc:docMk/>
            <pc:sldMk cId="1636139041" sldId="292"/>
            <ac:spMk id="14" creationId="{95A7DE75-2390-4889-B5A8-22517037662F}"/>
          </ac:spMkLst>
        </pc:spChg>
        <pc:cxnChg chg="mod">
          <ac:chgData name="Carlos Miglinski" userId="31b42f8782254bec" providerId="Windows Live" clId="Web-{68C565DB-8639-4E88-B36D-91671B35AD2E}" dt="2024-10-14T17:08:30.252" v="261" actId="1076"/>
          <ac:cxnSpMkLst>
            <pc:docMk/>
            <pc:sldMk cId="1636139041" sldId="292"/>
            <ac:cxnSpMk id="9" creationId="{EE974ADE-9FD1-4DA6-A466-7C79D771373C}"/>
          </ac:cxnSpMkLst>
        </pc:cxnChg>
      </pc:sldChg>
      <pc:sldChg chg="addSp modSp add replId">
        <pc:chgData name="Carlos Miglinski" userId="31b42f8782254bec" providerId="Windows Live" clId="Web-{68C565DB-8639-4E88-B36D-91671B35AD2E}" dt="2024-10-14T17:15:22.546" v="333" actId="20577"/>
        <pc:sldMkLst>
          <pc:docMk/>
          <pc:sldMk cId="2948242430" sldId="293"/>
        </pc:sldMkLst>
        <pc:spChg chg="mod">
          <ac:chgData name="Carlos Miglinski" userId="31b42f8782254bec" providerId="Windows Live" clId="Web-{68C565DB-8639-4E88-B36D-91671B35AD2E}" dt="2024-10-14T17:15:18.171" v="331" actId="20577"/>
          <ac:spMkLst>
            <pc:docMk/>
            <pc:sldMk cId="2948242430" sldId="293"/>
            <ac:spMk id="2" creationId="{F80C67CA-B28C-2AD7-9C54-4B9CB2C2FE29}"/>
          </ac:spMkLst>
        </pc:spChg>
        <pc:spChg chg="add mod">
          <ac:chgData name="Carlos Miglinski" userId="31b42f8782254bec" providerId="Windows Live" clId="Web-{68C565DB-8639-4E88-B36D-91671B35AD2E}" dt="2024-10-14T17:09:08.752" v="266" actId="1076"/>
          <ac:spMkLst>
            <pc:docMk/>
            <pc:sldMk cId="2948242430" sldId="293"/>
            <ac:spMk id="4" creationId="{83AA5E3B-2E53-3B2A-7C91-298C4BEAFAA9}"/>
          </ac:spMkLst>
        </pc:spChg>
        <pc:spChg chg="mod">
          <ac:chgData name="Carlos Miglinski" userId="31b42f8782254bec" providerId="Windows Live" clId="Web-{68C565DB-8639-4E88-B36D-91671B35AD2E}" dt="2024-10-14T17:15:22.546" v="333" actId="20577"/>
          <ac:spMkLst>
            <pc:docMk/>
            <pc:sldMk cId="2948242430" sldId="293"/>
            <ac:spMk id="5" creationId="{271A4886-46C4-F74D-E32B-C72E143BAA37}"/>
          </ac:spMkLst>
        </pc:spChg>
      </pc:sldChg>
      <pc:sldChg chg="delSp modSp add replId">
        <pc:chgData name="Carlos Miglinski" userId="31b42f8782254bec" providerId="Windows Live" clId="Web-{68C565DB-8639-4E88-B36D-91671B35AD2E}" dt="2024-10-14T17:15:40.296" v="336" actId="20577"/>
        <pc:sldMkLst>
          <pc:docMk/>
          <pc:sldMk cId="329824820" sldId="294"/>
        </pc:sldMkLst>
        <pc:spChg chg="mod">
          <ac:chgData name="Carlos Miglinski" userId="31b42f8782254bec" providerId="Windows Live" clId="Web-{68C565DB-8639-4E88-B36D-91671B35AD2E}" dt="2024-10-14T17:15:35.671" v="335" actId="20577"/>
          <ac:spMkLst>
            <pc:docMk/>
            <pc:sldMk cId="329824820" sldId="294"/>
            <ac:spMk id="2" creationId="{F80C67CA-B28C-2AD7-9C54-4B9CB2C2FE29}"/>
          </ac:spMkLst>
        </pc:spChg>
        <pc:spChg chg="del">
          <ac:chgData name="Carlos Miglinski" userId="31b42f8782254bec" providerId="Windows Live" clId="Web-{68C565DB-8639-4E88-B36D-91671B35AD2E}" dt="2024-10-14T17:09:38.251" v="271"/>
          <ac:spMkLst>
            <pc:docMk/>
            <pc:sldMk cId="329824820" sldId="294"/>
            <ac:spMk id="4" creationId="{83AA5E3B-2E53-3B2A-7C91-298C4BEAFAA9}"/>
          </ac:spMkLst>
        </pc:spChg>
        <pc:spChg chg="mod">
          <ac:chgData name="Carlos Miglinski" userId="31b42f8782254bec" providerId="Windows Live" clId="Web-{68C565DB-8639-4E88-B36D-91671B35AD2E}" dt="2024-10-14T17:15:40.296" v="336" actId="20577"/>
          <ac:spMkLst>
            <pc:docMk/>
            <pc:sldMk cId="329824820" sldId="294"/>
            <ac:spMk id="5" creationId="{271A4886-46C4-F74D-E32B-C72E143BAA37}"/>
          </ac:spMkLst>
        </pc:spChg>
        <pc:spChg chg="del">
          <ac:chgData name="Carlos Miglinski" userId="31b42f8782254bec" providerId="Windows Live" clId="Web-{68C565DB-8639-4E88-B36D-91671B35AD2E}" dt="2024-10-14T17:09:52.783" v="273"/>
          <ac:spMkLst>
            <pc:docMk/>
            <pc:sldMk cId="329824820" sldId="294"/>
            <ac:spMk id="7" creationId="{4AEBF49E-870C-B8B8-FCC7-D9B6B42ABC77}"/>
          </ac:spMkLst>
        </pc:spChg>
        <pc:spChg chg="del">
          <ac:chgData name="Carlos Miglinski" userId="31b42f8782254bec" providerId="Windows Live" clId="Web-{68C565DB-8639-4E88-B36D-91671B35AD2E}" dt="2024-10-14T17:09:50.126" v="272"/>
          <ac:spMkLst>
            <pc:docMk/>
            <pc:sldMk cId="329824820" sldId="294"/>
            <ac:spMk id="21" creationId="{6838E966-F77B-96E4-ABEB-9272DB24153C}"/>
          </ac:spMkLst>
        </pc:spChg>
        <pc:spChg chg="del">
          <ac:chgData name="Carlos Miglinski" userId="31b42f8782254bec" providerId="Windows Live" clId="Web-{68C565DB-8639-4E88-B36D-91671B35AD2E}" dt="2024-10-14T17:09:57.517" v="275"/>
          <ac:spMkLst>
            <pc:docMk/>
            <pc:sldMk cId="329824820" sldId="294"/>
            <ac:spMk id="27" creationId="{31C1AA82-9876-2DA9-02AF-D1578871AAF5}"/>
          </ac:spMkLst>
        </pc:spChg>
        <pc:spChg chg="del">
          <ac:chgData name="Carlos Miglinski" userId="31b42f8782254bec" providerId="Windows Live" clId="Web-{68C565DB-8639-4E88-B36D-91671B35AD2E}" dt="2024-10-14T17:09:55.267" v="274"/>
          <ac:spMkLst>
            <pc:docMk/>
            <pc:sldMk cId="329824820" sldId="294"/>
            <ac:spMk id="42" creationId="{F80E1CE4-7791-FF9E-D041-81022B377D99}"/>
          </ac:spMkLst>
        </pc:spChg>
        <pc:cxnChg chg="del">
          <ac:chgData name="Carlos Miglinski" userId="31b42f8782254bec" providerId="Windows Live" clId="Web-{68C565DB-8639-4E88-B36D-91671B35AD2E}" dt="2024-10-14T17:09:59.095" v="276"/>
          <ac:cxnSpMkLst>
            <pc:docMk/>
            <pc:sldMk cId="329824820" sldId="294"/>
            <ac:cxnSpMk id="8" creationId="{42CC19F6-A8C9-B810-8890-565D24A70653}"/>
          </ac:cxnSpMkLst>
        </pc:cxnChg>
        <pc:cxnChg chg="mod">
          <ac:chgData name="Carlos Miglinski" userId="31b42f8782254bec" providerId="Windows Live" clId="Web-{68C565DB-8639-4E88-B36D-91671B35AD2E}" dt="2024-10-14T17:11:24.923" v="283" actId="14100"/>
          <ac:cxnSpMkLst>
            <pc:docMk/>
            <pc:sldMk cId="329824820" sldId="294"/>
            <ac:cxnSpMk id="9" creationId="{EE974ADE-9FD1-4DA6-A466-7C79D771373C}"/>
          </ac:cxnSpMkLst>
        </pc:cxnChg>
        <pc:cxnChg chg="mod">
          <ac:chgData name="Carlos Miglinski" userId="31b42f8782254bec" providerId="Windows Live" clId="Web-{68C565DB-8639-4E88-B36D-91671B35AD2E}" dt="2024-10-14T17:10:14.189" v="278" actId="14100"/>
          <ac:cxnSpMkLst>
            <pc:docMk/>
            <pc:sldMk cId="329824820" sldId="294"/>
            <ac:cxnSpMk id="33" creationId="{1E867567-C94A-4853-AA29-C2FAA8F48AE8}"/>
          </ac:cxnSpMkLst>
        </pc:cxnChg>
        <pc:cxnChg chg="del">
          <ac:chgData name="Carlos Miglinski" userId="31b42f8782254bec" providerId="Windows Live" clId="Web-{68C565DB-8639-4E88-B36D-91671B35AD2E}" dt="2024-10-14T17:10:02.814" v="277"/>
          <ac:cxnSpMkLst>
            <pc:docMk/>
            <pc:sldMk cId="329824820" sldId="294"/>
            <ac:cxnSpMk id="35" creationId="{209BA301-88CF-8D1C-D1FA-198775415AFB}"/>
          </ac:cxnSpMkLst>
        </pc:cxnChg>
      </pc:sldChg>
      <pc:sldChg chg="addSp modSp add replId">
        <pc:chgData name="Carlos Miglinski" userId="31b42f8782254bec" providerId="Windows Live" clId="Web-{68C565DB-8639-4E88-B36D-91671B35AD2E}" dt="2024-10-14T17:16:10.030" v="338" actId="20577"/>
        <pc:sldMkLst>
          <pc:docMk/>
          <pc:sldMk cId="1680111862" sldId="295"/>
        </pc:sldMkLst>
        <pc:spChg chg="mod">
          <ac:chgData name="Carlos Miglinski" userId="31b42f8782254bec" providerId="Windows Live" clId="Web-{68C565DB-8639-4E88-B36D-91671B35AD2E}" dt="2024-10-14T17:16:10.030" v="338" actId="20577"/>
          <ac:spMkLst>
            <pc:docMk/>
            <pc:sldMk cId="1680111862" sldId="295"/>
            <ac:spMk id="2" creationId="{F80C67CA-B28C-2AD7-9C54-4B9CB2C2FE29}"/>
          </ac:spMkLst>
        </pc:spChg>
        <pc:spChg chg="add mod">
          <ac:chgData name="Carlos Miglinski" userId="31b42f8782254bec" providerId="Windows Live" clId="Web-{68C565DB-8639-4E88-B36D-91671B35AD2E}" dt="2024-10-14T17:11:52.485" v="290" actId="1076"/>
          <ac:spMkLst>
            <pc:docMk/>
            <pc:sldMk cId="1680111862" sldId="295"/>
            <ac:spMk id="4" creationId="{9D617FCB-571E-CD27-BE42-0BF8975DE066}"/>
          </ac:spMkLst>
        </pc:spChg>
        <pc:spChg chg="mod">
          <ac:chgData name="Carlos Miglinski" userId="31b42f8782254bec" providerId="Windows Live" clId="Web-{68C565DB-8639-4E88-B36D-91671B35AD2E}" dt="2024-10-14T17:11:38.001" v="288" actId="20577"/>
          <ac:spMkLst>
            <pc:docMk/>
            <pc:sldMk cId="1680111862" sldId="295"/>
            <ac:spMk id="5" creationId="{271A4886-46C4-F74D-E32B-C72E143BAA37}"/>
          </ac:spMkLst>
        </pc:spChg>
        <pc:cxnChg chg="mod">
          <ac:chgData name="Carlos Miglinski" userId="31b42f8782254bec" providerId="Windows Live" clId="Web-{68C565DB-8639-4E88-B36D-91671B35AD2E}" dt="2024-10-14T17:11:33.126" v="284" actId="14100"/>
          <ac:cxnSpMkLst>
            <pc:docMk/>
            <pc:sldMk cId="1680111862" sldId="295"/>
            <ac:cxnSpMk id="9" creationId="{EE974ADE-9FD1-4DA6-A466-7C79D771373C}"/>
          </ac:cxnSpMkLst>
        </pc:cxnChg>
        <pc:cxnChg chg="mod">
          <ac:chgData name="Carlos Miglinski" userId="31b42f8782254bec" providerId="Windows Live" clId="Web-{68C565DB-8639-4E88-B36D-91671B35AD2E}" dt="2024-10-14T17:10:56.157" v="280" actId="14100"/>
          <ac:cxnSpMkLst>
            <pc:docMk/>
            <pc:sldMk cId="1680111862" sldId="295"/>
            <ac:cxnSpMk id="16" creationId="{4E2312D5-8C26-EEF9-B50C-41B0A12047AD}"/>
          </ac:cxnSpMkLst>
        </pc:cxnChg>
      </pc:sldChg>
      <pc:sldChg chg="add del replId">
        <pc:chgData name="Carlos Miglinski" userId="31b42f8782254bec" providerId="Windows Live" clId="Web-{68C565DB-8639-4E88-B36D-91671B35AD2E}" dt="2024-10-14T17:16:20.702" v="339"/>
        <pc:sldMkLst>
          <pc:docMk/>
          <pc:sldMk cId="1073388503" sldId="296"/>
        </pc:sldMkLst>
      </pc:sldChg>
      <pc:sldChg chg="delSp modSp add replId">
        <pc:chgData name="Carlos Miglinski" userId="31b42f8782254bec" providerId="Windows Live" clId="Web-{68C565DB-8639-4E88-B36D-91671B35AD2E}" dt="2024-10-14T17:14:03.250" v="317"/>
        <pc:sldMkLst>
          <pc:docMk/>
          <pc:sldMk cId="2618665761" sldId="297"/>
        </pc:sldMkLst>
        <pc:spChg chg="del">
          <ac:chgData name="Carlos Miglinski" userId="31b42f8782254bec" providerId="Windows Live" clId="Web-{68C565DB-8639-4E88-B36D-91671B35AD2E}" dt="2024-10-14T17:12:12.500" v="294"/>
          <ac:spMkLst>
            <pc:docMk/>
            <pc:sldMk cId="2618665761" sldId="297"/>
            <ac:spMk id="2" creationId="{F80C67CA-B28C-2AD7-9C54-4B9CB2C2FE29}"/>
          </ac:spMkLst>
        </pc:spChg>
        <pc:spChg chg="del">
          <ac:chgData name="Carlos Miglinski" userId="31b42f8782254bec" providerId="Windows Live" clId="Web-{68C565DB-8639-4E88-B36D-91671B35AD2E}" dt="2024-10-14T17:12:34.578" v="302"/>
          <ac:spMkLst>
            <pc:docMk/>
            <pc:sldMk cId="2618665761" sldId="297"/>
            <ac:spMk id="4" creationId="{9D617FCB-571E-CD27-BE42-0BF8975DE066}"/>
          </ac:spMkLst>
        </pc:spChg>
        <pc:spChg chg="del">
          <ac:chgData name="Carlos Miglinski" userId="31b42f8782254bec" providerId="Windows Live" clId="Web-{68C565DB-8639-4E88-B36D-91671B35AD2E}" dt="2024-10-14T17:12:14.703" v="295"/>
          <ac:spMkLst>
            <pc:docMk/>
            <pc:sldMk cId="2618665761" sldId="297"/>
            <ac:spMk id="5" creationId="{271A4886-46C4-F74D-E32B-C72E143BAA37}"/>
          </ac:spMkLst>
        </pc:spChg>
        <pc:spChg chg="del mod">
          <ac:chgData name="Carlos Miglinski" userId="31b42f8782254bec" providerId="Windows Live" clId="Web-{68C565DB-8639-4E88-B36D-91671B35AD2E}" dt="2024-10-14T17:12:28.875" v="300"/>
          <ac:spMkLst>
            <pc:docMk/>
            <pc:sldMk cId="2618665761" sldId="297"/>
            <ac:spMk id="10" creationId="{BA78A25D-8698-FDF3-F65B-9EA59A0D431E}"/>
          </ac:spMkLst>
        </pc:spChg>
        <pc:spChg chg="del">
          <ac:chgData name="Carlos Miglinski" userId="31b42f8782254bec" providerId="Windows Live" clId="Web-{68C565DB-8639-4E88-B36D-91671B35AD2E}" dt="2024-10-14T17:12:42.797" v="304"/>
          <ac:spMkLst>
            <pc:docMk/>
            <pc:sldMk cId="2618665761" sldId="297"/>
            <ac:spMk id="11" creationId="{561258AB-7E29-A140-0DE9-7BD5DA06DA6C}"/>
          </ac:spMkLst>
        </pc:spChg>
        <pc:spChg chg="del mod">
          <ac:chgData name="Carlos Miglinski" userId="31b42f8782254bec" providerId="Windows Live" clId="Web-{68C565DB-8639-4E88-B36D-91671B35AD2E}" dt="2024-10-14T17:12:20.282" v="297"/>
          <ac:spMkLst>
            <pc:docMk/>
            <pc:sldMk cId="2618665761" sldId="297"/>
            <ac:spMk id="14" creationId="{95A7DE75-2390-4889-B5A8-22517037662F}"/>
          </ac:spMkLst>
        </pc:spChg>
        <pc:spChg chg="mod">
          <ac:chgData name="Carlos Miglinski" userId="31b42f8782254bec" providerId="Windows Live" clId="Web-{68C565DB-8639-4E88-B36D-91671B35AD2E}" dt="2024-10-14T17:13:56.672" v="316" actId="20577"/>
          <ac:spMkLst>
            <pc:docMk/>
            <pc:sldMk cId="2618665761" sldId="297"/>
            <ac:spMk id="15" creationId="{42C4EBF6-E2F3-D8C1-C30A-BE8589AB1BE6}"/>
          </ac:spMkLst>
        </pc:spChg>
        <pc:spChg chg="del">
          <ac:chgData name="Carlos Miglinski" userId="31b42f8782254bec" providerId="Windows Live" clId="Web-{68C565DB-8639-4E88-B36D-91671B35AD2E}" dt="2024-10-14T17:14:03.250" v="317"/>
          <ac:spMkLst>
            <pc:docMk/>
            <pc:sldMk cId="2618665761" sldId="297"/>
            <ac:spMk id="18" creationId="{F436065C-14EB-02C3-AA10-660C15478F67}"/>
          </ac:spMkLst>
        </pc:spChg>
        <pc:spChg chg="del">
          <ac:chgData name="Carlos Miglinski" userId="31b42f8782254bec" providerId="Windows Live" clId="Web-{68C565DB-8639-4E88-B36D-91671B35AD2E}" dt="2024-10-14T17:12:39.703" v="303"/>
          <ac:spMkLst>
            <pc:docMk/>
            <pc:sldMk cId="2618665761" sldId="297"/>
            <ac:spMk id="23" creationId="{FB44FB0D-DC9D-998A-80ED-9296BFF2D368}"/>
          </ac:spMkLst>
        </pc:spChg>
        <pc:spChg chg="del mod">
          <ac:chgData name="Carlos Miglinski" userId="31b42f8782254bec" providerId="Windows Live" clId="Web-{68C565DB-8639-4E88-B36D-91671B35AD2E}" dt="2024-10-14T17:13:01.094" v="308"/>
          <ac:spMkLst>
            <pc:docMk/>
            <pc:sldMk cId="2618665761" sldId="297"/>
            <ac:spMk id="29" creationId="{3DFCF609-6B75-DF2C-CB67-AF60AF7F3C92}"/>
          </ac:spMkLst>
        </pc:spChg>
        <pc:spChg chg="del mod">
          <ac:chgData name="Carlos Miglinski" userId="31b42f8782254bec" providerId="Windows Live" clId="Web-{68C565DB-8639-4E88-B36D-91671B35AD2E}" dt="2024-10-14T17:13:07.516" v="310"/>
          <ac:spMkLst>
            <pc:docMk/>
            <pc:sldMk cId="2618665761" sldId="297"/>
            <ac:spMk id="43" creationId="{88C6D902-3934-231F-EE85-89716739D0A3}"/>
          </ac:spMkLst>
        </pc:spChg>
        <pc:grpChg chg="del">
          <ac:chgData name="Carlos Miglinski" userId="31b42f8782254bec" providerId="Windows Live" clId="Web-{68C565DB-8639-4E88-B36D-91671B35AD2E}" dt="2024-10-14T17:12:42.797" v="304"/>
          <ac:grpSpMkLst>
            <pc:docMk/>
            <pc:sldMk cId="2618665761" sldId="297"/>
            <ac:grpSpMk id="13" creationId="{A6FBFC16-110C-B4BB-569D-7B066875A181}"/>
          </ac:grpSpMkLst>
        </pc:grpChg>
        <pc:grpChg chg="mod">
          <ac:chgData name="Carlos Miglinski" userId="31b42f8782254bec" providerId="Windows Live" clId="Web-{68C565DB-8639-4E88-B36D-91671B35AD2E}" dt="2024-10-14T17:12:08.407" v="293" actId="1076"/>
          <ac:grpSpMkLst>
            <pc:docMk/>
            <pc:sldMk cId="2618665761" sldId="297"/>
            <ac:grpSpMk id="48" creationId="{62758B60-64FB-2C36-CCC6-368476A14A0F}"/>
          </ac:grpSpMkLst>
        </pc:grpChg>
        <pc:cxnChg chg="del">
          <ac:chgData name="Carlos Miglinski" userId="31b42f8782254bec" providerId="Windows Live" clId="Web-{68C565DB-8639-4E88-B36D-91671B35AD2E}" dt="2024-10-14T17:12:32.235" v="301"/>
          <ac:cxnSpMkLst>
            <pc:docMk/>
            <pc:sldMk cId="2618665761" sldId="297"/>
            <ac:cxnSpMk id="9" creationId="{EE974ADE-9FD1-4DA6-A466-7C79D771373C}"/>
          </ac:cxnSpMkLst>
        </pc:cxnChg>
        <pc:cxnChg chg="del">
          <ac:chgData name="Carlos Miglinski" userId="31b42f8782254bec" providerId="Windows Live" clId="Web-{68C565DB-8639-4E88-B36D-91671B35AD2E}" dt="2024-10-14T17:12:47.031" v="305"/>
          <ac:cxnSpMkLst>
            <pc:docMk/>
            <pc:sldMk cId="2618665761" sldId="297"/>
            <ac:cxnSpMk id="12" creationId="{9BC394BF-57A8-A1A9-A792-13BBC94C4D6D}"/>
          </ac:cxnSpMkLst>
        </pc:cxnChg>
        <pc:cxnChg chg="del">
          <ac:chgData name="Carlos Miglinski" userId="31b42f8782254bec" providerId="Windows Live" clId="Web-{68C565DB-8639-4E88-B36D-91671B35AD2E}" dt="2024-10-14T17:12:22.891" v="298"/>
          <ac:cxnSpMkLst>
            <pc:docMk/>
            <pc:sldMk cId="2618665761" sldId="297"/>
            <ac:cxnSpMk id="16" creationId="{4E2312D5-8C26-EEF9-B50C-41B0A12047AD}"/>
          </ac:cxnSpMkLst>
        </pc:cxnChg>
        <pc:cxnChg chg="del">
          <ac:chgData name="Carlos Miglinski" userId="31b42f8782254bec" providerId="Windows Live" clId="Web-{68C565DB-8639-4E88-B36D-91671B35AD2E}" dt="2024-10-14T17:12:52.563" v="306"/>
          <ac:cxnSpMkLst>
            <pc:docMk/>
            <pc:sldMk cId="2618665761" sldId="297"/>
            <ac:cxnSpMk id="33" creationId="{1E867567-C94A-4853-AA29-C2FAA8F48AE8}"/>
          </ac:cxnSpMkLst>
        </pc:cxnChg>
        <pc:cxnChg chg="mod">
          <ac:chgData name="Carlos Miglinski" userId="31b42f8782254bec" providerId="Windows Live" clId="Web-{68C565DB-8639-4E88-B36D-91671B35AD2E}" dt="2024-10-14T17:13:33.890" v="311" actId="1076"/>
          <ac:cxnSpMkLst>
            <pc:docMk/>
            <pc:sldMk cId="2618665761" sldId="297"/>
            <ac:cxnSpMk id="37" creationId="{3CCA1E21-0FB0-653B-9FA6-173DF0806804}"/>
          </ac:cxnSpMkLst>
        </pc:cxnChg>
        <pc:cxnChg chg="mod">
          <ac:chgData name="Carlos Miglinski" userId="31b42f8782254bec" providerId="Windows Live" clId="Web-{68C565DB-8639-4E88-B36D-91671B35AD2E}" dt="2024-10-14T17:13:33.906" v="312" actId="1076"/>
          <ac:cxnSpMkLst>
            <pc:docMk/>
            <pc:sldMk cId="2618665761" sldId="297"/>
            <ac:cxnSpMk id="39" creationId="{9CDD8E3A-C125-540B-AEC5-3980C910EDDC}"/>
          </ac:cxnSpMkLst>
        </pc:cxnChg>
        <pc:cxnChg chg="mod">
          <ac:chgData name="Carlos Miglinski" userId="31b42f8782254bec" providerId="Windows Live" clId="Web-{68C565DB-8639-4E88-B36D-91671B35AD2E}" dt="2024-10-14T17:13:44.343" v="314" actId="1076"/>
          <ac:cxnSpMkLst>
            <pc:docMk/>
            <pc:sldMk cId="2618665761" sldId="297"/>
            <ac:cxnSpMk id="45" creationId="{271AFFA8-577B-7701-506A-8D4D34C1F07A}"/>
          </ac:cxnSpMkLst>
        </pc:cxnChg>
        <pc:cxnChg chg="mod">
          <ac:chgData name="Carlos Miglinski" userId="31b42f8782254bec" providerId="Windows Live" clId="Web-{68C565DB-8639-4E88-B36D-91671B35AD2E}" dt="2024-10-14T17:13:33.906" v="313" actId="1076"/>
          <ac:cxnSpMkLst>
            <pc:docMk/>
            <pc:sldMk cId="2618665761" sldId="297"/>
            <ac:cxnSpMk id="47" creationId="{418E17FF-50E1-EDFF-506D-6EB063656FE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9002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5083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4187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7154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1609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74111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8998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75490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60896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31726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70813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03010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90258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96216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16850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14726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48021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49765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28160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11246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56896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6070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Pilha - Alocação Dinâmica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Estrutura de Dados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Revendo o conceito de pilha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Inserções ocorrem no topo da pilha;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Exclusões ocorrem também no topo da pilha;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Análogo a uma pilha de pratos.</a:t>
            </a:r>
          </a:p>
          <a:p>
            <a:pPr marL="228600" indent="-228600">
              <a:buSzPts val="2800"/>
            </a:pPr>
            <a:r>
              <a:rPr lang="pt-BR" dirty="0"/>
              <a:t>FILO (</a:t>
            </a:r>
            <a:r>
              <a:rPr lang="pt-BR" dirty="0" err="1"/>
              <a:t>First</a:t>
            </a:r>
            <a:r>
              <a:rPr lang="pt-BR" dirty="0"/>
              <a:t> In, </a:t>
            </a:r>
            <a:r>
              <a:rPr lang="pt-BR" dirty="0" err="1"/>
              <a:t>Last</a:t>
            </a:r>
            <a:r>
              <a:rPr lang="pt-BR" dirty="0"/>
              <a:t> Out) em português significa último a entrar, primeiro a sair</a:t>
            </a:r>
          </a:p>
          <a:p>
            <a:pPr marL="228600" indent="-228600">
              <a:buSzPts val="2800"/>
            </a:pPr>
            <a:r>
              <a:rPr lang="pt-BR" dirty="0"/>
              <a:t>LIFO (</a:t>
            </a:r>
            <a:r>
              <a:rPr lang="pt-BR" dirty="0" err="1"/>
              <a:t>Last</a:t>
            </a:r>
            <a:r>
              <a:rPr lang="pt-BR" dirty="0"/>
              <a:t> In, </a:t>
            </a:r>
            <a:r>
              <a:rPr lang="pt-BR" dirty="0" err="1"/>
              <a:t>First</a:t>
            </a:r>
            <a:r>
              <a:rPr lang="pt-BR" dirty="0"/>
              <a:t> Out) que é equivalente a FILO.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Pilha - Alocação dinâmica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Alocação e remoção dos elementos na memória é sob demanda;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Não gastaremos memória para elementos não utilizados;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Cada elemento conhecerá quem é seu sucessor (elemento abaixo na pilha);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Guardaremos e endereço do elemento do topo da pilha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Conceito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4C37BE2E-33AE-8070-1A26-9806BA6B2666}"/>
              </a:ext>
            </a:extLst>
          </p:cNvPr>
          <p:cNvGrpSpPr/>
          <p:nvPr/>
        </p:nvGrpSpPr>
        <p:grpSpPr>
          <a:xfrm>
            <a:off x="2687781" y="2563091"/>
            <a:ext cx="1911927" cy="1191490"/>
            <a:chOff x="4073236" y="2189018"/>
            <a:chExt cx="1911927" cy="1191490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C7E73C2A-6038-0A74-C581-D9178C642CBD}"/>
                </a:ext>
              </a:extLst>
            </p:cNvPr>
            <p:cNvSpPr/>
            <p:nvPr/>
          </p:nvSpPr>
          <p:spPr>
            <a:xfrm>
              <a:off x="4073236" y="2189018"/>
              <a:ext cx="1911927" cy="11914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D89B886C-92E9-27EF-0C1F-18DAAFF75421}"/>
                </a:ext>
              </a:extLst>
            </p:cNvPr>
            <p:cNvCxnSpPr/>
            <p:nvPr/>
          </p:nvCxnSpPr>
          <p:spPr>
            <a:xfrm>
              <a:off x="4114799" y="2805545"/>
              <a:ext cx="1856510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6E178E2-181F-5967-AC81-4A20B448B96E}"/>
              </a:ext>
            </a:extLst>
          </p:cNvPr>
          <p:cNvGrpSpPr/>
          <p:nvPr/>
        </p:nvGrpSpPr>
        <p:grpSpPr>
          <a:xfrm>
            <a:off x="5860471" y="2563090"/>
            <a:ext cx="1911927" cy="1191490"/>
            <a:chOff x="4073236" y="2189018"/>
            <a:chExt cx="1911927" cy="119149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A9A414E8-0E92-17B1-F56D-57B713A615D7}"/>
                </a:ext>
              </a:extLst>
            </p:cNvPr>
            <p:cNvSpPr/>
            <p:nvPr/>
          </p:nvSpPr>
          <p:spPr>
            <a:xfrm>
              <a:off x="4073236" y="2189018"/>
              <a:ext cx="1911927" cy="11914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76C366FF-3B8C-C5B1-38B0-359659E25D6E}"/>
                </a:ext>
              </a:extLst>
            </p:cNvPr>
            <p:cNvCxnSpPr>
              <a:cxnSpLocks/>
            </p:cNvCxnSpPr>
            <p:nvPr/>
          </p:nvCxnSpPr>
          <p:spPr>
            <a:xfrm>
              <a:off x="4114799" y="2805545"/>
              <a:ext cx="1856510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85509C7A-1929-ECE2-2F94-CADA5E293046}"/>
              </a:ext>
            </a:extLst>
          </p:cNvPr>
          <p:cNvGrpSpPr/>
          <p:nvPr/>
        </p:nvGrpSpPr>
        <p:grpSpPr>
          <a:xfrm>
            <a:off x="9060871" y="2563090"/>
            <a:ext cx="1911927" cy="1191490"/>
            <a:chOff x="4073236" y="2189018"/>
            <a:chExt cx="1911927" cy="1191490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E0C2044D-6DE6-8737-52D5-022B2064E64F}"/>
                </a:ext>
              </a:extLst>
            </p:cNvPr>
            <p:cNvSpPr/>
            <p:nvPr/>
          </p:nvSpPr>
          <p:spPr>
            <a:xfrm>
              <a:off x="4073236" y="2189018"/>
              <a:ext cx="1911927" cy="11914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1B303CC6-11EF-6806-7281-11FDF9981B9A}"/>
                </a:ext>
              </a:extLst>
            </p:cNvPr>
            <p:cNvCxnSpPr>
              <a:cxnSpLocks/>
            </p:cNvCxnSpPr>
            <p:nvPr/>
          </p:nvCxnSpPr>
          <p:spPr>
            <a:xfrm>
              <a:off x="4114799" y="2805545"/>
              <a:ext cx="1856510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Retângulo 11">
            <a:extLst>
              <a:ext uri="{FF2B5EF4-FFF2-40B4-BE49-F238E27FC236}">
                <a16:creationId xmlns:a16="http://schemas.microsoft.com/office/drawing/2014/main" id="{9B05AD0A-13BB-6B50-2A8C-38DF9B249682}"/>
              </a:ext>
            </a:extLst>
          </p:cNvPr>
          <p:cNvSpPr/>
          <p:nvPr/>
        </p:nvSpPr>
        <p:spPr>
          <a:xfrm>
            <a:off x="623454" y="2899192"/>
            <a:ext cx="1537854" cy="6788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>
                <a:cs typeface="Arial"/>
              </a:rPr>
              <a:t>2010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F874281-1667-EFD3-8FB2-AE5BD03115BE}"/>
              </a:ext>
            </a:extLst>
          </p:cNvPr>
          <p:cNvSpPr txBox="1"/>
          <p:nvPr/>
        </p:nvSpPr>
        <p:spPr>
          <a:xfrm>
            <a:off x="623454" y="2317557"/>
            <a:ext cx="130232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dirty="0"/>
              <a:t>TOPO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62471D9-AB9B-C0B1-F989-4C70B209ED53}"/>
              </a:ext>
            </a:extLst>
          </p:cNvPr>
          <p:cNvSpPr txBox="1"/>
          <p:nvPr/>
        </p:nvSpPr>
        <p:spPr>
          <a:xfrm>
            <a:off x="2687781" y="1925780"/>
            <a:ext cx="130232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dirty="0"/>
              <a:t>2010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02A966F-A8B7-1DDD-9D77-63AA06CC2009}"/>
              </a:ext>
            </a:extLst>
          </p:cNvPr>
          <p:cNvSpPr txBox="1"/>
          <p:nvPr/>
        </p:nvSpPr>
        <p:spPr>
          <a:xfrm>
            <a:off x="5860471" y="1925780"/>
            <a:ext cx="130232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dirty="0"/>
              <a:t>2050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7F4DFC1-5709-0867-20E1-B138566750EE}"/>
              </a:ext>
            </a:extLst>
          </p:cNvPr>
          <p:cNvSpPr txBox="1"/>
          <p:nvPr/>
        </p:nvSpPr>
        <p:spPr>
          <a:xfrm>
            <a:off x="9157854" y="1925781"/>
            <a:ext cx="130232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dirty="0"/>
              <a:t>2310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67BCFFB-9BED-F922-C939-DB317E8CDDCF}"/>
              </a:ext>
            </a:extLst>
          </p:cNvPr>
          <p:cNvSpPr txBox="1"/>
          <p:nvPr/>
        </p:nvSpPr>
        <p:spPr>
          <a:xfrm>
            <a:off x="2840180" y="3228107"/>
            <a:ext cx="130232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dirty="0"/>
              <a:t>2050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631AF74-F2BC-4BF7-EAD6-1B5A6872D440}"/>
              </a:ext>
            </a:extLst>
          </p:cNvPr>
          <p:cNvSpPr txBox="1"/>
          <p:nvPr/>
        </p:nvSpPr>
        <p:spPr>
          <a:xfrm>
            <a:off x="5929745" y="3228108"/>
            <a:ext cx="130232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dirty="0"/>
              <a:t>2310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7AD8BE7-90A9-6D7E-DFD4-BE0D6471770A}"/>
              </a:ext>
            </a:extLst>
          </p:cNvPr>
          <p:cNvSpPr txBox="1"/>
          <p:nvPr/>
        </p:nvSpPr>
        <p:spPr>
          <a:xfrm>
            <a:off x="9240981" y="3228107"/>
            <a:ext cx="130232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dirty="0"/>
              <a:t>NULL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57B0578A-B99B-C196-D7EB-CE59B3481D93}"/>
              </a:ext>
            </a:extLst>
          </p:cNvPr>
          <p:cNvCxnSpPr/>
          <p:nvPr/>
        </p:nvCxnSpPr>
        <p:spPr>
          <a:xfrm>
            <a:off x="2160444" y="3303442"/>
            <a:ext cx="568037" cy="1385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0F947354-4714-E10F-48F1-9485303BE5FE}"/>
              </a:ext>
            </a:extLst>
          </p:cNvPr>
          <p:cNvCxnSpPr>
            <a:cxnSpLocks/>
          </p:cNvCxnSpPr>
          <p:nvPr/>
        </p:nvCxnSpPr>
        <p:spPr>
          <a:xfrm>
            <a:off x="4598844" y="3455842"/>
            <a:ext cx="1260764" cy="1385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C681DD6C-87B3-E04E-A119-9B29F3D5D3A4}"/>
              </a:ext>
            </a:extLst>
          </p:cNvPr>
          <p:cNvCxnSpPr>
            <a:cxnSpLocks/>
          </p:cNvCxnSpPr>
          <p:nvPr/>
        </p:nvCxnSpPr>
        <p:spPr>
          <a:xfrm>
            <a:off x="7771535" y="3455842"/>
            <a:ext cx="1260764" cy="1385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8824727B-7BC3-E9E3-F9B9-445E7E6298C7}"/>
              </a:ext>
            </a:extLst>
          </p:cNvPr>
          <p:cNvCxnSpPr/>
          <p:nvPr/>
        </p:nvCxnSpPr>
        <p:spPr>
          <a:xfrm>
            <a:off x="10976263" y="3480767"/>
            <a:ext cx="623456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0BCC1537-F63F-E8C1-DFBE-3CE17BFF198A}"/>
              </a:ext>
            </a:extLst>
          </p:cNvPr>
          <p:cNvCxnSpPr>
            <a:cxnSpLocks/>
          </p:cNvCxnSpPr>
          <p:nvPr/>
        </p:nvCxnSpPr>
        <p:spPr>
          <a:xfrm>
            <a:off x="11599717" y="3460172"/>
            <a:ext cx="2" cy="665018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C90BC9C5-52AE-6F81-2831-A1AA800B5A60}"/>
              </a:ext>
            </a:extLst>
          </p:cNvPr>
          <p:cNvCxnSpPr>
            <a:cxnSpLocks/>
          </p:cNvCxnSpPr>
          <p:nvPr/>
        </p:nvCxnSpPr>
        <p:spPr>
          <a:xfrm>
            <a:off x="11294917" y="4125189"/>
            <a:ext cx="623456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13729CB6-FA49-91C0-EF17-784555EB9B7C}"/>
              </a:ext>
            </a:extLst>
          </p:cNvPr>
          <p:cNvCxnSpPr>
            <a:cxnSpLocks/>
          </p:cNvCxnSpPr>
          <p:nvPr/>
        </p:nvCxnSpPr>
        <p:spPr>
          <a:xfrm>
            <a:off x="11419608" y="4263735"/>
            <a:ext cx="387929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Codigo em C</a:t>
            </a:r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#include &lt;stdio.h&gt;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#include &lt;malloc.h&gt;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typedef int TIPOCHAVE;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typedef struct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TIPOCHAVE chave;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// outros campos ...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} REGISTRO;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typedef struct aux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REGISTRO reg;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struct aux *prox;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} ELEMENTO;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typedef ELEMENTO *PONT;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typedef struct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PONT topo;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} PILHA;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Inicialização</a:t>
            </a: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Para inicializar uma pilha, basta apontar o topo para NULL;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void inicializaPilha (PILHA *p)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p-&gt;topo = NULL;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pt-BR"/>
            </a:b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Contar número de elementos da pilha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Percorreremos toda a pilha para saber quantos elementos já foram adicionados.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int tamanhoPilha(PILHA *p){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PONT ender = p-&gt; topo;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int tam = 0;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while (ender != NULL)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     tam++;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     ender = ender-&gt;prox;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return tam;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Contar número de elementos da pilha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2758B60-64FB-2C36-CCC6-368476A14A0F}"/>
              </a:ext>
            </a:extLst>
          </p:cNvPr>
          <p:cNvGrpSpPr/>
          <p:nvPr/>
        </p:nvGrpSpPr>
        <p:grpSpPr>
          <a:xfrm>
            <a:off x="2768343" y="2349113"/>
            <a:ext cx="8601750" cy="1858178"/>
            <a:chOff x="2768343" y="2349113"/>
            <a:chExt cx="8601750" cy="1858178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43246531-CAE6-62BE-F952-F938870A2ECD}"/>
                </a:ext>
              </a:extLst>
            </p:cNvPr>
            <p:cNvSpPr/>
            <p:nvPr/>
          </p:nvSpPr>
          <p:spPr>
            <a:xfrm>
              <a:off x="4349659" y="2826957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pt-BR" sz="1100" dirty="0">
                <a:cs typeface="Arial"/>
              </a:endParaRPr>
            </a:p>
          </p:txBody>
        </p:sp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EF8F9173-242F-66C3-8F10-ED112A9918ED}"/>
                </a:ext>
              </a:extLst>
            </p:cNvPr>
            <p:cNvCxnSpPr/>
            <p:nvPr/>
          </p:nvCxnSpPr>
          <p:spPr>
            <a:xfrm>
              <a:off x="4381497" y="3289217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AEBF49E-870C-B8B8-FCC7-D9B6B42ABC77}"/>
                </a:ext>
              </a:extLst>
            </p:cNvPr>
            <p:cNvSpPr/>
            <p:nvPr/>
          </p:nvSpPr>
          <p:spPr>
            <a:xfrm>
              <a:off x="6780004" y="2826956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2CC19F6-A8C9-B810-8890-565D24A7065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842" y="3289216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A6FBFC16-110C-B4BB-569D-7B066875A181}"/>
                </a:ext>
              </a:extLst>
            </p:cNvPr>
            <p:cNvGrpSpPr/>
            <p:nvPr/>
          </p:nvGrpSpPr>
          <p:grpSpPr>
            <a:xfrm>
              <a:off x="9231576" y="2826956"/>
              <a:ext cx="1464575" cy="893357"/>
              <a:chOff x="4073236" y="2189018"/>
              <a:chExt cx="1911927" cy="1191490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61258AB-7E29-A140-0DE9-7BD5DA06DA6C}"/>
                  </a:ext>
                </a:extLst>
              </p:cNvPr>
              <p:cNvSpPr/>
              <p:nvPr/>
            </p:nvSpPr>
            <p:spPr>
              <a:xfrm>
                <a:off x="4073236" y="2189018"/>
                <a:ext cx="1911927" cy="11914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9BC394BF-57A8-A1A9-A792-13BBC94C4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799" y="2805545"/>
                <a:ext cx="1856510" cy="0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2C4EBF6-E2F3-D8C1-C30A-BE8589AB1BE6}"/>
                </a:ext>
              </a:extLst>
            </p:cNvPr>
            <p:cNvSpPr/>
            <p:nvPr/>
          </p:nvSpPr>
          <p:spPr>
            <a:xfrm>
              <a:off x="2768343" y="3078959"/>
              <a:ext cx="1178027" cy="509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cs typeface="Arial"/>
                </a:rPr>
                <a:t>2010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9787DB7-9E14-3456-C7AE-81ADDA568540}"/>
                </a:ext>
              </a:extLst>
            </p:cNvPr>
            <p:cNvSpPr txBox="1"/>
            <p:nvPr/>
          </p:nvSpPr>
          <p:spPr>
            <a:xfrm>
              <a:off x="2768343" y="264286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TOPO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4B3E9E88-1446-71BD-4D4E-C405547CB490}"/>
                </a:ext>
              </a:extLst>
            </p:cNvPr>
            <p:cNvSpPr txBox="1"/>
            <p:nvPr/>
          </p:nvSpPr>
          <p:spPr>
            <a:xfrm>
              <a:off x="4349659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2010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6838E966-F77B-96E4-ABEB-9272DB24153C}"/>
                </a:ext>
              </a:extLst>
            </p:cNvPr>
            <p:cNvSpPr txBox="1"/>
            <p:nvPr/>
          </p:nvSpPr>
          <p:spPr>
            <a:xfrm>
              <a:off x="6780004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B44FB0D-DC9D-998A-80ED-9296BFF2D368}"/>
                </a:ext>
              </a:extLst>
            </p:cNvPr>
            <p:cNvSpPr txBox="1"/>
            <p:nvPr/>
          </p:nvSpPr>
          <p:spPr>
            <a:xfrm>
              <a:off x="9305867" y="234911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FF02DF42-FBFD-B3D5-A59B-6E53CFDEBEC8}"/>
                </a:ext>
              </a:extLst>
            </p:cNvPr>
            <p:cNvSpPr txBox="1"/>
            <p:nvPr/>
          </p:nvSpPr>
          <p:spPr>
            <a:xfrm>
              <a:off x="446640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1C1AA82-9876-2DA9-02AF-D1578871AAF5}"/>
                </a:ext>
              </a:extLst>
            </p:cNvPr>
            <p:cNvSpPr txBox="1"/>
            <p:nvPr/>
          </p:nvSpPr>
          <p:spPr>
            <a:xfrm>
              <a:off x="683307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DFCF609-6B75-DF2C-CB67-AF60AF7F3C92}"/>
                </a:ext>
              </a:extLst>
            </p:cNvPr>
            <p:cNvSpPr txBox="1"/>
            <p:nvPr/>
          </p:nvSpPr>
          <p:spPr>
            <a:xfrm>
              <a:off x="9369544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NULL</a:t>
              </a:r>
            </a:p>
          </p:txBody>
        </p: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95B87786-4C79-9264-F260-C46C868A36B7}"/>
                </a:ext>
              </a:extLst>
            </p:cNvPr>
            <p:cNvCxnSpPr/>
            <p:nvPr/>
          </p:nvCxnSpPr>
          <p:spPr>
            <a:xfrm>
              <a:off x="3945709" y="3382059"/>
              <a:ext cx="435128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E867567-C94A-4853-AA29-C2FAA8F48AE8}"/>
                </a:ext>
              </a:extLst>
            </p:cNvPr>
            <p:cNvCxnSpPr>
              <a:cxnSpLocks/>
            </p:cNvCxnSpPr>
            <p:nvPr/>
          </p:nvCxnSpPr>
          <p:spPr>
            <a:xfrm>
              <a:off x="5813573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209BA301-88CF-8D1C-D1FA-198775415AFB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18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3CCA1E21-0FB0-653B-9FA6-173DF0806804}"/>
                </a:ext>
              </a:extLst>
            </p:cNvPr>
            <p:cNvCxnSpPr/>
            <p:nvPr/>
          </p:nvCxnSpPr>
          <p:spPr>
            <a:xfrm>
              <a:off x="10698805" y="3515014"/>
              <a:ext cx="477580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CDD8E3A-C125-540B-AEC5-3980C910ED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383" y="3499572"/>
              <a:ext cx="2" cy="498618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56967B37-336F-95B0-C0E8-E7583B6A96AD}"/>
                </a:ext>
              </a:extLst>
            </p:cNvPr>
            <p:cNvSpPr txBox="1"/>
            <p:nvPr/>
          </p:nvSpPr>
          <p:spPr>
            <a:xfrm>
              <a:off x="4706289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8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F80E1CE4-7791-FF9E-D041-81022B377D99}"/>
                </a:ext>
              </a:extLst>
            </p:cNvPr>
            <p:cNvSpPr txBox="1"/>
            <p:nvPr/>
          </p:nvSpPr>
          <p:spPr>
            <a:xfrm>
              <a:off x="7147511" y="288813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88C6D902-3934-231F-EE85-89716739D0A3}"/>
                </a:ext>
              </a:extLst>
            </p:cNvPr>
            <p:cNvSpPr txBox="1"/>
            <p:nvPr/>
          </p:nvSpPr>
          <p:spPr>
            <a:xfrm>
              <a:off x="9645177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50</a:t>
              </a:r>
            </a:p>
          </p:txBody>
        </p: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271AFFA8-577B-7701-506A-8D4D34C1F0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2164" y="4066179"/>
              <a:ext cx="387929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418E17FF-50E1-EDFF-506D-6EB063656FEF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719" y="4207291"/>
              <a:ext cx="303263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271A4886-46C4-F74D-E32B-C72E143BAA37}"/>
              </a:ext>
            </a:extLst>
          </p:cNvPr>
          <p:cNvSpPr/>
          <p:nvPr/>
        </p:nvSpPr>
        <p:spPr>
          <a:xfrm>
            <a:off x="3654521" y="4642470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>
                <a:cs typeface="Arial"/>
              </a:rPr>
              <a:t>2010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E974ADE-9FD1-4DA6-A466-7C79D771373C}"/>
              </a:ext>
            </a:extLst>
          </p:cNvPr>
          <p:cNvCxnSpPr/>
          <p:nvPr/>
        </p:nvCxnSpPr>
        <p:spPr>
          <a:xfrm flipV="1">
            <a:off x="4309775" y="3812957"/>
            <a:ext cx="350461" cy="82216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A7DE75-2390-4889-B5A8-22517037662F}"/>
              </a:ext>
            </a:extLst>
          </p:cNvPr>
          <p:cNvSpPr txBox="1"/>
          <p:nvPr/>
        </p:nvSpPr>
        <p:spPr>
          <a:xfrm>
            <a:off x="3245299" y="4206371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ender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36065C-14EB-02C3-AA10-660C15478F67}"/>
              </a:ext>
            </a:extLst>
          </p:cNvPr>
          <p:cNvSpPr txBox="1"/>
          <p:nvPr/>
        </p:nvSpPr>
        <p:spPr>
          <a:xfrm>
            <a:off x="3245299" y="5800927"/>
            <a:ext cx="284616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tam</a:t>
            </a:r>
            <a:r>
              <a:rPr lang="pt-BR" sz="2000" dirty="0"/>
              <a:t>++</a:t>
            </a:r>
          </a:p>
          <a:p>
            <a:r>
              <a:rPr lang="pt-BR" sz="2000" dirty="0" err="1"/>
              <a:t>ender</a:t>
            </a:r>
            <a:r>
              <a:rPr lang="pt-BR" sz="2000" dirty="0"/>
              <a:t> = </a:t>
            </a:r>
            <a:r>
              <a:rPr lang="pt-BR" sz="2000" dirty="0" err="1"/>
              <a:t>ender</a:t>
            </a:r>
            <a:r>
              <a:rPr lang="pt-BR" sz="2000" dirty="0"/>
              <a:t>-&gt;</a:t>
            </a:r>
            <a:r>
              <a:rPr lang="pt-BR" sz="2000" dirty="0" err="1"/>
              <a:t>prox</a:t>
            </a:r>
            <a:r>
              <a:rPr lang="pt-BR" sz="20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77454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Contar número de elementos da pilha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2758B60-64FB-2C36-CCC6-368476A14A0F}"/>
              </a:ext>
            </a:extLst>
          </p:cNvPr>
          <p:cNvGrpSpPr/>
          <p:nvPr/>
        </p:nvGrpSpPr>
        <p:grpSpPr>
          <a:xfrm>
            <a:off x="2768343" y="2349113"/>
            <a:ext cx="8601750" cy="1858178"/>
            <a:chOff x="2768343" y="2349113"/>
            <a:chExt cx="8601750" cy="1858178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43246531-CAE6-62BE-F952-F938870A2ECD}"/>
                </a:ext>
              </a:extLst>
            </p:cNvPr>
            <p:cNvSpPr/>
            <p:nvPr/>
          </p:nvSpPr>
          <p:spPr>
            <a:xfrm>
              <a:off x="4349659" y="2826957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pt-BR" sz="1100" dirty="0">
                <a:cs typeface="Arial"/>
              </a:endParaRPr>
            </a:p>
          </p:txBody>
        </p:sp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EF8F9173-242F-66C3-8F10-ED112A9918ED}"/>
                </a:ext>
              </a:extLst>
            </p:cNvPr>
            <p:cNvCxnSpPr/>
            <p:nvPr/>
          </p:nvCxnSpPr>
          <p:spPr>
            <a:xfrm>
              <a:off x="4381497" y="3289217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AEBF49E-870C-B8B8-FCC7-D9B6B42ABC77}"/>
                </a:ext>
              </a:extLst>
            </p:cNvPr>
            <p:cNvSpPr/>
            <p:nvPr/>
          </p:nvSpPr>
          <p:spPr>
            <a:xfrm>
              <a:off x="6780004" y="2826956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2CC19F6-A8C9-B810-8890-565D24A7065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842" y="3289216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A6FBFC16-110C-B4BB-569D-7B066875A181}"/>
                </a:ext>
              </a:extLst>
            </p:cNvPr>
            <p:cNvGrpSpPr/>
            <p:nvPr/>
          </p:nvGrpSpPr>
          <p:grpSpPr>
            <a:xfrm>
              <a:off x="9231576" y="2826956"/>
              <a:ext cx="1464575" cy="893357"/>
              <a:chOff x="4073236" y="2189018"/>
              <a:chExt cx="1911927" cy="1191490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61258AB-7E29-A140-0DE9-7BD5DA06DA6C}"/>
                  </a:ext>
                </a:extLst>
              </p:cNvPr>
              <p:cNvSpPr/>
              <p:nvPr/>
            </p:nvSpPr>
            <p:spPr>
              <a:xfrm>
                <a:off x="4073236" y="2189018"/>
                <a:ext cx="1911927" cy="11914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9BC394BF-57A8-A1A9-A792-13BBC94C4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799" y="2805545"/>
                <a:ext cx="1856510" cy="0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2C4EBF6-E2F3-D8C1-C30A-BE8589AB1BE6}"/>
                </a:ext>
              </a:extLst>
            </p:cNvPr>
            <p:cNvSpPr/>
            <p:nvPr/>
          </p:nvSpPr>
          <p:spPr>
            <a:xfrm>
              <a:off x="2768343" y="3078959"/>
              <a:ext cx="1178027" cy="509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cs typeface="Arial"/>
                </a:rPr>
                <a:t>2010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9787DB7-9E14-3456-C7AE-81ADDA568540}"/>
                </a:ext>
              </a:extLst>
            </p:cNvPr>
            <p:cNvSpPr txBox="1"/>
            <p:nvPr/>
          </p:nvSpPr>
          <p:spPr>
            <a:xfrm>
              <a:off x="2768343" y="264286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TOPO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4B3E9E88-1446-71BD-4D4E-C405547CB490}"/>
                </a:ext>
              </a:extLst>
            </p:cNvPr>
            <p:cNvSpPr txBox="1"/>
            <p:nvPr/>
          </p:nvSpPr>
          <p:spPr>
            <a:xfrm>
              <a:off x="4349659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2010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6838E966-F77B-96E4-ABEB-9272DB24153C}"/>
                </a:ext>
              </a:extLst>
            </p:cNvPr>
            <p:cNvSpPr txBox="1"/>
            <p:nvPr/>
          </p:nvSpPr>
          <p:spPr>
            <a:xfrm>
              <a:off x="6780004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B44FB0D-DC9D-998A-80ED-9296BFF2D368}"/>
                </a:ext>
              </a:extLst>
            </p:cNvPr>
            <p:cNvSpPr txBox="1"/>
            <p:nvPr/>
          </p:nvSpPr>
          <p:spPr>
            <a:xfrm>
              <a:off x="9305867" y="234911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FF02DF42-FBFD-B3D5-A59B-6E53CFDEBEC8}"/>
                </a:ext>
              </a:extLst>
            </p:cNvPr>
            <p:cNvSpPr txBox="1"/>
            <p:nvPr/>
          </p:nvSpPr>
          <p:spPr>
            <a:xfrm>
              <a:off x="446640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1C1AA82-9876-2DA9-02AF-D1578871AAF5}"/>
                </a:ext>
              </a:extLst>
            </p:cNvPr>
            <p:cNvSpPr txBox="1"/>
            <p:nvPr/>
          </p:nvSpPr>
          <p:spPr>
            <a:xfrm>
              <a:off x="683307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DFCF609-6B75-DF2C-CB67-AF60AF7F3C92}"/>
                </a:ext>
              </a:extLst>
            </p:cNvPr>
            <p:cNvSpPr txBox="1"/>
            <p:nvPr/>
          </p:nvSpPr>
          <p:spPr>
            <a:xfrm>
              <a:off x="9369544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NULL</a:t>
              </a:r>
            </a:p>
          </p:txBody>
        </p: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95B87786-4C79-9264-F260-C46C868A36B7}"/>
                </a:ext>
              </a:extLst>
            </p:cNvPr>
            <p:cNvCxnSpPr/>
            <p:nvPr/>
          </p:nvCxnSpPr>
          <p:spPr>
            <a:xfrm>
              <a:off x="3945709" y="3382059"/>
              <a:ext cx="435128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E867567-C94A-4853-AA29-C2FAA8F48AE8}"/>
                </a:ext>
              </a:extLst>
            </p:cNvPr>
            <p:cNvCxnSpPr>
              <a:cxnSpLocks/>
            </p:cNvCxnSpPr>
            <p:nvPr/>
          </p:nvCxnSpPr>
          <p:spPr>
            <a:xfrm>
              <a:off x="5813573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209BA301-88CF-8D1C-D1FA-198775415AFB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18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3CCA1E21-0FB0-653B-9FA6-173DF0806804}"/>
                </a:ext>
              </a:extLst>
            </p:cNvPr>
            <p:cNvCxnSpPr/>
            <p:nvPr/>
          </p:nvCxnSpPr>
          <p:spPr>
            <a:xfrm>
              <a:off x="10698805" y="3515014"/>
              <a:ext cx="477580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CDD8E3A-C125-540B-AEC5-3980C910ED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383" y="3499572"/>
              <a:ext cx="2" cy="498618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56967B37-336F-95B0-C0E8-E7583B6A96AD}"/>
                </a:ext>
              </a:extLst>
            </p:cNvPr>
            <p:cNvSpPr txBox="1"/>
            <p:nvPr/>
          </p:nvSpPr>
          <p:spPr>
            <a:xfrm>
              <a:off x="4706289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8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F80E1CE4-7791-FF9E-D041-81022B377D99}"/>
                </a:ext>
              </a:extLst>
            </p:cNvPr>
            <p:cNvSpPr txBox="1"/>
            <p:nvPr/>
          </p:nvSpPr>
          <p:spPr>
            <a:xfrm>
              <a:off x="7147511" y="288813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88C6D902-3934-231F-EE85-89716739D0A3}"/>
                </a:ext>
              </a:extLst>
            </p:cNvPr>
            <p:cNvSpPr txBox="1"/>
            <p:nvPr/>
          </p:nvSpPr>
          <p:spPr>
            <a:xfrm>
              <a:off x="9645177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50</a:t>
              </a:r>
            </a:p>
          </p:txBody>
        </p: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271AFFA8-577B-7701-506A-8D4D34C1F0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2164" y="4066179"/>
              <a:ext cx="387929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418E17FF-50E1-EDFF-506D-6EB063656FEF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719" y="4207291"/>
              <a:ext cx="303263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271A4886-46C4-F74D-E32B-C72E143BAA37}"/>
              </a:ext>
            </a:extLst>
          </p:cNvPr>
          <p:cNvSpPr/>
          <p:nvPr/>
        </p:nvSpPr>
        <p:spPr>
          <a:xfrm>
            <a:off x="6589632" y="4642470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2050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E974ADE-9FD1-4DA6-A466-7C79D771373C}"/>
              </a:ext>
            </a:extLst>
          </p:cNvPr>
          <p:cNvCxnSpPr/>
          <p:nvPr/>
        </p:nvCxnSpPr>
        <p:spPr>
          <a:xfrm flipV="1">
            <a:off x="7131997" y="3812957"/>
            <a:ext cx="350461" cy="82216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A7DE75-2390-4889-B5A8-22517037662F}"/>
              </a:ext>
            </a:extLst>
          </p:cNvPr>
          <p:cNvSpPr txBox="1"/>
          <p:nvPr/>
        </p:nvSpPr>
        <p:spPr>
          <a:xfrm>
            <a:off x="6166299" y="4206371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ender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3B9CE14-3828-4F09-2418-4C42004939F3}"/>
              </a:ext>
            </a:extLst>
          </p:cNvPr>
          <p:cNvSpPr txBox="1"/>
          <p:nvPr/>
        </p:nvSpPr>
        <p:spPr>
          <a:xfrm>
            <a:off x="3245299" y="5800927"/>
            <a:ext cx="284616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tam</a:t>
            </a:r>
            <a:r>
              <a:rPr lang="pt-BR" sz="2000" dirty="0"/>
              <a:t>++</a:t>
            </a:r>
          </a:p>
          <a:p>
            <a:r>
              <a:rPr lang="pt-BR" sz="2000" dirty="0" err="1"/>
              <a:t>ender</a:t>
            </a:r>
            <a:r>
              <a:rPr lang="pt-BR" sz="2000" dirty="0"/>
              <a:t> = </a:t>
            </a:r>
            <a:r>
              <a:rPr lang="pt-BR" sz="2000" dirty="0" err="1"/>
              <a:t>ender</a:t>
            </a:r>
            <a:r>
              <a:rPr lang="pt-BR" sz="2000" dirty="0"/>
              <a:t>-&gt;</a:t>
            </a:r>
            <a:r>
              <a:rPr lang="pt-BR" sz="2000" dirty="0" err="1"/>
              <a:t>prox</a:t>
            </a:r>
            <a:r>
              <a:rPr lang="pt-BR" sz="20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58134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Contar número de elementos da pilha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2758B60-64FB-2C36-CCC6-368476A14A0F}"/>
              </a:ext>
            </a:extLst>
          </p:cNvPr>
          <p:cNvGrpSpPr/>
          <p:nvPr/>
        </p:nvGrpSpPr>
        <p:grpSpPr>
          <a:xfrm>
            <a:off x="2768343" y="2349113"/>
            <a:ext cx="8601750" cy="1858178"/>
            <a:chOff x="2768343" y="2349113"/>
            <a:chExt cx="8601750" cy="1858178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43246531-CAE6-62BE-F952-F938870A2ECD}"/>
                </a:ext>
              </a:extLst>
            </p:cNvPr>
            <p:cNvSpPr/>
            <p:nvPr/>
          </p:nvSpPr>
          <p:spPr>
            <a:xfrm>
              <a:off x="4349659" y="2826957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pt-BR" sz="1100" dirty="0">
                <a:cs typeface="Arial"/>
              </a:endParaRPr>
            </a:p>
          </p:txBody>
        </p:sp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EF8F9173-242F-66C3-8F10-ED112A9918ED}"/>
                </a:ext>
              </a:extLst>
            </p:cNvPr>
            <p:cNvCxnSpPr/>
            <p:nvPr/>
          </p:nvCxnSpPr>
          <p:spPr>
            <a:xfrm>
              <a:off x="4381497" y="3289217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AEBF49E-870C-B8B8-FCC7-D9B6B42ABC77}"/>
                </a:ext>
              </a:extLst>
            </p:cNvPr>
            <p:cNvSpPr/>
            <p:nvPr/>
          </p:nvSpPr>
          <p:spPr>
            <a:xfrm>
              <a:off x="6780004" y="2826956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2CC19F6-A8C9-B810-8890-565D24A7065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842" y="3289216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A6FBFC16-110C-B4BB-569D-7B066875A181}"/>
                </a:ext>
              </a:extLst>
            </p:cNvPr>
            <p:cNvGrpSpPr/>
            <p:nvPr/>
          </p:nvGrpSpPr>
          <p:grpSpPr>
            <a:xfrm>
              <a:off x="9231576" y="2826956"/>
              <a:ext cx="1464575" cy="893357"/>
              <a:chOff x="4073236" y="2189018"/>
              <a:chExt cx="1911927" cy="1191490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61258AB-7E29-A140-0DE9-7BD5DA06DA6C}"/>
                  </a:ext>
                </a:extLst>
              </p:cNvPr>
              <p:cNvSpPr/>
              <p:nvPr/>
            </p:nvSpPr>
            <p:spPr>
              <a:xfrm>
                <a:off x="4073236" y="2189018"/>
                <a:ext cx="1911927" cy="11914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9BC394BF-57A8-A1A9-A792-13BBC94C4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799" y="2805545"/>
                <a:ext cx="1856510" cy="0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2C4EBF6-E2F3-D8C1-C30A-BE8589AB1BE6}"/>
                </a:ext>
              </a:extLst>
            </p:cNvPr>
            <p:cNvSpPr/>
            <p:nvPr/>
          </p:nvSpPr>
          <p:spPr>
            <a:xfrm>
              <a:off x="2768343" y="3078959"/>
              <a:ext cx="1178027" cy="509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cs typeface="Arial"/>
                </a:rPr>
                <a:t>2010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9787DB7-9E14-3456-C7AE-81ADDA568540}"/>
                </a:ext>
              </a:extLst>
            </p:cNvPr>
            <p:cNvSpPr txBox="1"/>
            <p:nvPr/>
          </p:nvSpPr>
          <p:spPr>
            <a:xfrm>
              <a:off x="2768343" y="264286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TOPO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4B3E9E88-1446-71BD-4D4E-C405547CB490}"/>
                </a:ext>
              </a:extLst>
            </p:cNvPr>
            <p:cNvSpPr txBox="1"/>
            <p:nvPr/>
          </p:nvSpPr>
          <p:spPr>
            <a:xfrm>
              <a:off x="4349659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2010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6838E966-F77B-96E4-ABEB-9272DB24153C}"/>
                </a:ext>
              </a:extLst>
            </p:cNvPr>
            <p:cNvSpPr txBox="1"/>
            <p:nvPr/>
          </p:nvSpPr>
          <p:spPr>
            <a:xfrm>
              <a:off x="6780004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B44FB0D-DC9D-998A-80ED-9296BFF2D368}"/>
                </a:ext>
              </a:extLst>
            </p:cNvPr>
            <p:cNvSpPr txBox="1"/>
            <p:nvPr/>
          </p:nvSpPr>
          <p:spPr>
            <a:xfrm>
              <a:off x="9305867" y="234911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FF02DF42-FBFD-B3D5-A59B-6E53CFDEBEC8}"/>
                </a:ext>
              </a:extLst>
            </p:cNvPr>
            <p:cNvSpPr txBox="1"/>
            <p:nvPr/>
          </p:nvSpPr>
          <p:spPr>
            <a:xfrm>
              <a:off x="446640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1C1AA82-9876-2DA9-02AF-D1578871AAF5}"/>
                </a:ext>
              </a:extLst>
            </p:cNvPr>
            <p:cNvSpPr txBox="1"/>
            <p:nvPr/>
          </p:nvSpPr>
          <p:spPr>
            <a:xfrm>
              <a:off x="683307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DFCF609-6B75-DF2C-CB67-AF60AF7F3C92}"/>
                </a:ext>
              </a:extLst>
            </p:cNvPr>
            <p:cNvSpPr txBox="1"/>
            <p:nvPr/>
          </p:nvSpPr>
          <p:spPr>
            <a:xfrm>
              <a:off x="9369544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NULL</a:t>
              </a:r>
            </a:p>
          </p:txBody>
        </p: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95B87786-4C79-9264-F260-C46C868A36B7}"/>
                </a:ext>
              </a:extLst>
            </p:cNvPr>
            <p:cNvCxnSpPr/>
            <p:nvPr/>
          </p:nvCxnSpPr>
          <p:spPr>
            <a:xfrm>
              <a:off x="3945709" y="3382059"/>
              <a:ext cx="435128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E867567-C94A-4853-AA29-C2FAA8F48AE8}"/>
                </a:ext>
              </a:extLst>
            </p:cNvPr>
            <p:cNvCxnSpPr>
              <a:cxnSpLocks/>
            </p:cNvCxnSpPr>
            <p:nvPr/>
          </p:nvCxnSpPr>
          <p:spPr>
            <a:xfrm>
              <a:off x="5813573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209BA301-88CF-8D1C-D1FA-198775415AFB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18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3CCA1E21-0FB0-653B-9FA6-173DF0806804}"/>
                </a:ext>
              </a:extLst>
            </p:cNvPr>
            <p:cNvCxnSpPr/>
            <p:nvPr/>
          </p:nvCxnSpPr>
          <p:spPr>
            <a:xfrm>
              <a:off x="10698805" y="3515014"/>
              <a:ext cx="477580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CDD8E3A-C125-540B-AEC5-3980C910ED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383" y="3499572"/>
              <a:ext cx="2" cy="498618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56967B37-336F-95B0-C0E8-E7583B6A96AD}"/>
                </a:ext>
              </a:extLst>
            </p:cNvPr>
            <p:cNvSpPr txBox="1"/>
            <p:nvPr/>
          </p:nvSpPr>
          <p:spPr>
            <a:xfrm>
              <a:off x="4706289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8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F80E1CE4-7791-FF9E-D041-81022B377D99}"/>
                </a:ext>
              </a:extLst>
            </p:cNvPr>
            <p:cNvSpPr txBox="1"/>
            <p:nvPr/>
          </p:nvSpPr>
          <p:spPr>
            <a:xfrm>
              <a:off x="7147511" y="288813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88C6D902-3934-231F-EE85-89716739D0A3}"/>
                </a:ext>
              </a:extLst>
            </p:cNvPr>
            <p:cNvSpPr txBox="1"/>
            <p:nvPr/>
          </p:nvSpPr>
          <p:spPr>
            <a:xfrm>
              <a:off x="9645177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50</a:t>
              </a:r>
            </a:p>
          </p:txBody>
        </p: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271AFFA8-577B-7701-506A-8D4D34C1F0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2164" y="4066179"/>
              <a:ext cx="387929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418E17FF-50E1-EDFF-506D-6EB063656FEF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719" y="4207291"/>
              <a:ext cx="303263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271A4886-46C4-F74D-E32B-C72E143BAA37}"/>
              </a:ext>
            </a:extLst>
          </p:cNvPr>
          <p:cNvSpPr/>
          <p:nvPr/>
        </p:nvSpPr>
        <p:spPr>
          <a:xfrm>
            <a:off x="8960299" y="4586026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2310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E974ADE-9FD1-4DA6-A466-7C79D771373C}"/>
              </a:ext>
            </a:extLst>
          </p:cNvPr>
          <p:cNvCxnSpPr/>
          <p:nvPr/>
        </p:nvCxnSpPr>
        <p:spPr>
          <a:xfrm flipV="1">
            <a:off x="9502664" y="3756513"/>
            <a:ext cx="350461" cy="82216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A7DE75-2390-4889-B5A8-22517037662F}"/>
              </a:ext>
            </a:extLst>
          </p:cNvPr>
          <p:cNvSpPr txBox="1"/>
          <p:nvPr/>
        </p:nvSpPr>
        <p:spPr>
          <a:xfrm>
            <a:off x="8536966" y="4149927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ender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3B9CE14-3828-4F09-2418-4C42004939F3}"/>
              </a:ext>
            </a:extLst>
          </p:cNvPr>
          <p:cNvSpPr txBox="1"/>
          <p:nvPr/>
        </p:nvSpPr>
        <p:spPr>
          <a:xfrm>
            <a:off x="3245299" y="5800927"/>
            <a:ext cx="284616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tam</a:t>
            </a:r>
            <a:r>
              <a:rPr lang="pt-BR" sz="2000" dirty="0"/>
              <a:t>++</a:t>
            </a:r>
          </a:p>
          <a:p>
            <a:r>
              <a:rPr lang="pt-BR" sz="2000" dirty="0" err="1"/>
              <a:t>ender</a:t>
            </a:r>
            <a:r>
              <a:rPr lang="pt-BR" sz="2000" dirty="0"/>
              <a:t> = </a:t>
            </a:r>
            <a:r>
              <a:rPr lang="pt-BR" sz="2000" dirty="0" err="1"/>
              <a:t>ender</a:t>
            </a:r>
            <a:r>
              <a:rPr lang="pt-BR" sz="2000" dirty="0"/>
              <a:t>-&gt;</a:t>
            </a:r>
            <a:r>
              <a:rPr lang="pt-BR" sz="2000" dirty="0" err="1"/>
              <a:t>prox</a:t>
            </a:r>
            <a:r>
              <a:rPr lang="pt-BR" sz="20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33424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Contar número de elementos da pilha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2758B60-64FB-2C36-CCC6-368476A14A0F}"/>
              </a:ext>
            </a:extLst>
          </p:cNvPr>
          <p:cNvGrpSpPr/>
          <p:nvPr/>
        </p:nvGrpSpPr>
        <p:grpSpPr>
          <a:xfrm>
            <a:off x="2768343" y="2349113"/>
            <a:ext cx="8601750" cy="1858178"/>
            <a:chOff x="2768343" y="2349113"/>
            <a:chExt cx="8601750" cy="1858178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43246531-CAE6-62BE-F952-F938870A2ECD}"/>
                </a:ext>
              </a:extLst>
            </p:cNvPr>
            <p:cNvSpPr/>
            <p:nvPr/>
          </p:nvSpPr>
          <p:spPr>
            <a:xfrm>
              <a:off x="4349659" y="2826957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pt-BR" sz="1100" dirty="0">
                <a:cs typeface="Arial"/>
              </a:endParaRPr>
            </a:p>
          </p:txBody>
        </p:sp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EF8F9173-242F-66C3-8F10-ED112A9918ED}"/>
                </a:ext>
              </a:extLst>
            </p:cNvPr>
            <p:cNvCxnSpPr/>
            <p:nvPr/>
          </p:nvCxnSpPr>
          <p:spPr>
            <a:xfrm>
              <a:off x="4381497" y="3289217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AEBF49E-870C-B8B8-FCC7-D9B6B42ABC77}"/>
                </a:ext>
              </a:extLst>
            </p:cNvPr>
            <p:cNvSpPr/>
            <p:nvPr/>
          </p:nvSpPr>
          <p:spPr>
            <a:xfrm>
              <a:off x="6780004" y="2826956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2CC19F6-A8C9-B810-8890-565D24A7065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842" y="3289216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A6FBFC16-110C-B4BB-569D-7B066875A181}"/>
                </a:ext>
              </a:extLst>
            </p:cNvPr>
            <p:cNvGrpSpPr/>
            <p:nvPr/>
          </p:nvGrpSpPr>
          <p:grpSpPr>
            <a:xfrm>
              <a:off x="9231576" y="2826956"/>
              <a:ext cx="1464575" cy="893357"/>
              <a:chOff x="4073236" y="2189018"/>
              <a:chExt cx="1911927" cy="1191490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61258AB-7E29-A140-0DE9-7BD5DA06DA6C}"/>
                  </a:ext>
                </a:extLst>
              </p:cNvPr>
              <p:cNvSpPr/>
              <p:nvPr/>
            </p:nvSpPr>
            <p:spPr>
              <a:xfrm>
                <a:off x="4073236" y="2189018"/>
                <a:ext cx="1911927" cy="11914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9BC394BF-57A8-A1A9-A792-13BBC94C4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799" y="2805545"/>
                <a:ext cx="1856510" cy="0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2C4EBF6-E2F3-D8C1-C30A-BE8589AB1BE6}"/>
                </a:ext>
              </a:extLst>
            </p:cNvPr>
            <p:cNvSpPr/>
            <p:nvPr/>
          </p:nvSpPr>
          <p:spPr>
            <a:xfrm>
              <a:off x="2768343" y="3078959"/>
              <a:ext cx="1178027" cy="509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cs typeface="Arial"/>
                </a:rPr>
                <a:t>2010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9787DB7-9E14-3456-C7AE-81ADDA568540}"/>
                </a:ext>
              </a:extLst>
            </p:cNvPr>
            <p:cNvSpPr txBox="1"/>
            <p:nvPr/>
          </p:nvSpPr>
          <p:spPr>
            <a:xfrm>
              <a:off x="2768343" y="264286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TOPO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4B3E9E88-1446-71BD-4D4E-C405547CB490}"/>
                </a:ext>
              </a:extLst>
            </p:cNvPr>
            <p:cNvSpPr txBox="1"/>
            <p:nvPr/>
          </p:nvSpPr>
          <p:spPr>
            <a:xfrm>
              <a:off x="4349659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2010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6838E966-F77B-96E4-ABEB-9272DB24153C}"/>
                </a:ext>
              </a:extLst>
            </p:cNvPr>
            <p:cNvSpPr txBox="1"/>
            <p:nvPr/>
          </p:nvSpPr>
          <p:spPr>
            <a:xfrm>
              <a:off x="6780004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B44FB0D-DC9D-998A-80ED-9296BFF2D368}"/>
                </a:ext>
              </a:extLst>
            </p:cNvPr>
            <p:cNvSpPr txBox="1"/>
            <p:nvPr/>
          </p:nvSpPr>
          <p:spPr>
            <a:xfrm>
              <a:off x="9305867" y="234911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FF02DF42-FBFD-B3D5-A59B-6E53CFDEBEC8}"/>
                </a:ext>
              </a:extLst>
            </p:cNvPr>
            <p:cNvSpPr txBox="1"/>
            <p:nvPr/>
          </p:nvSpPr>
          <p:spPr>
            <a:xfrm>
              <a:off x="446640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1C1AA82-9876-2DA9-02AF-D1578871AAF5}"/>
                </a:ext>
              </a:extLst>
            </p:cNvPr>
            <p:cNvSpPr txBox="1"/>
            <p:nvPr/>
          </p:nvSpPr>
          <p:spPr>
            <a:xfrm>
              <a:off x="683307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DFCF609-6B75-DF2C-CB67-AF60AF7F3C92}"/>
                </a:ext>
              </a:extLst>
            </p:cNvPr>
            <p:cNvSpPr txBox="1"/>
            <p:nvPr/>
          </p:nvSpPr>
          <p:spPr>
            <a:xfrm>
              <a:off x="9369544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NULL</a:t>
              </a:r>
            </a:p>
          </p:txBody>
        </p: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95B87786-4C79-9264-F260-C46C868A36B7}"/>
                </a:ext>
              </a:extLst>
            </p:cNvPr>
            <p:cNvCxnSpPr/>
            <p:nvPr/>
          </p:nvCxnSpPr>
          <p:spPr>
            <a:xfrm>
              <a:off x="3945709" y="3382059"/>
              <a:ext cx="435128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E867567-C94A-4853-AA29-C2FAA8F48AE8}"/>
                </a:ext>
              </a:extLst>
            </p:cNvPr>
            <p:cNvCxnSpPr>
              <a:cxnSpLocks/>
            </p:cNvCxnSpPr>
            <p:nvPr/>
          </p:nvCxnSpPr>
          <p:spPr>
            <a:xfrm>
              <a:off x="5813573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209BA301-88CF-8D1C-D1FA-198775415AFB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18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3CCA1E21-0FB0-653B-9FA6-173DF0806804}"/>
                </a:ext>
              </a:extLst>
            </p:cNvPr>
            <p:cNvCxnSpPr/>
            <p:nvPr/>
          </p:nvCxnSpPr>
          <p:spPr>
            <a:xfrm>
              <a:off x="10698805" y="3515014"/>
              <a:ext cx="477580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CDD8E3A-C125-540B-AEC5-3980C910ED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383" y="3499572"/>
              <a:ext cx="2" cy="498618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56967B37-336F-95B0-C0E8-E7583B6A96AD}"/>
                </a:ext>
              </a:extLst>
            </p:cNvPr>
            <p:cNvSpPr txBox="1"/>
            <p:nvPr/>
          </p:nvSpPr>
          <p:spPr>
            <a:xfrm>
              <a:off x="4706289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8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F80E1CE4-7791-FF9E-D041-81022B377D99}"/>
                </a:ext>
              </a:extLst>
            </p:cNvPr>
            <p:cNvSpPr txBox="1"/>
            <p:nvPr/>
          </p:nvSpPr>
          <p:spPr>
            <a:xfrm>
              <a:off x="7147511" y="288813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88C6D902-3934-231F-EE85-89716739D0A3}"/>
                </a:ext>
              </a:extLst>
            </p:cNvPr>
            <p:cNvSpPr txBox="1"/>
            <p:nvPr/>
          </p:nvSpPr>
          <p:spPr>
            <a:xfrm>
              <a:off x="9645177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50</a:t>
              </a:r>
            </a:p>
          </p:txBody>
        </p: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271AFFA8-577B-7701-506A-8D4D34C1F0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2164" y="4066179"/>
              <a:ext cx="387929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418E17FF-50E1-EDFF-506D-6EB063656FEF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719" y="4207291"/>
              <a:ext cx="303263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271A4886-46C4-F74D-E32B-C72E143BAA37}"/>
              </a:ext>
            </a:extLst>
          </p:cNvPr>
          <p:cNvSpPr/>
          <p:nvPr/>
        </p:nvSpPr>
        <p:spPr>
          <a:xfrm>
            <a:off x="10004521" y="4628359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NULL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E974ADE-9FD1-4DA6-A466-7C79D771373C}"/>
              </a:ext>
            </a:extLst>
          </p:cNvPr>
          <p:cNvCxnSpPr/>
          <p:nvPr/>
        </p:nvCxnSpPr>
        <p:spPr>
          <a:xfrm flipV="1">
            <a:off x="10546886" y="3798846"/>
            <a:ext cx="350461" cy="82216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A7DE75-2390-4889-B5A8-22517037662F}"/>
              </a:ext>
            </a:extLst>
          </p:cNvPr>
          <p:cNvSpPr txBox="1"/>
          <p:nvPr/>
        </p:nvSpPr>
        <p:spPr>
          <a:xfrm>
            <a:off x="9581188" y="4192260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ender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3B9CE14-3828-4F09-2418-4C42004939F3}"/>
              </a:ext>
            </a:extLst>
          </p:cNvPr>
          <p:cNvSpPr txBox="1"/>
          <p:nvPr/>
        </p:nvSpPr>
        <p:spPr>
          <a:xfrm>
            <a:off x="3245299" y="5800927"/>
            <a:ext cx="284616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tam</a:t>
            </a:r>
            <a:r>
              <a:rPr lang="pt-BR" sz="2000" dirty="0"/>
              <a:t>++</a:t>
            </a:r>
          </a:p>
          <a:p>
            <a:r>
              <a:rPr lang="pt-BR" sz="2000" dirty="0" err="1"/>
              <a:t>ender</a:t>
            </a:r>
            <a:r>
              <a:rPr lang="pt-BR" sz="2000" dirty="0"/>
              <a:t> = </a:t>
            </a:r>
            <a:r>
              <a:rPr lang="pt-BR" sz="2000" dirty="0" err="1"/>
              <a:t>ender</a:t>
            </a:r>
            <a:r>
              <a:rPr lang="pt-BR" sz="2000" dirty="0"/>
              <a:t>-&gt;</a:t>
            </a:r>
            <a:r>
              <a:rPr lang="pt-BR" sz="2000" dirty="0" err="1"/>
              <a:t>prox</a:t>
            </a:r>
            <a:r>
              <a:rPr lang="pt-BR" sz="20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83122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Verificar se a pilha está vazia</a:t>
            </a: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Por que não usar a função tamanho para verificar se a pilha está vazia? (Se existirem muitos elementos, perderemos tempo com a função percorrendo toda a pilha).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Verificar se topo é igual a NULL é muito mais fácil ;)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 err="1"/>
              <a:t>bool</a:t>
            </a:r>
            <a:r>
              <a:rPr lang="pt-BR" dirty="0"/>
              <a:t> </a:t>
            </a:r>
            <a:r>
              <a:rPr lang="pt-BR" dirty="0" err="1"/>
              <a:t>estaVazia</a:t>
            </a:r>
            <a:r>
              <a:rPr lang="pt-BR" dirty="0"/>
              <a:t>(PILHA *p){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    </a:t>
            </a:r>
            <a:r>
              <a:rPr lang="pt-BR" dirty="0" err="1"/>
              <a:t>if</a:t>
            </a:r>
            <a:r>
              <a:rPr lang="pt-BR" dirty="0"/>
              <a:t> (p-&gt;topo == NULL)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true</a:t>
            </a:r>
            <a:r>
              <a:rPr lang="pt-BR" dirty="0"/>
              <a:t>;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    </a:t>
            </a:r>
            <a:r>
              <a:rPr lang="pt-BR" dirty="0" err="1"/>
              <a:t>return</a:t>
            </a:r>
            <a:r>
              <a:rPr lang="pt-BR" dirty="0"/>
              <a:t> false;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}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Listar pilha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3300" dirty="0"/>
              <a:t>Para listar os elementos da pilha precisaremos percorrer os elementos do topo para baixo.</a:t>
            </a:r>
            <a:endParaRPr sz="33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listarPilha</a:t>
            </a:r>
            <a:r>
              <a:rPr lang="pt-BR" dirty="0"/>
              <a:t>(PILHA *p){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dirty="0"/>
              <a:t>    PONT </a:t>
            </a:r>
            <a:r>
              <a:rPr lang="pt-BR" dirty="0" err="1"/>
              <a:t>ender</a:t>
            </a:r>
            <a:r>
              <a:rPr lang="pt-BR" dirty="0"/>
              <a:t> = p-&gt;topo;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dirty="0"/>
              <a:t>    </a:t>
            </a:r>
            <a:r>
              <a:rPr lang="pt-BR" dirty="0" err="1"/>
              <a:t>printf</a:t>
            </a:r>
            <a:r>
              <a:rPr lang="pt-BR" dirty="0"/>
              <a:t>("Pilha [ ");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dirty="0"/>
              <a:t>    </a:t>
            </a:r>
            <a:r>
              <a:rPr lang="pt-BR" dirty="0" err="1"/>
              <a:t>while</a:t>
            </a:r>
            <a:r>
              <a:rPr lang="pt-BR" dirty="0"/>
              <a:t> (</a:t>
            </a:r>
            <a:r>
              <a:rPr lang="pt-BR" dirty="0" err="1"/>
              <a:t>ender</a:t>
            </a:r>
            <a:r>
              <a:rPr lang="pt-BR" dirty="0"/>
              <a:t> != NULL) {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dirty="0"/>
              <a:t>          </a:t>
            </a:r>
            <a:r>
              <a:rPr lang="pt-BR" dirty="0" err="1"/>
              <a:t>printf</a:t>
            </a:r>
            <a:r>
              <a:rPr lang="pt-BR" dirty="0"/>
              <a:t>("%i ", </a:t>
            </a:r>
            <a:r>
              <a:rPr lang="pt-BR" dirty="0" err="1"/>
              <a:t>ender</a:t>
            </a:r>
            <a:r>
              <a:rPr lang="pt-BR" dirty="0"/>
              <a:t>-&gt; </a:t>
            </a:r>
            <a:r>
              <a:rPr lang="pt-BR" dirty="0" err="1"/>
              <a:t>reg.chave</a:t>
            </a:r>
            <a:r>
              <a:rPr lang="pt-BR" dirty="0"/>
              <a:t>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dirty="0"/>
              <a:t>          </a:t>
            </a:r>
            <a:r>
              <a:rPr lang="pt-BR" dirty="0" err="1"/>
              <a:t>ender</a:t>
            </a:r>
            <a:r>
              <a:rPr lang="pt-BR" dirty="0"/>
              <a:t> = </a:t>
            </a:r>
            <a:r>
              <a:rPr lang="pt-BR" dirty="0" err="1"/>
              <a:t>ender</a:t>
            </a:r>
            <a:r>
              <a:rPr lang="pt-BR" dirty="0"/>
              <a:t>-&gt;</a:t>
            </a:r>
            <a:r>
              <a:rPr lang="pt-BR" dirty="0" err="1"/>
              <a:t>prox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dirty="0"/>
              <a:t>    }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dirty="0"/>
              <a:t>    </a:t>
            </a:r>
            <a:r>
              <a:rPr lang="pt-BR" dirty="0" err="1"/>
              <a:t>printf</a:t>
            </a:r>
            <a:r>
              <a:rPr lang="pt-BR" dirty="0"/>
              <a:t>(")\n");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dirty="0"/>
              <a:t>}</a:t>
            </a:r>
            <a:br>
              <a:rPr lang="pt-BR" dirty="0"/>
            </a:br>
            <a:endParaRPr/>
          </a:p>
          <a:p>
            <a:pPr marL="228600" lvl="0" indent="-774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Inserção de um elemento (push)</a:t>
            </a:r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O usuário passa como parâmetro um registro a ser inserido na pilha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O elemento é inserido no topo da pilha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O novo elemento irá apontar para o elemento que antes estava no topo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Inserção de um elemento (push)</a:t>
            </a: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bool pushElemPilha (PILHA *p, REGISTRO reg)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PONT novo = (PONT) malloc(sizeof(ELEMENTO));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novo-&gt;reg = reg;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novo-&gt;prox = p-&gt;topo;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p-&gt;topo = novo;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return true;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}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Inserção de um elemento (push)</a:t>
            </a:r>
            <a:endParaRPr/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2758B60-64FB-2C36-CCC6-368476A14A0F}"/>
              </a:ext>
            </a:extLst>
          </p:cNvPr>
          <p:cNvGrpSpPr/>
          <p:nvPr/>
        </p:nvGrpSpPr>
        <p:grpSpPr>
          <a:xfrm>
            <a:off x="2768343" y="2349113"/>
            <a:ext cx="8601750" cy="1858178"/>
            <a:chOff x="2768343" y="2349113"/>
            <a:chExt cx="8601750" cy="1858178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43246531-CAE6-62BE-F952-F938870A2ECD}"/>
                </a:ext>
              </a:extLst>
            </p:cNvPr>
            <p:cNvSpPr/>
            <p:nvPr/>
          </p:nvSpPr>
          <p:spPr>
            <a:xfrm>
              <a:off x="4349659" y="2826957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pt-BR" sz="1100" dirty="0">
                <a:cs typeface="Arial"/>
              </a:endParaRPr>
            </a:p>
          </p:txBody>
        </p:sp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EF8F9173-242F-66C3-8F10-ED112A9918ED}"/>
                </a:ext>
              </a:extLst>
            </p:cNvPr>
            <p:cNvCxnSpPr/>
            <p:nvPr/>
          </p:nvCxnSpPr>
          <p:spPr>
            <a:xfrm>
              <a:off x="4381497" y="3289217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AEBF49E-870C-B8B8-FCC7-D9B6B42ABC77}"/>
                </a:ext>
              </a:extLst>
            </p:cNvPr>
            <p:cNvSpPr/>
            <p:nvPr/>
          </p:nvSpPr>
          <p:spPr>
            <a:xfrm>
              <a:off x="6780004" y="2826956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2CC19F6-A8C9-B810-8890-565D24A7065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842" y="3289216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A6FBFC16-110C-B4BB-569D-7B066875A181}"/>
                </a:ext>
              </a:extLst>
            </p:cNvPr>
            <p:cNvGrpSpPr/>
            <p:nvPr/>
          </p:nvGrpSpPr>
          <p:grpSpPr>
            <a:xfrm>
              <a:off x="9231576" y="2826956"/>
              <a:ext cx="1464575" cy="893357"/>
              <a:chOff x="4073236" y="2189018"/>
              <a:chExt cx="1911927" cy="1191490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61258AB-7E29-A140-0DE9-7BD5DA06DA6C}"/>
                  </a:ext>
                </a:extLst>
              </p:cNvPr>
              <p:cNvSpPr/>
              <p:nvPr/>
            </p:nvSpPr>
            <p:spPr>
              <a:xfrm>
                <a:off x="4073236" y="2189018"/>
                <a:ext cx="1911927" cy="11914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9BC394BF-57A8-A1A9-A792-13BBC94C4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799" y="2805545"/>
                <a:ext cx="1856510" cy="0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2C4EBF6-E2F3-D8C1-C30A-BE8589AB1BE6}"/>
                </a:ext>
              </a:extLst>
            </p:cNvPr>
            <p:cNvSpPr/>
            <p:nvPr/>
          </p:nvSpPr>
          <p:spPr>
            <a:xfrm>
              <a:off x="2768343" y="3078959"/>
              <a:ext cx="1178027" cy="509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cs typeface="Arial"/>
                </a:rPr>
                <a:t>2010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9787DB7-9E14-3456-C7AE-81ADDA568540}"/>
                </a:ext>
              </a:extLst>
            </p:cNvPr>
            <p:cNvSpPr txBox="1"/>
            <p:nvPr/>
          </p:nvSpPr>
          <p:spPr>
            <a:xfrm>
              <a:off x="2768343" y="264286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TOPO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4B3E9E88-1446-71BD-4D4E-C405547CB490}"/>
                </a:ext>
              </a:extLst>
            </p:cNvPr>
            <p:cNvSpPr txBox="1"/>
            <p:nvPr/>
          </p:nvSpPr>
          <p:spPr>
            <a:xfrm>
              <a:off x="4349659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2010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6838E966-F77B-96E4-ABEB-9272DB24153C}"/>
                </a:ext>
              </a:extLst>
            </p:cNvPr>
            <p:cNvSpPr txBox="1"/>
            <p:nvPr/>
          </p:nvSpPr>
          <p:spPr>
            <a:xfrm>
              <a:off x="6780004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B44FB0D-DC9D-998A-80ED-9296BFF2D368}"/>
                </a:ext>
              </a:extLst>
            </p:cNvPr>
            <p:cNvSpPr txBox="1"/>
            <p:nvPr/>
          </p:nvSpPr>
          <p:spPr>
            <a:xfrm>
              <a:off x="9305867" y="234911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FF02DF42-FBFD-B3D5-A59B-6E53CFDEBEC8}"/>
                </a:ext>
              </a:extLst>
            </p:cNvPr>
            <p:cNvSpPr txBox="1"/>
            <p:nvPr/>
          </p:nvSpPr>
          <p:spPr>
            <a:xfrm>
              <a:off x="446640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1C1AA82-9876-2DA9-02AF-D1578871AAF5}"/>
                </a:ext>
              </a:extLst>
            </p:cNvPr>
            <p:cNvSpPr txBox="1"/>
            <p:nvPr/>
          </p:nvSpPr>
          <p:spPr>
            <a:xfrm>
              <a:off x="683307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DFCF609-6B75-DF2C-CB67-AF60AF7F3C92}"/>
                </a:ext>
              </a:extLst>
            </p:cNvPr>
            <p:cNvSpPr txBox="1"/>
            <p:nvPr/>
          </p:nvSpPr>
          <p:spPr>
            <a:xfrm>
              <a:off x="9369544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NULL</a:t>
              </a:r>
            </a:p>
          </p:txBody>
        </p: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95B87786-4C79-9264-F260-C46C868A36B7}"/>
                </a:ext>
              </a:extLst>
            </p:cNvPr>
            <p:cNvCxnSpPr/>
            <p:nvPr/>
          </p:nvCxnSpPr>
          <p:spPr>
            <a:xfrm>
              <a:off x="3945709" y="3382059"/>
              <a:ext cx="435128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E867567-C94A-4853-AA29-C2FAA8F48AE8}"/>
                </a:ext>
              </a:extLst>
            </p:cNvPr>
            <p:cNvCxnSpPr>
              <a:cxnSpLocks/>
            </p:cNvCxnSpPr>
            <p:nvPr/>
          </p:nvCxnSpPr>
          <p:spPr>
            <a:xfrm>
              <a:off x="5813573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209BA301-88CF-8D1C-D1FA-198775415AFB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18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3CCA1E21-0FB0-653B-9FA6-173DF0806804}"/>
                </a:ext>
              </a:extLst>
            </p:cNvPr>
            <p:cNvCxnSpPr/>
            <p:nvPr/>
          </p:nvCxnSpPr>
          <p:spPr>
            <a:xfrm>
              <a:off x="10698805" y="3515014"/>
              <a:ext cx="477580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CDD8E3A-C125-540B-AEC5-3980C910ED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383" y="3499572"/>
              <a:ext cx="2" cy="498618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56967B37-336F-95B0-C0E8-E7583B6A96AD}"/>
                </a:ext>
              </a:extLst>
            </p:cNvPr>
            <p:cNvSpPr txBox="1"/>
            <p:nvPr/>
          </p:nvSpPr>
          <p:spPr>
            <a:xfrm>
              <a:off x="4706289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8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F80E1CE4-7791-FF9E-D041-81022B377D99}"/>
                </a:ext>
              </a:extLst>
            </p:cNvPr>
            <p:cNvSpPr txBox="1"/>
            <p:nvPr/>
          </p:nvSpPr>
          <p:spPr>
            <a:xfrm>
              <a:off x="7147511" y="288813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88C6D902-3934-231F-EE85-89716739D0A3}"/>
                </a:ext>
              </a:extLst>
            </p:cNvPr>
            <p:cNvSpPr txBox="1"/>
            <p:nvPr/>
          </p:nvSpPr>
          <p:spPr>
            <a:xfrm>
              <a:off x="9645177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50</a:t>
              </a:r>
            </a:p>
          </p:txBody>
        </p: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271AFFA8-577B-7701-506A-8D4D34C1F0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2164" y="4066179"/>
              <a:ext cx="387929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418E17FF-50E1-EDFF-506D-6EB063656FEF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719" y="4207291"/>
              <a:ext cx="303263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4116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Inserção de um elemento (push)</a:t>
            </a:r>
            <a:endParaRPr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3246531-CAE6-62BE-F952-F938870A2ECD}"/>
              </a:ext>
            </a:extLst>
          </p:cNvPr>
          <p:cNvSpPr/>
          <p:nvPr/>
        </p:nvSpPr>
        <p:spPr>
          <a:xfrm>
            <a:off x="4349659" y="2826957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100" dirty="0">
              <a:cs typeface="Arial"/>
            </a:endParaRP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F8F9173-242F-66C3-8F10-ED112A9918ED}"/>
              </a:ext>
            </a:extLst>
          </p:cNvPr>
          <p:cNvCxnSpPr/>
          <p:nvPr/>
        </p:nvCxnSpPr>
        <p:spPr>
          <a:xfrm>
            <a:off x="4381497" y="3289217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4AEBF49E-870C-B8B8-FCC7-D9B6B42ABC77}"/>
              </a:ext>
            </a:extLst>
          </p:cNvPr>
          <p:cNvSpPr/>
          <p:nvPr/>
        </p:nvSpPr>
        <p:spPr>
          <a:xfrm>
            <a:off x="6780004" y="2826956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2CC19F6-A8C9-B810-8890-565D24A70653}"/>
              </a:ext>
            </a:extLst>
          </p:cNvPr>
          <p:cNvCxnSpPr>
            <a:cxnSpLocks/>
          </p:cNvCxnSpPr>
          <p:nvPr/>
        </p:nvCxnSpPr>
        <p:spPr>
          <a:xfrm>
            <a:off x="6811842" y="3289216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6FBFC16-110C-B4BB-569D-7B066875A181}"/>
              </a:ext>
            </a:extLst>
          </p:cNvPr>
          <p:cNvGrpSpPr/>
          <p:nvPr/>
        </p:nvGrpSpPr>
        <p:grpSpPr>
          <a:xfrm>
            <a:off x="9231576" y="2826956"/>
            <a:ext cx="1464575" cy="893357"/>
            <a:chOff x="4073236" y="2189018"/>
            <a:chExt cx="1911927" cy="119149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561258AB-7E29-A140-0DE9-7BD5DA06DA6C}"/>
                </a:ext>
              </a:extLst>
            </p:cNvPr>
            <p:cNvSpPr/>
            <p:nvPr/>
          </p:nvSpPr>
          <p:spPr>
            <a:xfrm>
              <a:off x="4073236" y="2189018"/>
              <a:ext cx="1911927" cy="11914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9BC394BF-57A8-A1A9-A792-13BBC94C4D6D}"/>
                </a:ext>
              </a:extLst>
            </p:cNvPr>
            <p:cNvCxnSpPr>
              <a:cxnSpLocks/>
            </p:cNvCxnSpPr>
            <p:nvPr/>
          </p:nvCxnSpPr>
          <p:spPr>
            <a:xfrm>
              <a:off x="4114799" y="2805545"/>
              <a:ext cx="1856510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42C4EBF6-E2F3-D8C1-C30A-BE8589AB1BE6}"/>
              </a:ext>
            </a:extLst>
          </p:cNvPr>
          <p:cNvSpPr/>
          <p:nvPr/>
        </p:nvSpPr>
        <p:spPr>
          <a:xfrm>
            <a:off x="2768343" y="3078959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>
                <a:cs typeface="Arial"/>
              </a:rPr>
              <a:t>2010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9787DB7-9E14-3456-C7AE-81ADDA568540}"/>
              </a:ext>
            </a:extLst>
          </p:cNvPr>
          <p:cNvSpPr txBox="1"/>
          <p:nvPr/>
        </p:nvSpPr>
        <p:spPr>
          <a:xfrm>
            <a:off x="2768343" y="2642860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TOPO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B3E9E88-1446-71BD-4D4E-C405547CB490}"/>
              </a:ext>
            </a:extLst>
          </p:cNvPr>
          <p:cNvSpPr txBox="1"/>
          <p:nvPr/>
        </p:nvSpPr>
        <p:spPr>
          <a:xfrm>
            <a:off x="4349659" y="234911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2010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838E966-F77B-96E4-ABEB-9272DB24153C}"/>
              </a:ext>
            </a:extLst>
          </p:cNvPr>
          <p:cNvSpPr txBox="1"/>
          <p:nvPr/>
        </p:nvSpPr>
        <p:spPr>
          <a:xfrm>
            <a:off x="6780004" y="234911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2050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B44FB0D-DC9D-998A-80ED-9296BFF2D368}"/>
              </a:ext>
            </a:extLst>
          </p:cNvPr>
          <p:cNvSpPr txBox="1"/>
          <p:nvPr/>
        </p:nvSpPr>
        <p:spPr>
          <a:xfrm>
            <a:off x="9305867" y="234911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2310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F02DF42-FBFD-B3D5-A59B-6E53CFDEBEC8}"/>
              </a:ext>
            </a:extLst>
          </p:cNvPr>
          <p:cNvSpPr txBox="1"/>
          <p:nvPr/>
        </p:nvSpPr>
        <p:spPr>
          <a:xfrm>
            <a:off x="4466400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2050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1C1AA82-9876-2DA9-02AF-D1578871AAF5}"/>
              </a:ext>
            </a:extLst>
          </p:cNvPr>
          <p:cNvSpPr txBox="1"/>
          <p:nvPr/>
        </p:nvSpPr>
        <p:spPr>
          <a:xfrm>
            <a:off x="6833070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2310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DFCF609-6B75-DF2C-CB67-AF60AF7F3C92}"/>
              </a:ext>
            </a:extLst>
          </p:cNvPr>
          <p:cNvSpPr txBox="1"/>
          <p:nvPr/>
        </p:nvSpPr>
        <p:spPr>
          <a:xfrm>
            <a:off x="9369544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NULL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5B87786-4C79-9264-F260-C46C868A36B7}"/>
              </a:ext>
            </a:extLst>
          </p:cNvPr>
          <p:cNvCxnSpPr/>
          <p:nvPr/>
        </p:nvCxnSpPr>
        <p:spPr>
          <a:xfrm>
            <a:off x="3945709" y="3382059"/>
            <a:ext cx="435128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1E867567-C94A-4853-AA29-C2FAA8F48AE8}"/>
              </a:ext>
            </a:extLst>
          </p:cNvPr>
          <p:cNvCxnSpPr>
            <a:cxnSpLocks/>
          </p:cNvCxnSpPr>
          <p:nvPr/>
        </p:nvCxnSpPr>
        <p:spPr>
          <a:xfrm>
            <a:off x="5813573" y="3496325"/>
            <a:ext cx="965771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09BA301-88CF-8D1C-D1FA-198775415AFB}"/>
              </a:ext>
            </a:extLst>
          </p:cNvPr>
          <p:cNvCxnSpPr>
            <a:cxnSpLocks/>
          </p:cNvCxnSpPr>
          <p:nvPr/>
        </p:nvCxnSpPr>
        <p:spPr>
          <a:xfrm>
            <a:off x="8243918" y="3496325"/>
            <a:ext cx="965771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3CCA1E21-0FB0-653B-9FA6-173DF0806804}"/>
              </a:ext>
            </a:extLst>
          </p:cNvPr>
          <p:cNvCxnSpPr/>
          <p:nvPr/>
        </p:nvCxnSpPr>
        <p:spPr>
          <a:xfrm>
            <a:off x="10698805" y="3515014"/>
            <a:ext cx="477580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9CDD8E3A-C125-540B-AEC5-3980C910EDDC}"/>
              </a:ext>
            </a:extLst>
          </p:cNvPr>
          <p:cNvCxnSpPr>
            <a:cxnSpLocks/>
          </p:cNvCxnSpPr>
          <p:nvPr/>
        </p:nvCxnSpPr>
        <p:spPr>
          <a:xfrm>
            <a:off x="11176383" y="3499572"/>
            <a:ext cx="2" cy="498618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6967B37-336F-95B0-C0E8-E7583B6A96AD}"/>
              </a:ext>
            </a:extLst>
          </p:cNvPr>
          <p:cNvSpPr txBox="1"/>
          <p:nvPr/>
        </p:nvSpPr>
        <p:spPr>
          <a:xfrm>
            <a:off x="4706289" y="2888129"/>
            <a:ext cx="5319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8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80E1CE4-7791-FF9E-D041-81022B377D99}"/>
              </a:ext>
            </a:extLst>
          </p:cNvPr>
          <p:cNvSpPr txBox="1"/>
          <p:nvPr/>
        </p:nvSpPr>
        <p:spPr>
          <a:xfrm>
            <a:off x="7147511" y="2888130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8C6D902-3934-231F-EE85-89716739D0A3}"/>
              </a:ext>
            </a:extLst>
          </p:cNvPr>
          <p:cNvSpPr txBox="1"/>
          <p:nvPr/>
        </p:nvSpPr>
        <p:spPr>
          <a:xfrm>
            <a:off x="9645177" y="2888129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50</a:t>
            </a: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271AFFA8-577B-7701-506A-8D4D34C1F07A}"/>
              </a:ext>
            </a:extLst>
          </p:cNvPr>
          <p:cNvCxnSpPr>
            <a:cxnSpLocks/>
          </p:cNvCxnSpPr>
          <p:nvPr/>
        </p:nvCxnSpPr>
        <p:spPr>
          <a:xfrm>
            <a:off x="10982164" y="4066179"/>
            <a:ext cx="387929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418E17FF-50E1-EDFF-506D-6EB063656FEF}"/>
              </a:ext>
            </a:extLst>
          </p:cNvPr>
          <p:cNvCxnSpPr>
            <a:cxnSpLocks/>
          </p:cNvCxnSpPr>
          <p:nvPr/>
        </p:nvCxnSpPr>
        <p:spPr>
          <a:xfrm>
            <a:off x="11052719" y="4207291"/>
            <a:ext cx="303263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6853DC11-0D52-1144-B78E-E7C64FC8EF10}"/>
              </a:ext>
            </a:extLst>
          </p:cNvPr>
          <p:cNvSpPr/>
          <p:nvPr/>
        </p:nvSpPr>
        <p:spPr>
          <a:xfrm>
            <a:off x="2896214" y="4435624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100" dirty="0">
              <a:cs typeface="Arial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DF145692-EFBE-5832-430F-D4CE12DB2EBF}"/>
              </a:ext>
            </a:extLst>
          </p:cNvPr>
          <p:cNvCxnSpPr>
            <a:cxnSpLocks/>
          </p:cNvCxnSpPr>
          <p:nvPr/>
        </p:nvCxnSpPr>
        <p:spPr>
          <a:xfrm>
            <a:off x="2928052" y="4883772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68BF30-DD85-7EAD-30A8-C544BEB2C087}"/>
              </a:ext>
            </a:extLst>
          </p:cNvPr>
          <p:cNvSpPr txBox="1"/>
          <p:nvPr/>
        </p:nvSpPr>
        <p:spPr>
          <a:xfrm>
            <a:off x="4540956" y="4724400"/>
            <a:ext cx="693419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aseline="30000" dirty="0">
                <a:latin typeface="Calibri"/>
                <a:cs typeface="Calibri"/>
              </a:rPr>
              <a:t>PONT novo = (PONT) malloc(</a:t>
            </a:r>
            <a:r>
              <a:rPr lang="en-US" sz="4000" baseline="30000" err="1">
                <a:latin typeface="Calibri"/>
                <a:cs typeface="Calibri"/>
              </a:rPr>
              <a:t>sizeof</a:t>
            </a:r>
            <a:r>
              <a:rPr lang="en-US" sz="4000" baseline="30000" dirty="0">
                <a:latin typeface="Calibri"/>
                <a:cs typeface="Calibri"/>
              </a:rPr>
              <a:t>(ELEMENTO));</a:t>
            </a:r>
            <a:endParaRPr lang="en-US" sz="4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E0BA211-2E7D-7572-B7E5-4DA7E490E5B2}"/>
              </a:ext>
            </a:extLst>
          </p:cNvPr>
          <p:cNvSpPr txBox="1"/>
          <p:nvPr/>
        </p:nvSpPr>
        <p:spPr>
          <a:xfrm>
            <a:off x="2892919" y="403809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3339</a:t>
            </a:r>
          </a:p>
        </p:txBody>
      </p:sp>
    </p:spTree>
    <p:extLst>
      <p:ext uri="{BB962C8B-B14F-4D97-AF65-F5344CB8AC3E}">
        <p14:creationId xmlns:p14="http://schemas.microsoft.com/office/powerpoint/2010/main" val="3170827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Inserção de um elemento (push)</a:t>
            </a:r>
            <a:endParaRPr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3246531-CAE6-62BE-F952-F938870A2ECD}"/>
              </a:ext>
            </a:extLst>
          </p:cNvPr>
          <p:cNvSpPr/>
          <p:nvPr/>
        </p:nvSpPr>
        <p:spPr>
          <a:xfrm>
            <a:off x="4349659" y="2826957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100" dirty="0">
              <a:cs typeface="Arial"/>
            </a:endParaRP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F8F9173-242F-66C3-8F10-ED112A9918ED}"/>
              </a:ext>
            </a:extLst>
          </p:cNvPr>
          <p:cNvCxnSpPr/>
          <p:nvPr/>
        </p:nvCxnSpPr>
        <p:spPr>
          <a:xfrm>
            <a:off x="4381497" y="3289217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4AEBF49E-870C-B8B8-FCC7-D9B6B42ABC77}"/>
              </a:ext>
            </a:extLst>
          </p:cNvPr>
          <p:cNvSpPr/>
          <p:nvPr/>
        </p:nvSpPr>
        <p:spPr>
          <a:xfrm>
            <a:off x="6780004" y="2826956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2CC19F6-A8C9-B810-8890-565D24A70653}"/>
              </a:ext>
            </a:extLst>
          </p:cNvPr>
          <p:cNvCxnSpPr>
            <a:cxnSpLocks/>
          </p:cNvCxnSpPr>
          <p:nvPr/>
        </p:nvCxnSpPr>
        <p:spPr>
          <a:xfrm>
            <a:off x="6811842" y="3289216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6FBFC16-110C-B4BB-569D-7B066875A181}"/>
              </a:ext>
            </a:extLst>
          </p:cNvPr>
          <p:cNvGrpSpPr/>
          <p:nvPr/>
        </p:nvGrpSpPr>
        <p:grpSpPr>
          <a:xfrm>
            <a:off x="9231576" y="2826956"/>
            <a:ext cx="1464575" cy="893357"/>
            <a:chOff x="4073236" y="2189018"/>
            <a:chExt cx="1911927" cy="119149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561258AB-7E29-A140-0DE9-7BD5DA06DA6C}"/>
                </a:ext>
              </a:extLst>
            </p:cNvPr>
            <p:cNvSpPr/>
            <p:nvPr/>
          </p:nvSpPr>
          <p:spPr>
            <a:xfrm>
              <a:off x="4073236" y="2189018"/>
              <a:ext cx="1911927" cy="11914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9BC394BF-57A8-A1A9-A792-13BBC94C4D6D}"/>
                </a:ext>
              </a:extLst>
            </p:cNvPr>
            <p:cNvCxnSpPr>
              <a:cxnSpLocks/>
            </p:cNvCxnSpPr>
            <p:nvPr/>
          </p:nvCxnSpPr>
          <p:spPr>
            <a:xfrm>
              <a:off x="4114799" y="2805545"/>
              <a:ext cx="1856510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42C4EBF6-E2F3-D8C1-C30A-BE8589AB1BE6}"/>
              </a:ext>
            </a:extLst>
          </p:cNvPr>
          <p:cNvSpPr/>
          <p:nvPr/>
        </p:nvSpPr>
        <p:spPr>
          <a:xfrm>
            <a:off x="2768343" y="3078959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>
                <a:cs typeface="Arial"/>
              </a:rPr>
              <a:t>2010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9787DB7-9E14-3456-C7AE-81ADDA568540}"/>
              </a:ext>
            </a:extLst>
          </p:cNvPr>
          <p:cNvSpPr txBox="1"/>
          <p:nvPr/>
        </p:nvSpPr>
        <p:spPr>
          <a:xfrm>
            <a:off x="2768343" y="2642860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TOPO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B3E9E88-1446-71BD-4D4E-C405547CB490}"/>
              </a:ext>
            </a:extLst>
          </p:cNvPr>
          <p:cNvSpPr txBox="1"/>
          <p:nvPr/>
        </p:nvSpPr>
        <p:spPr>
          <a:xfrm>
            <a:off x="4349659" y="234911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2010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838E966-F77B-96E4-ABEB-9272DB24153C}"/>
              </a:ext>
            </a:extLst>
          </p:cNvPr>
          <p:cNvSpPr txBox="1"/>
          <p:nvPr/>
        </p:nvSpPr>
        <p:spPr>
          <a:xfrm>
            <a:off x="6780004" y="234911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2050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B44FB0D-DC9D-998A-80ED-9296BFF2D368}"/>
              </a:ext>
            </a:extLst>
          </p:cNvPr>
          <p:cNvSpPr txBox="1"/>
          <p:nvPr/>
        </p:nvSpPr>
        <p:spPr>
          <a:xfrm>
            <a:off x="9305867" y="234911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2310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F02DF42-FBFD-B3D5-A59B-6E53CFDEBEC8}"/>
              </a:ext>
            </a:extLst>
          </p:cNvPr>
          <p:cNvSpPr txBox="1"/>
          <p:nvPr/>
        </p:nvSpPr>
        <p:spPr>
          <a:xfrm>
            <a:off x="4466400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2050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1C1AA82-9876-2DA9-02AF-D1578871AAF5}"/>
              </a:ext>
            </a:extLst>
          </p:cNvPr>
          <p:cNvSpPr txBox="1"/>
          <p:nvPr/>
        </p:nvSpPr>
        <p:spPr>
          <a:xfrm>
            <a:off x="6833070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2310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DFCF609-6B75-DF2C-CB67-AF60AF7F3C92}"/>
              </a:ext>
            </a:extLst>
          </p:cNvPr>
          <p:cNvSpPr txBox="1"/>
          <p:nvPr/>
        </p:nvSpPr>
        <p:spPr>
          <a:xfrm>
            <a:off x="9369544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NULL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5B87786-4C79-9264-F260-C46C868A36B7}"/>
              </a:ext>
            </a:extLst>
          </p:cNvPr>
          <p:cNvCxnSpPr/>
          <p:nvPr/>
        </p:nvCxnSpPr>
        <p:spPr>
          <a:xfrm>
            <a:off x="3945709" y="3382059"/>
            <a:ext cx="435128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1E867567-C94A-4853-AA29-C2FAA8F48AE8}"/>
              </a:ext>
            </a:extLst>
          </p:cNvPr>
          <p:cNvCxnSpPr>
            <a:cxnSpLocks/>
          </p:cNvCxnSpPr>
          <p:nvPr/>
        </p:nvCxnSpPr>
        <p:spPr>
          <a:xfrm>
            <a:off x="5813573" y="3496325"/>
            <a:ext cx="965771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09BA301-88CF-8D1C-D1FA-198775415AFB}"/>
              </a:ext>
            </a:extLst>
          </p:cNvPr>
          <p:cNvCxnSpPr>
            <a:cxnSpLocks/>
          </p:cNvCxnSpPr>
          <p:nvPr/>
        </p:nvCxnSpPr>
        <p:spPr>
          <a:xfrm>
            <a:off x="8243918" y="3496325"/>
            <a:ext cx="965771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3CCA1E21-0FB0-653B-9FA6-173DF0806804}"/>
              </a:ext>
            </a:extLst>
          </p:cNvPr>
          <p:cNvCxnSpPr/>
          <p:nvPr/>
        </p:nvCxnSpPr>
        <p:spPr>
          <a:xfrm>
            <a:off x="10698805" y="3515014"/>
            <a:ext cx="477580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9CDD8E3A-C125-540B-AEC5-3980C910EDDC}"/>
              </a:ext>
            </a:extLst>
          </p:cNvPr>
          <p:cNvCxnSpPr>
            <a:cxnSpLocks/>
          </p:cNvCxnSpPr>
          <p:nvPr/>
        </p:nvCxnSpPr>
        <p:spPr>
          <a:xfrm>
            <a:off x="11176383" y="3499572"/>
            <a:ext cx="2" cy="498618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6967B37-336F-95B0-C0E8-E7583B6A96AD}"/>
              </a:ext>
            </a:extLst>
          </p:cNvPr>
          <p:cNvSpPr txBox="1"/>
          <p:nvPr/>
        </p:nvSpPr>
        <p:spPr>
          <a:xfrm>
            <a:off x="4706289" y="2888129"/>
            <a:ext cx="5319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8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80E1CE4-7791-FF9E-D041-81022B377D99}"/>
              </a:ext>
            </a:extLst>
          </p:cNvPr>
          <p:cNvSpPr txBox="1"/>
          <p:nvPr/>
        </p:nvSpPr>
        <p:spPr>
          <a:xfrm>
            <a:off x="7147511" y="2888130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8C6D902-3934-231F-EE85-89716739D0A3}"/>
              </a:ext>
            </a:extLst>
          </p:cNvPr>
          <p:cNvSpPr txBox="1"/>
          <p:nvPr/>
        </p:nvSpPr>
        <p:spPr>
          <a:xfrm>
            <a:off x="9645177" y="2888129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50</a:t>
            </a: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271AFFA8-577B-7701-506A-8D4D34C1F07A}"/>
              </a:ext>
            </a:extLst>
          </p:cNvPr>
          <p:cNvCxnSpPr>
            <a:cxnSpLocks/>
          </p:cNvCxnSpPr>
          <p:nvPr/>
        </p:nvCxnSpPr>
        <p:spPr>
          <a:xfrm>
            <a:off x="10982164" y="4066179"/>
            <a:ext cx="387929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418E17FF-50E1-EDFF-506D-6EB063656FEF}"/>
              </a:ext>
            </a:extLst>
          </p:cNvPr>
          <p:cNvCxnSpPr>
            <a:cxnSpLocks/>
          </p:cNvCxnSpPr>
          <p:nvPr/>
        </p:nvCxnSpPr>
        <p:spPr>
          <a:xfrm>
            <a:off x="11052719" y="4207291"/>
            <a:ext cx="303263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6853DC11-0D52-1144-B78E-E7C64FC8EF10}"/>
              </a:ext>
            </a:extLst>
          </p:cNvPr>
          <p:cNvSpPr/>
          <p:nvPr/>
        </p:nvSpPr>
        <p:spPr>
          <a:xfrm>
            <a:off x="2896214" y="4435624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100" dirty="0">
              <a:cs typeface="Arial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DF145692-EFBE-5832-430F-D4CE12DB2EBF}"/>
              </a:ext>
            </a:extLst>
          </p:cNvPr>
          <p:cNvCxnSpPr>
            <a:cxnSpLocks/>
          </p:cNvCxnSpPr>
          <p:nvPr/>
        </p:nvCxnSpPr>
        <p:spPr>
          <a:xfrm>
            <a:off x="2928052" y="4883772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68BF30-DD85-7EAD-30A8-C544BEB2C087}"/>
              </a:ext>
            </a:extLst>
          </p:cNvPr>
          <p:cNvSpPr txBox="1"/>
          <p:nvPr/>
        </p:nvSpPr>
        <p:spPr>
          <a:xfrm>
            <a:off x="4540956" y="4724400"/>
            <a:ext cx="6934199" cy="502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aseline="30000" dirty="0">
                <a:latin typeface="Calibri"/>
                <a:cs typeface="Calibri"/>
              </a:rPr>
              <a:t>novo-&gt;reg = reg;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C052225-A372-8B51-5C0E-4AE7B9BCEF5D}"/>
              </a:ext>
            </a:extLst>
          </p:cNvPr>
          <p:cNvSpPr txBox="1"/>
          <p:nvPr/>
        </p:nvSpPr>
        <p:spPr>
          <a:xfrm>
            <a:off x="3263103" y="4479891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1DE6727-920D-B8F9-CA65-D51CEC6CC078}"/>
              </a:ext>
            </a:extLst>
          </p:cNvPr>
          <p:cNvSpPr txBox="1"/>
          <p:nvPr/>
        </p:nvSpPr>
        <p:spPr>
          <a:xfrm>
            <a:off x="2892919" y="403809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3339</a:t>
            </a:r>
          </a:p>
        </p:txBody>
      </p:sp>
    </p:spTree>
    <p:extLst>
      <p:ext uri="{BB962C8B-B14F-4D97-AF65-F5344CB8AC3E}">
        <p14:creationId xmlns:p14="http://schemas.microsoft.com/office/powerpoint/2010/main" val="2774971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Inserção de um elemento (push)</a:t>
            </a:r>
            <a:endParaRPr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3246531-CAE6-62BE-F952-F938870A2ECD}"/>
              </a:ext>
            </a:extLst>
          </p:cNvPr>
          <p:cNvSpPr/>
          <p:nvPr/>
        </p:nvSpPr>
        <p:spPr>
          <a:xfrm>
            <a:off x="4349659" y="2826957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100" dirty="0">
              <a:cs typeface="Arial"/>
            </a:endParaRP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F8F9173-242F-66C3-8F10-ED112A9918ED}"/>
              </a:ext>
            </a:extLst>
          </p:cNvPr>
          <p:cNvCxnSpPr/>
          <p:nvPr/>
        </p:nvCxnSpPr>
        <p:spPr>
          <a:xfrm>
            <a:off x="4381497" y="3289217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4AEBF49E-870C-B8B8-FCC7-D9B6B42ABC77}"/>
              </a:ext>
            </a:extLst>
          </p:cNvPr>
          <p:cNvSpPr/>
          <p:nvPr/>
        </p:nvSpPr>
        <p:spPr>
          <a:xfrm>
            <a:off x="6780004" y="2826956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2CC19F6-A8C9-B810-8890-565D24A70653}"/>
              </a:ext>
            </a:extLst>
          </p:cNvPr>
          <p:cNvCxnSpPr>
            <a:cxnSpLocks/>
          </p:cNvCxnSpPr>
          <p:nvPr/>
        </p:nvCxnSpPr>
        <p:spPr>
          <a:xfrm>
            <a:off x="6811842" y="3289216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6FBFC16-110C-B4BB-569D-7B066875A181}"/>
              </a:ext>
            </a:extLst>
          </p:cNvPr>
          <p:cNvGrpSpPr/>
          <p:nvPr/>
        </p:nvGrpSpPr>
        <p:grpSpPr>
          <a:xfrm>
            <a:off x="9231576" y="2826956"/>
            <a:ext cx="1464575" cy="893357"/>
            <a:chOff x="4073236" y="2189018"/>
            <a:chExt cx="1911927" cy="119149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561258AB-7E29-A140-0DE9-7BD5DA06DA6C}"/>
                </a:ext>
              </a:extLst>
            </p:cNvPr>
            <p:cNvSpPr/>
            <p:nvPr/>
          </p:nvSpPr>
          <p:spPr>
            <a:xfrm>
              <a:off x="4073236" y="2189018"/>
              <a:ext cx="1911927" cy="11914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9BC394BF-57A8-A1A9-A792-13BBC94C4D6D}"/>
                </a:ext>
              </a:extLst>
            </p:cNvPr>
            <p:cNvCxnSpPr>
              <a:cxnSpLocks/>
            </p:cNvCxnSpPr>
            <p:nvPr/>
          </p:nvCxnSpPr>
          <p:spPr>
            <a:xfrm>
              <a:off x="4114799" y="2805545"/>
              <a:ext cx="1856510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42C4EBF6-E2F3-D8C1-C30A-BE8589AB1BE6}"/>
              </a:ext>
            </a:extLst>
          </p:cNvPr>
          <p:cNvSpPr/>
          <p:nvPr/>
        </p:nvSpPr>
        <p:spPr>
          <a:xfrm>
            <a:off x="2768343" y="3078959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>
                <a:cs typeface="Arial"/>
              </a:rPr>
              <a:t>2010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9787DB7-9E14-3456-C7AE-81ADDA568540}"/>
              </a:ext>
            </a:extLst>
          </p:cNvPr>
          <p:cNvSpPr txBox="1"/>
          <p:nvPr/>
        </p:nvSpPr>
        <p:spPr>
          <a:xfrm>
            <a:off x="2768343" y="2642860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TOPO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B3E9E88-1446-71BD-4D4E-C405547CB490}"/>
              </a:ext>
            </a:extLst>
          </p:cNvPr>
          <p:cNvSpPr txBox="1"/>
          <p:nvPr/>
        </p:nvSpPr>
        <p:spPr>
          <a:xfrm>
            <a:off x="4349659" y="234911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2010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838E966-F77B-96E4-ABEB-9272DB24153C}"/>
              </a:ext>
            </a:extLst>
          </p:cNvPr>
          <p:cNvSpPr txBox="1"/>
          <p:nvPr/>
        </p:nvSpPr>
        <p:spPr>
          <a:xfrm>
            <a:off x="6780004" y="234911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2050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B44FB0D-DC9D-998A-80ED-9296BFF2D368}"/>
              </a:ext>
            </a:extLst>
          </p:cNvPr>
          <p:cNvSpPr txBox="1"/>
          <p:nvPr/>
        </p:nvSpPr>
        <p:spPr>
          <a:xfrm>
            <a:off x="9305867" y="234911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2310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F02DF42-FBFD-B3D5-A59B-6E53CFDEBEC8}"/>
              </a:ext>
            </a:extLst>
          </p:cNvPr>
          <p:cNvSpPr txBox="1"/>
          <p:nvPr/>
        </p:nvSpPr>
        <p:spPr>
          <a:xfrm>
            <a:off x="4466400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2050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1C1AA82-9876-2DA9-02AF-D1578871AAF5}"/>
              </a:ext>
            </a:extLst>
          </p:cNvPr>
          <p:cNvSpPr txBox="1"/>
          <p:nvPr/>
        </p:nvSpPr>
        <p:spPr>
          <a:xfrm>
            <a:off x="6833070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2310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DFCF609-6B75-DF2C-CB67-AF60AF7F3C92}"/>
              </a:ext>
            </a:extLst>
          </p:cNvPr>
          <p:cNvSpPr txBox="1"/>
          <p:nvPr/>
        </p:nvSpPr>
        <p:spPr>
          <a:xfrm>
            <a:off x="9369544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NULL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5B87786-4C79-9264-F260-C46C868A36B7}"/>
              </a:ext>
            </a:extLst>
          </p:cNvPr>
          <p:cNvCxnSpPr/>
          <p:nvPr/>
        </p:nvCxnSpPr>
        <p:spPr>
          <a:xfrm>
            <a:off x="3945709" y="3382059"/>
            <a:ext cx="435128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1E867567-C94A-4853-AA29-C2FAA8F48AE8}"/>
              </a:ext>
            </a:extLst>
          </p:cNvPr>
          <p:cNvCxnSpPr>
            <a:cxnSpLocks/>
          </p:cNvCxnSpPr>
          <p:nvPr/>
        </p:nvCxnSpPr>
        <p:spPr>
          <a:xfrm>
            <a:off x="5813573" y="3496325"/>
            <a:ext cx="965771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09BA301-88CF-8D1C-D1FA-198775415AFB}"/>
              </a:ext>
            </a:extLst>
          </p:cNvPr>
          <p:cNvCxnSpPr>
            <a:cxnSpLocks/>
          </p:cNvCxnSpPr>
          <p:nvPr/>
        </p:nvCxnSpPr>
        <p:spPr>
          <a:xfrm>
            <a:off x="8243918" y="3496325"/>
            <a:ext cx="965771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3CCA1E21-0FB0-653B-9FA6-173DF0806804}"/>
              </a:ext>
            </a:extLst>
          </p:cNvPr>
          <p:cNvCxnSpPr/>
          <p:nvPr/>
        </p:nvCxnSpPr>
        <p:spPr>
          <a:xfrm>
            <a:off x="10698805" y="3515014"/>
            <a:ext cx="477580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9CDD8E3A-C125-540B-AEC5-3980C910EDDC}"/>
              </a:ext>
            </a:extLst>
          </p:cNvPr>
          <p:cNvCxnSpPr>
            <a:cxnSpLocks/>
          </p:cNvCxnSpPr>
          <p:nvPr/>
        </p:nvCxnSpPr>
        <p:spPr>
          <a:xfrm>
            <a:off x="11176383" y="3499572"/>
            <a:ext cx="2" cy="498618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6967B37-336F-95B0-C0E8-E7583B6A96AD}"/>
              </a:ext>
            </a:extLst>
          </p:cNvPr>
          <p:cNvSpPr txBox="1"/>
          <p:nvPr/>
        </p:nvSpPr>
        <p:spPr>
          <a:xfrm>
            <a:off x="4706289" y="2888129"/>
            <a:ext cx="5319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8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80E1CE4-7791-FF9E-D041-81022B377D99}"/>
              </a:ext>
            </a:extLst>
          </p:cNvPr>
          <p:cNvSpPr txBox="1"/>
          <p:nvPr/>
        </p:nvSpPr>
        <p:spPr>
          <a:xfrm>
            <a:off x="7147511" y="2888130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8C6D902-3934-231F-EE85-89716739D0A3}"/>
              </a:ext>
            </a:extLst>
          </p:cNvPr>
          <p:cNvSpPr txBox="1"/>
          <p:nvPr/>
        </p:nvSpPr>
        <p:spPr>
          <a:xfrm>
            <a:off x="9645177" y="2888129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50</a:t>
            </a: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271AFFA8-577B-7701-506A-8D4D34C1F07A}"/>
              </a:ext>
            </a:extLst>
          </p:cNvPr>
          <p:cNvCxnSpPr>
            <a:cxnSpLocks/>
          </p:cNvCxnSpPr>
          <p:nvPr/>
        </p:nvCxnSpPr>
        <p:spPr>
          <a:xfrm>
            <a:off x="10982164" y="4066179"/>
            <a:ext cx="387929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418E17FF-50E1-EDFF-506D-6EB063656FEF}"/>
              </a:ext>
            </a:extLst>
          </p:cNvPr>
          <p:cNvCxnSpPr>
            <a:cxnSpLocks/>
          </p:cNvCxnSpPr>
          <p:nvPr/>
        </p:nvCxnSpPr>
        <p:spPr>
          <a:xfrm>
            <a:off x="11052719" y="4207291"/>
            <a:ext cx="303263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6853DC11-0D52-1144-B78E-E7C64FC8EF10}"/>
              </a:ext>
            </a:extLst>
          </p:cNvPr>
          <p:cNvSpPr/>
          <p:nvPr/>
        </p:nvSpPr>
        <p:spPr>
          <a:xfrm>
            <a:off x="2896214" y="4435624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100" dirty="0">
              <a:cs typeface="Arial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DF145692-EFBE-5832-430F-D4CE12DB2EBF}"/>
              </a:ext>
            </a:extLst>
          </p:cNvPr>
          <p:cNvCxnSpPr>
            <a:cxnSpLocks/>
          </p:cNvCxnSpPr>
          <p:nvPr/>
        </p:nvCxnSpPr>
        <p:spPr>
          <a:xfrm>
            <a:off x="2928052" y="4883772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68BF30-DD85-7EAD-30A8-C544BEB2C087}"/>
              </a:ext>
            </a:extLst>
          </p:cNvPr>
          <p:cNvSpPr txBox="1"/>
          <p:nvPr/>
        </p:nvSpPr>
        <p:spPr>
          <a:xfrm>
            <a:off x="5444067" y="4710289"/>
            <a:ext cx="4154311" cy="502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aseline="30000" dirty="0">
                <a:latin typeface="Calibri"/>
                <a:cs typeface="Calibri"/>
              </a:rPr>
              <a:t>novo-&gt;</a:t>
            </a:r>
            <a:r>
              <a:rPr lang="en-US" sz="4000" baseline="30000" dirty="0" err="1">
                <a:latin typeface="Calibri"/>
                <a:cs typeface="Calibri"/>
              </a:rPr>
              <a:t>prox</a:t>
            </a:r>
            <a:r>
              <a:rPr lang="en-US" sz="4000" baseline="30000" dirty="0">
                <a:latin typeface="Calibri"/>
                <a:cs typeface="Calibri"/>
              </a:rPr>
              <a:t> = p-&gt;topo;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C052225-A372-8B51-5C0E-4AE7B9BCEF5D}"/>
              </a:ext>
            </a:extLst>
          </p:cNvPr>
          <p:cNvSpPr txBox="1"/>
          <p:nvPr/>
        </p:nvSpPr>
        <p:spPr>
          <a:xfrm>
            <a:off x="3263103" y="4479891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2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F39D0A72-4990-E166-46C4-09EE8DF8C4D0}"/>
              </a:ext>
            </a:extLst>
          </p:cNvPr>
          <p:cNvCxnSpPr>
            <a:cxnSpLocks/>
          </p:cNvCxnSpPr>
          <p:nvPr/>
        </p:nvCxnSpPr>
        <p:spPr>
          <a:xfrm flipV="1">
            <a:off x="4387067" y="3746602"/>
            <a:ext cx="868277" cy="140640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ABB7C77-F8CF-4B1F-16F2-6153FCC00375}"/>
              </a:ext>
            </a:extLst>
          </p:cNvPr>
          <p:cNvSpPr txBox="1"/>
          <p:nvPr/>
        </p:nvSpPr>
        <p:spPr>
          <a:xfrm>
            <a:off x="3080945" y="4958431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2010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6A032ED-D38F-1DD2-035E-E761E29AE949}"/>
              </a:ext>
            </a:extLst>
          </p:cNvPr>
          <p:cNvSpPr txBox="1"/>
          <p:nvPr/>
        </p:nvSpPr>
        <p:spPr>
          <a:xfrm>
            <a:off x="2892919" y="403809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3339</a:t>
            </a:r>
          </a:p>
        </p:txBody>
      </p:sp>
    </p:spTree>
    <p:extLst>
      <p:ext uri="{BB962C8B-B14F-4D97-AF65-F5344CB8AC3E}">
        <p14:creationId xmlns:p14="http://schemas.microsoft.com/office/powerpoint/2010/main" val="1403084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Inserção de um elemento (push)</a:t>
            </a:r>
            <a:endParaRPr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3246531-CAE6-62BE-F952-F938870A2ECD}"/>
              </a:ext>
            </a:extLst>
          </p:cNvPr>
          <p:cNvSpPr/>
          <p:nvPr/>
        </p:nvSpPr>
        <p:spPr>
          <a:xfrm>
            <a:off x="4349659" y="2826957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100" dirty="0">
              <a:cs typeface="Arial"/>
            </a:endParaRP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F8F9173-242F-66C3-8F10-ED112A9918ED}"/>
              </a:ext>
            </a:extLst>
          </p:cNvPr>
          <p:cNvCxnSpPr/>
          <p:nvPr/>
        </p:nvCxnSpPr>
        <p:spPr>
          <a:xfrm>
            <a:off x="4381497" y="3289217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4AEBF49E-870C-B8B8-FCC7-D9B6B42ABC77}"/>
              </a:ext>
            </a:extLst>
          </p:cNvPr>
          <p:cNvSpPr/>
          <p:nvPr/>
        </p:nvSpPr>
        <p:spPr>
          <a:xfrm>
            <a:off x="6780004" y="2826956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2CC19F6-A8C9-B810-8890-565D24A70653}"/>
              </a:ext>
            </a:extLst>
          </p:cNvPr>
          <p:cNvCxnSpPr>
            <a:cxnSpLocks/>
          </p:cNvCxnSpPr>
          <p:nvPr/>
        </p:nvCxnSpPr>
        <p:spPr>
          <a:xfrm>
            <a:off x="6811842" y="3289216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6FBFC16-110C-B4BB-569D-7B066875A181}"/>
              </a:ext>
            </a:extLst>
          </p:cNvPr>
          <p:cNvGrpSpPr/>
          <p:nvPr/>
        </p:nvGrpSpPr>
        <p:grpSpPr>
          <a:xfrm>
            <a:off x="9231576" y="2826956"/>
            <a:ext cx="1464575" cy="893357"/>
            <a:chOff x="4073236" y="2189018"/>
            <a:chExt cx="1911927" cy="119149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561258AB-7E29-A140-0DE9-7BD5DA06DA6C}"/>
                </a:ext>
              </a:extLst>
            </p:cNvPr>
            <p:cNvSpPr/>
            <p:nvPr/>
          </p:nvSpPr>
          <p:spPr>
            <a:xfrm>
              <a:off x="4073236" y="2189018"/>
              <a:ext cx="1911927" cy="11914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9BC394BF-57A8-A1A9-A792-13BBC94C4D6D}"/>
                </a:ext>
              </a:extLst>
            </p:cNvPr>
            <p:cNvCxnSpPr>
              <a:cxnSpLocks/>
            </p:cNvCxnSpPr>
            <p:nvPr/>
          </p:nvCxnSpPr>
          <p:spPr>
            <a:xfrm>
              <a:off x="4114799" y="2805545"/>
              <a:ext cx="1856510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42C4EBF6-E2F3-D8C1-C30A-BE8589AB1BE6}"/>
              </a:ext>
            </a:extLst>
          </p:cNvPr>
          <p:cNvSpPr/>
          <p:nvPr/>
        </p:nvSpPr>
        <p:spPr>
          <a:xfrm>
            <a:off x="2768343" y="3078959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3339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9787DB7-9E14-3456-C7AE-81ADDA568540}"/>
              </a:ext>
            </a:extLst>
          </p:cNvPr>
          <p:cNvSpPr txBox="1"/>
          <p:nvPr/>
        </p:nvSpPr>
        <p:spPr>
          <a:xfrm>
            <a:off x="2768343" y="2642860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TOPO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B3E9E88-1446-71BD-4D4E-C405547CB490}"/>
              </a:ext>
            </a:extLst>
          </p:cNvPr>
          <p:cNvSpPr txBox="1"/>
          <p:nvPr/>
        </p:nvSpPr>
        <p:spPr>
          <a:xfrm>
            <a:off x="4349659" y="234911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2010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838E966-F77B-96E4-ABEB-9272DB24153C}"/>
              </a:ext>
            </a:extLst>
          </p:cNvPr>
          <p:cNvSpPr txBox="1"/>
          <p:nvPr/>
        </p:nvSpPr>
        <p:spPr>
          <a:xfrm>
            <a:off x="6780004" y="234911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2050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B44FB0D-DC9D-998A-80ED-9296BFF2D368}"/>
              </a:ext>
            </a:extLst>
          </p:cNvPr>
          <p:cNvSpPr txBox="1"/>
          <p:nvPr/>
        </p:nvSpPr>
        <p:spPr>
          <a:xfrm>
            <a:off x="9305867" y="234911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2310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F02DF42-FBFD-B3D5-A59B-6E53CFDEBEC8}"/>
              </a:ext>
            </a:extLst>
          </p:cNvPr>
          <p:cNvSpPr txBox="1"/>
          <p:nvPr/>
        </p:nvSpPr>
        <p:spPr>
          <a:xfrm>
            <a:off x="4466400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2050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1C1AA82-9876-2DA9-02AF-D1578871AAF5}"/>
              </a:ext>
            </a:extLst>
          </p:cNvPr>
          <p:cNvSpPr txBox="1"/>
          <p:nvPr/>
        </p:nvSpPr>
        <p:spPr>
          <a:xfrm>
            <a:off x="6833070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2310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DFCF609-6B75-DF2C-CB67-AF60AF7F3C92}"/>
              </a:ext>
            </a:extLst>
          </p:cNvPr>
          <p:cNvSpPr txBox="1"/>
          <p:nvPr/>
        </p:nvSpPr>
        <p:spPr>
          <a:xfrm>
            <a:off x="9369544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NULL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5B87786-4C79-9264-F260-C46C868A36B7}"/>
              </a:ext>
            </a:extLst>
          </p:cNvPr>
          <p:cNvCxnSpPr/>
          <p:nvPr/>
        </p:nvCxnSpPr>
        <p:spPr>
          <a:xfrm flipH="1">
            <a:off x="3925617" y="3382059"/>
            <a:ext cx="20092" cy="104947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1E867567-C94A-4853-AA29-C2FAA8F48AE8}"/>
              </a:ext>
            </a:extLst>
          </p:cNvPr>
          <p:cNvCxnSpPr>
            <a:cxnSpLocks/>
          </p:cNvCxnSpPr>
          <p:nvPr/>
        </p:nvCxnSpPr>
        <p:spPr>
          <a:xfrm>
            <a:off x="5813573" y="3496325"/>
            <a:ext cx="965771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09BA301-88CF-8D1C-D1FA-198775415AFB}"/>
              </a:ext>
            </a:extLst>
          </p:cNvPr>
          <p:cNvCxnSpPr>
            <a:cxnSpLocks/>
          </p:cNvCxnSpPr>
          <p:nvPr/>
        </p:nvCxnSpPr>
        <p:spPr>
          <a:xfrm>
            <a:off x="8243918" y="3496325"/>
            <a:ext cx="965771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3CCA1E21-0FB0-653B-9FA6-173DF0806804}"/>
              </a:ext>
            </a:extLst>
          </p:cNvPr>
          <p:cNvCxnSpPr/>
          <p:nvPr/>
        </p:nvCxnSpPr>
        <p:spPr>
          <a:xfrm>
            <a:off x="10698805" y="3515014"/>
            <a:ext cx="477580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9CDD8E3A-C125-540B-AEC5-3980C910EDDC}"/>
              </a:ext>
            </a:extLst>
          </p:cNvPr>
          <p:cNvCxnSpPr>
            <a:cxnSpLocks/>
          </p:cNvCxnSpPr>
          <p:nvPr/>
        </p:nvCxnSpPr>
        <p:spPr>
          <a:xfrm>
            <a:off x="11176383" y="3499572"/>
            <a:ext cx="2" cy="498618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6967B37-336F-95B0-C0E8-E7583B6A96AD}"/>
              </a:ext>
            </a:extLst>
          </p:cNvPr>
          <p:cNvSpPr txBox="1"/>
          <p:nvPr/>
        </p:nvSpPr>
        <p:spPr>
          <a:xfrm>
            <a:off x="4706289" y="2888129"/>
            <a:ext cx="5319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8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80E1CE4-7791-FF9E-D041-81022B377D99}"/>
              </a:ext>
            </a:extLst>
          </p:cNvPr>
          <p:cNvSpPr txBox="1"/>
          <p:nvPr/>
        </p:nvSpPr>
        <p:spPr>
          <a:xfrm>
            <a:off x="7147511" y="2888130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8C6D902-3934-231F-EE85-89716739D0A3}"/>
              </a:ext>
            </a:extLst>
          </p:cNvPr>
          <p:cNvSpPr txBox="1"/>
          <p:nvPr/>
        </p:nvSpPr>
        <p:spPr>
          <a:xfrm>
            <a:off x="9645177" y="2888129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50</a:t>
            </a: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271AFFA8-577B-7701-506A-8D4D34C1F07A}"/>
              </a:ext>
            </a:extLst>
          </p:cNvPr>
          <p:cNvCxnSpPr>
            <a:cxnSpLocks/>
          </p:cNvCxnSpPr>
          <p:nvPr/>
        </p:nvCxnSpPr>
        <p:spPr>
          <a:xfrm>
            <a:off x="10982164" y="4066179"/>
            <a:ext cx="387929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418E17FF-50E1-EDFF-506D-6EB063656FEF}"/>
              </a:ext>
            </a:extLst>
          </p:cNvPr>
          <p:cNvCxnSpPr>
            <a:cxnSpLocks/>
          </p:cNvCxnSpPr>
          <p:nvPr/>
        </p:nvCxnSpPr>
        <p:spPr>
          <a:xfrm>
            <a:off x="11052719" y="4207291"/>
            <a:ext cx="303263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6853DC11-0D52-1144-B78E-E7C64FC8EF10}"/>
              </a:ext>
            </a:extLst>
          </p:cNvPr>
          <p:cNvSpPr/>
          <p:nvPr/>
        </p:nvSpPr>
        <p:spPr>
          <a:xfrm>
            <a:off x="2896214" y="4435624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100" dirty="0">
              <a:cs typeface="Arial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DF145692-EFBE-5832-430F-D4CE12DB2EBF}"/>
              </a:ext>
            </a:extLst>
          </p:cNvPr>
          <p:cNvCxnSpPr>
            <a:cxnSpLocks/>
          </p:cNvCxnSpPr>
          <p:nvPr/>
        </p:nvCxnSpPr>
        <p:spPr>
          <a:xfrm>
            <a:off x="2928052" y="4883772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68BF30-DD85-7EAD-30A8-C544BEB2C087}"/>
              </a:ext>
            </a:extLst>
          </p:cNvPr>
          <p:cNvSpPr txBox="1"/>
          <p:nvPr/>
        </p:nvSpPr>
        <p:spPr>
          <a:xfrm>
            <a:off x="5444067" y="4710289"/>
            <a:ext cx="4154311" cy="502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aseline="30000" dirty="0">
                <a:latin typeface="Calibri"/>
                <a:cs typeface="Calibri"/>
              </a:rPr>
              <a:t>p-&gt;topo = novo;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C052225-A372-8B51-5C0E-4AE7B9BCEF5D}"/>
              </a:ext>
            </a:extLst>
          </p:cNvPr>
          <p:cNvSpPr txBox="1"/>
          <p:nvPr/>
        </p:nvSpPr>
        <p:spPr>
          <a:xfrm>
            <a:off x="3263103" y="4479891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2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F39D0A72-4990-E166-46C4-09EE8DF8C4D0}"/>
              </a:ext>
            </a:extLst>
          </p:cNvPr>
          <p:cNvCxnSpPr>
            <a:cxnSpLocks/>
          </p:cNvCxnSpPr>
          <p:nvPr/>
        </p:nvCxnSpPr>
        <p:spPr>
          <a:xfrm flipV="1">
            <a:off x="4387067" y="3746602"/>
            <a:ext cx="868277" cy="140640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ABB7C77-F8CF-4B1F-16F2-6153FCC00375}"/>
              </a:ext>
            </a:extLst>
          </p:cNvPr>
          <p:cNvSpPr txBox="1"/>
          <p:nvPr/>
        </p:nvSpPr>
        <p:spPr>
          <a:xfrm>
            <a:off x="3080945" y="4958431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2010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49C76AC-FFDC-8569-EB3F-EC51D078B142}"/>
              </a:ext>
            </a:extLst>
          </p:cNvPr>
          <p:cNvSpPr txBox="1"/>
          <p:nvPr/>
        </p:nvSpPr>
        <p:spPr>
          <a:xfrm>
            <a:off x="2892919" y="403809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3339</a:t>
            </a:r>
          </a:p>
        </p:txBody>
      </p:sp>
    </p:spTree>
    <p:extLst>
      <p:ext uri="{BB962C8B-B14F-4D97-AF65-F5344CB8AC3E}">
        <p14:creationId xmlns:p14="http://schemas.microsoft.com/office/powerpoint/2010/main" val="3108618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Exclusão (pop)</a:t>
            </a:r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 exclusão sempre ocorre no topo da pilha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bool popElemPilha (PILHA *p, REGISTRO *reg)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if (p-&gt;topo == NULL) return false;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*reg = p-&gt;topo-&gt;reg;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PONT apagar = p-&gt;topo;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p-&gt;topo = p-&gt;topo-&gt;prox;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free(apagar);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return true;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Exclusão de um elemento (pop)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3246531-CAE6-62BE-F952-F938870A2ECD}"/>
              </a:ext>
            </a:extLst>
          </p:cNvPr>
          <p:cNvSpPr/>
          <p:nvPr/>
        </p:nvSpPr>
        <p:spPr>
          <a:xfrm>
            <a:off x="4349659" y="2826957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100" dirty="0">
              <a:cs typeface="Arial"/>
            </a:endParaRP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F8F9173-242F-66C3-8F10-ED112A9918ED}"/>
              </a:ext>
            </a:extLst>
          </p:cNvPr>
          <p:cNvCxnSpPr/>
          <p:nvPr/>
        </p:nvCxnSpPr>
        <p:spPr>
          <a:xfrm>
            <a:off x="4381497" y="3289217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4AEBF49E-870C-B8B8-FCC7-D9B6B42ABC77}"/>
              </a:ext>
            </a:extLst>
          </p:cNvPr>
          <p:cNvSpPr/>
          <p:nvPr/>
        </p:nvSpPr>
        <p:spPr>
          <a:xfrm>
            <a:off x="6780004" y="2826956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2CC19F6-A8C9-B810-8890-565D24A70653}"/>
              </a:ext>
            </a:extLst>
          </p:cNvPr>
          <p:cNvCxnSpPr>
            <a:cxnSpLocks/>
          </p:cNvCxnSpPr>
          <p:nvPr/>
        </p:nvCxnSpPr>
        <p:spPr>
          <a:xfrm>
            <a:off x="6811842" y="3289216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6FBFC16-110C-B4BB-569D-7B066875A181}"/>
              </a:ext>
            </a:extLst>
          </p:cNvPr>
          <p:cNvGrpSpPr/>
          <p:nvPr/>
        </p:nvGrpSpPr>
        <p:grpSpPr>
          <a:xfrm>
            <a:off x="9231576" y="2826956"/>
            <a:ext cx="1464575" cy="893357"/>
            <a:chOff x="4073236" y="2189018"/>
            <a:chExt cx="1911927" cy="119149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561258AB-7E29-A140-0DE9-7BD5DA06DA6C}"/>
                </a:ext>
              </a:extLst>
            </p:cNvPr>
            <p:cNvSpPr/>
            <p:nvPr/>
          </p:nvSpPr>
          <p:spPr>
            <a:xfrm>
              <a:off x="4073236" y="2189018"/>
              <a:ext cx="1911927" cy="11914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9BC394BF-57A8-A1A9-A792-13BBC94C4D6D}"/>
                </a:ext>
              </a:extLst>
            </p:cNvPr>
            <p:cNvCxnSpPr>
              <a:cxnSpLocks/>
            </p:cNvCxnSpPr>
            <p:nvPr/>
          </p:nvCxnSpPr>
          <p:spPr>
            <a:xfrm>
              <a:off x="4114799" y="2805545"/>
              <a:ext cx="1856510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42C4EBF6-E2F3-D8C1-C30A-BE8589AB1BE6}"/>
              </a:ext>
            </a:extLst>
          </p:cNvPr>
          <p:cNvSpPr/>
          <p:nvPr/>
        </p:nvSpPr>
        <p:spPr>
          <a:xfrm>
            <a:off x="2768343" y="3078959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3339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9787DB7-9E14-3456-C7AE-81ADDA568540}"/>
              </a:ext>
            </a:extLst>
          </p:cNvPr>
          <p:cNvSpPr txBox="1"/>
          <p:nvPr/>
        </p:nvSpPr>
        <p:spPr>
          <a:xfrm>
            <a:off x="2768343" y="2642860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TOPO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B3E9E88-1446-71BD-4D4E-C405547CB490}"/>
              </a:ext>
            </a:extLst>
          </p:cNvPr>
          <p:cNvSpPr txBox="1"/>
          <p:nvPr/>
        </p:nvSpPr>
        <p:spPr>
          <a:xfrm>
            <a:off x="4349659" y="234911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2010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838E966-F77B-96E4-ABEB-9272DB24153C}"/>
              </a:ext>
            </a:extLst>
          </p:cNvPr>
          <p:cNvSpPr txBox="1"/>
          <p:nvPr/>
        </p:nvSpPr>
        <p:spPr>
          <a:xfrm>
            <a:off x="6780004" y="234911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2050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B44FB0D-DC9D-998A-80ED-9296BFF2D368}"/>
              </a:ext>
            </a:extLst>
          </p:cNvPr>
          <p:cNvSpPr txBox="1"/>
          <p:nvPr/>
        </p:nvSpPr>
        <p:spPr>
          <a:xfrm>
            <a:off x="9305867" y="234911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2310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F02DF42-FBFD-B3D5-A59B-6E53CFDEBEC8}"/>
              </a:ext>
            </a:extLst>
          </p:cNvPr>
          <p:cNvSpPr txBox="1"/>
          <p:nvPr/>
        </p:nvSpPr>
        <p:spPr>
          <a:xfrm>
            <a:off x="4466400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2050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1C1AA82-9876-2DA9-02AF-D1578871AAF5}"/>
              </a:ext>
            </a:extLst>
          </p:cNvPr>
          <p:cNvSpPr txBox="1"/>
          <p:nvPr/>
        </p:nvSpPr>
        <p:spPr>
          <a:xfrm>
            <a:off x="6833070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2310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DFCF609-6B75-DF2C-CB67-AF60AF7F3C92}"/>
              </a:ext>
            </a:extLst>
          </p:cNvPr>
          <p:cNvSpPr txBox="1"/>
          <p:nvPr/>
        </p:nvSpPr>
        <p:spPr>
          <a:xfrm>
            <a:off x="9369544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NULL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5B87786-4C79-9264-F260-C46C868A36B7}"/>
              </a:ext>
            </a:extLst>
          </p:cNvPr>
          <p:cNvCxnSpPr/>
          <p:nvPr/>
        </p:nvCxnSpPr>
        <p:spPr>
          <a:xfrm flipH="1">
            <a:off x="3925617" y="3382059"/>
            <a:ext cx="20092" cy="104947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1E867567-C94A-4853-AA29-C2FAA8F48AE8}"/>
              </a:ext>
            </a:extLst>
          </p:cNvPr>
          <p:cNvCxnSpPr>
            <a:cxnSpLocks/>
          </p:cNvCxnSpPr>
          <p:nvPr/>
        </p:nvCxnSpPr>
        <p:spPr>
          <a:xfrm>
            <a:off x="5813573" y="3496325"/>
            <a:ext cx="965771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09BA301-88CF-8D1C-D1FA-198775415AFB}"/>
              </a:ext>
            </a:extLst>
          </p:cNvPr>
          <p:cNvCxnSpPr>
            <a:cxnSpLocks/>
          </p:cNvCxnSpPr>
          <p:nvPr/>
        </p:nvCxnSpPr>
        <p:spPr>
          <a:xfrm>
            <a:off x="8243918" y="3496325"/>
            <a:ext cx="965771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3CCA1E21-0FB0-653B-9FA6-173DF0806804}"/>
              </a:ext>
            </a:extLst>
          </p:cNvPr>
          <p:cNvCxnSpPr/>
          <p:nvPr/>
        </p:nvCxnSpPr>
        <p:spPr>
          <a:xfrm>
            <a:off x="10698805" y="3515014"/>
            <a:ext cx="477580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9CDD8E3A-C125-540B-AEC5-3980C910EDDC}"/>
              </a:ext>
            </a:extLst>
          </p:cNvPr>
          <p:cNvCxnSpPr>
            <a:cxnSpLocks/>
          </p:cNvCxnSpPr>
          <p:nvPr/>
        </p:nvCxnSpPr>
        <p:spPr>
          <a:xfrm>
            <a:off x="11176383" y="3499572"/>
            <a:ext cx="2" cy="498618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6967B37-336F-95B0-C0E8-E7583B6A96AD}"/>
              </a:ext>
            </a:extLst>
          </p:cNvPr>
          <p:cNvSpPr txBox="1"/>
          <p:nvPr/>
        </p:nvSpPr>
        <p:spPr>
          <a:xfrm>
            <a:off x="4706289" y="2888129"/>
            <a:ext cx="5319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8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80E1CE4-7791-FF9E-D041-81022B377D99}"/>
              </a:ext>
            </a:extLst>
          </p:cNvPr>
          <p:cNvSpPr txBox="1"/>
          <p:nvPr/>
        </p:nvSpPr>
        <p:spPr>
          <a:xfrm>
            <a:off x="7147511" y="2888130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8C6D902-3934-231F-EE85-89716739D0A3}"/>
              </a:ext>
            </a:extLst>
          </p:cNvPr>
          <p:cNvSpPr txBox="1"/>
          <p:nvPr/>
        </p:nvSpPr>
        <p:spPr>
          <a:xfrm>
            <a:off x="9645177" y="2888129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50</a:t>
            </a: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271AFFA8-577B-7701-506A-8D4D34C1F07A}"/>
              </a:ext>
            </a:extLst>
          </p:cNvPr>
          <p:cNvCxnSpPr>
            <a:cxnSpLocks/>
          </p:cNvCxnSpPr>
          <p:nvPr/>
        </p:nvCxnSpPr>
        <p:spPr>
          <a:xfrm>
            <a:off x="10982164" y="4066179"/>
            <a:ext cx="387929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418E17FF-50E1-EDFF-506D-6EB063656FEF}"/>
              </a:ext>
            </a:extLst>
          </p:cNvPr>
          <p:cNvCxnSpPr>
            <a:cxnSpLocks/>
          </p:cNvCxnSpPr>
          <p:nvPr/>
        </p:nvCxnSpPr>
        <p:spPr>
          <a:xfrm>
            <a:off x="11052719" y="4207291"/>
            <a:ext cx="303263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6853DC11-0D52-1144-B78E-E7C64FC8EF10}"/>
              </a:ext>
            </a:extLst>
          </p:cNvPr>
          <p:cNvSpPr/>
          <p:nvPr/>
        </p:nvSpPr>
        <p:spPr>
          <a:xfrm>
            <a:off x="2896214" y="4435624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100" dirty="0">
              <a:cs typeface="Arial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DF145692-EFBE-5832-430F-D4CE12DB2EBF}"/>
              </a:ext>
            </a:extLst>
          </p:cNvPr>
          <p:cNvCxnSpPr>
            <a:cxnSpLocks/>
          </p:cNvCxnSpPr>
          <p:nvPr/>
        </p:nvCxnSpPr>
        <p:spPr>
          <a:xfrm>
            <a:off x="2928052" y="4883772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68BF30-DD85-7EAD-30A8-C544BEB2C087}"/>
              </a:ext>
            </a:extLst>
          </p:cNvPr>
          <p:cNvSpPr txBox="1"/>
          <p:nvPr/>
        </p:nvSpPr>
        <p:spPr>
          <a:xfrm>
            <a:off x="5444067" y="4710289"/>
            <a:ext cx="4154311" cy="15286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aseline="30000" dirty="0">
                <a:latin typeface="Calibri"/>
                <a:cs typeface="Calibri"/>
              </a:rPr>
              <a:t>*reg = p-&gt;topo-&gt;reg;</a:t>
            </a:r>
          </a:p>
          <a:p>
            <a:r>
              <a:rPr lang="en-US" sz="4000" baseline="30000" dirty="0">
                <a:latin typeface="Calibri"/>
                <a:ea typeface="Calibri"/>
                <a:cs typeface="Calibri"/>
              </a:rPr>
              <a:t>PONT </a:t>
            </a:r>
            <a:r>
              <a:rPr lang="en-US" sz="4000" baseline="30000" dirty="0" err="1">
                <a:latin typeface="Calibri"/>
                <a:ea typeface="Calibri"/>
                <a:cs typeface="Calibri"/>
              </a:rPr>
              <a:t>apagar</a:t>
            </a:r>
            <a:r>
              <a:rPr lang="en-US" sz="4000" baseline="30000" dirty="0">
                <a:latin typeface="Calibri"/>
                <a:ea typeface="Calibri"/>
                <a:cs typeface="Calibri"/>
              </a:rPr>
              <a:t> = p-&gt;topo;</a:t>
            </a:r>
            <a:endParaRPr lang="en-US" dirty="0"/>
          </a:p>
          <a:p>
            <a:endParaRPr lang="en-US" sz="4000" baseline="30000" dirty="0">
              <a:latin typeface="Calibri"/>
              <a:cs typeface="Calibri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C052225-A372-8B51-5C0E-4AE7B9BCEF5D}"/>
              </a:ext>
            </a:extLst>
          </p:cNvPr>
          <p:cNvSpPr txBox="1"/>
          <p:nvPr/>
        </p:nvSpPr>
        <p:spPr>
          <a:xfrm>
            <a:off x="3263103" y="4479891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2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F39D0A72-4990-E166-46C4-09EE8DF8C4D0}"/>
              </a:ext>
            </a:extLst>
          </p:cNvPr>
          <p:cNvCxnSpPr>
            <a:cxnSpLocks/>
          </p:cNvCxnSpPr>
          <p:nvPr/>
        </p:nvCxnSpPr>
        <p:spPr>
          <a:xfrm flipV="1">
            <a:off x="4387067" y="3746602"/>
            <a:ext cx="868277" cy="140640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ABB7C77-F8CF-4B1F-16F2-6153FCC00375}"/>
              </a:ext>
            </a:extLst>
          </p:cNvPr>
          <p:cNvSpPr txBox="1"/>
          <p:nvPr/>
        </p:nvSpPr>
        <p:spPr>
          <a:xfrm>
            <a:off x="3080945" y="4958431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2010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49C76AC-FFDC-8569-EB3F-EC51D078B142}"/>
              </a:ext>
            </a:extLst>
          </p:cNvPr>
          <p:cNvSpPr txBox="1"/>
          <p:nvPr/>
        </p:nvSpPr>
        <p:spPr>
          <a:xfrm>
            <a:off x="2892919" y="403809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3339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08A01FEF-EC4B-4BD8-E4D6-5E9DC9824508}"/>
              </a:ext>
            </a:extLst>
          </p:cNvPr>
          <p:cNvCxnSpPr>
            <a:cxnSpLocks/>
          </p:cNvCxnSpPr>
          <p:nvPr/>
        </p:nvCxnSpPr>
        <p:spPr>
          <a:xfrm flipH="1" flipV="1">
            <a:off x="4521567" y="5087157"/>
            <a:ext cx="768611" cy="37629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892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Exclusão de um elemento (pop)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3246531-CAE6-62BE-F952-F938870A2ECD}"/>
              </a:ext>
            </a:extLst>
          </p:cNvPr>
          <p:cNvSpPr/>
          <p:nvPr/>
        </p:nvSpPr>
        <p:spPr>
          <a:xfrm>
            <a:off x="4349659" y="2826957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100" dirty="0">
              <a:cs typeface="Arial"/>
            </a:endParaRP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F8F9173-242F-66C3-8F10-ED112A9918ED}"/>
              </a:ext>
            </a:extLst>
          </p:cNvPr>
          <p:cNvCxnSpPr/>
          <p:nvPr/>
        </p:nvCxnSpPr>
        <p:spPr>
          <a:xfrm>
            <a:off x="4381497" y="3289217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4AEBF49E-870C-B8B8-FCC7-D9B6B42ABC77}"/>
              </a:ext>
            </a:extLst>
          </p:cNvPr>
          <p:cNvSpPr/>
          <p:nvPr/>
        </p:nvSpPr>
        <p:spPr>
          <a:xfrm>
            <a:off x="6780004" y="2826956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2CC19F6-A8C9-B810-8890-565D24A70653}"/>
              </a:ext>
            </a:extLst>
          </p:cNvPr>
          <p:cNvCxnSpPr>
            <a:cxnSpLocks/>
          </p:cNvCxnSpPr>
          <p:nvPr/>
        </p:nvCxnSpPr>
        <p:spPr>
          <a:xfrm>
            <a:off x="6811842" y="3289216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6FBFC16-110C-B4BB-569D-7B066875A181}"/>
              </a:ext>
            </a:extLst>
          </p:cNvPr>
          <p:cNvGrpSpPr/>
          <p:nvPr/>
        </p:nvGrpSpPr>
        <p:grpSpPr>
          <a:xfrm>
            <a:off x="9231576" y="2826956"/>
            <a:ext cx="1464575" cy="893357"/>
            <a:chOff x="4073236" y="2189018"/>
            <a:chExt cx="1911927" cy="119149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561258AB-7E29-A140-0DE9-7BD5DA06DA6C}"/>
                </a:ext>
              </a:extLst>
            </p:cNvPr>
            <p:cNvSpPr/>
            <p:nvPr/>
          </p:nvSpPr>
          <p:spPr>
            <a:xfrm>
              <a:off x="4073236" y="2189018"/>
              <a:ext cx="1911927" cy="11914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9BC394BF-57A8-A1A9-A792-13BBC94C4D6D}"/>
                </a:ext>
              </a:extLst>
            </p:cNvPr>
            <p:cNvCxnSpPr>
              <a:cxnSpLocks/>
            </p:cNvCxnSpPr>
            <p:nvPr/>
          </p:nvCxnSpPr>
          <p:spPr>
            <a:xfrm>
              <a:off x="4114799" y="2805545"/>
              <a:ext cx="1856510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42C4EBF6-E2F3-D8C1-C30A-BE8589AB1BE6}"/>
              </a:ext>
            </a:extLst>
          </p:cNvPr>
          <p:cNvSpPr/>
          <p:nvPr/>
        </p:nvSpPr>
        <p:spPr>
          <a:xfrm>
            <a:off x="2768343" y="3078959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>
                <a:cs typeface="Arial"/>
              </a:rPr>
              <a:t>2010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9787DB7-9E14-3456-C7AE-81ADDA568540}"/>
              </a:ext>
            </a:extLst>
          </p:cNvPr>
          <p:cNvSpPr txBox="1"/>
          <p:nvPr/>
        </p:nvSpPr>
        <p:spPr>
          <a:xfrm>
            <a:off x="2768343" y="2642860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TOPO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B3E9E88-1446-71BD-4D4E-C405547CB490}"/>
              </a:ext>
            </a:extLst>
          </p:cNvPr>
          <p:cNvSpPr txBox="1"/>
          <p:nvPr/>
        </p:nvSpPr>
        <p:spPr>
          <a:xfrm>
            <a:off x="4349659" y="234911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2010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838E966-F77B-96E4-ABEB-9272DB24153C}"/>
              </a:ext>
            </a:extLst>
          </p:cNvPr>
          <p:cNvSpPr txBox="1"/>
          <p:nvPr/>
        </p:nvSpPr>
        <p:spPr>
          <a:xfrm>
            <a:off x="6780004" y="234911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2050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B44FB0D-DC9D-998A-80ED-9296BFF2D368}"/>
              </a:ext>
            </a:extLst>
          </p:cNvPr>
          <p:cNvSpPr txBox="1"/>
          <p:nvPr/>
        </p:nvSpPr>
        <p:spPr>
          <a:xfrm>
            <a:off x="9305867" y="234911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2310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F02DF42-FBFD-B3D5-A59B-6E53CFDEBEC8}"/>
              </a:ext>
            </a:extLst>
          </p:cNvPr>
          <p:cNvSpPr txBox="1"/>
          <p:nvPr/>
        </p:nvSpPr>
        <p:spPr>
          <a:xfrm>
            <a:off x="4466400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2050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1C1AA82-9876-2DA9-02AF-D1578871AAF5}"/>
              </a:ext>
            </a:extLst>
          </p:cNvPr>
          <p:cNvSpPr txBox="1"/>
          <p:nvPr/>
        </p:nvSpPr>
        <p:spPr>
          <a:xfrm>
            <a:off x="6833070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2310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DFCF609-6B75-DF2C-CB67-AF60AF7F3C92}"/>
              </a:ext>
            </a:extLst>
          </p:cNvPr>
          <p:cNvSpPr txBox="1"/>
          <p:nvPr/>
        </p:nvSpPr>
        <p:spPr>
          <a:xfrm>
            <a:off x="9369544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NULL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5B87786-4C79-9264-F260-C46C868A36B7}"/>
              </a:ext>
            </a:extLst>
          </p:cNvPr>
          <p:cNvCxnSpPr/>
          <p:nvPr/>
        </p:nvCxnSpPr>
        <p:spPr>
          <a:xfrm>
            <a:off x="3945709" y="3382059"/>
            <a:ext cx="435128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1E867567-C94A-4853-AA29-C2FAA8F48AE8}"/>
              </a:ext>
            </a:extLst>
          </p:cNvPr>
          <p:cNvCxnSpPr>
            <a:cxnSpLocks/>
          </p:cNvCxnSpPr>
          <p:nvPr/>
        </p:nvCxnSpPr>
        <p:spPr>
          <a:xfrm>
            <a:off x="5813573" y="3496325"/>
            <a:ext cx="965771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09BA301-88CF-8D1C-D1FA-198775415AFB}"/>
              </a:ext>
            </a:extLst>
          </p:cNvPr>
          <p:cNvCxnSpPr>
            <a:cxnSpLocks/>
          </p:cNvCxnSpPr>
          <p:nvPr/>
        </p:nvCxnSpPr>
        <p:spPr>
          <a:xfrm>
            <a:off x="8243918" y="3496325"/>
            <a:ext cx="965771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3CCA1E21-0FB0-653B-9FA6-173DF0806804}"/>
              </a:ext>
            </a:extLst>
          </p:cNvPr>
          <p:cNvCxnSpPr/>
          <p:nvPr/>
        </p:nvCxnSpPr>
        <p:spPr>
          <a:xfrm>
            <a:off x="10698805" y="3515014"/>
            <a:ext cx="477580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9CDD8E3A-C125-540B-AEC5-3980C910EDDC}"/>
              </a:ext>
            </a:extLst>
          </p:cNvPr>
          <p:cNvCxnSpPr>
            <a:cxnSpLocks/>
          </p:cNvCxnSpPr>
          <p:nvPr/>
        </p:nvCxnSpPr>
        <p:spPr>
          <a:xfrm>
            <a:off x="11176383" y="3499572"/>
            <a:ext cx="2" cy="498618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6967B37-336F-95B0-C0E8-E7583B6A96AD}"/>
              </a:ext>
            </a:extLst>
          </p:cNvPr>
          <p:cNvSpPr txBox="1"/>
          <p:nvPr/>
        </p:nvSpPr>
        <p:spPr>
          <a:xfrm>
            <a:off x="4706289" y="2888129"/>
            <a:ext cx="5319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8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80E1CE4-7791-FF9E-D041-81022B377D99}"/>
              </a:ext>
            </a:extLst>
          </p:cNvPr>
          <p:cNvSpPr txBox="1"/>
          <p:nvPr/>
        </p:nvSpPr>
        <p:spPr>
          <a:xfrm>
            <a:off x="7147511" y="2888130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8C6D902-3934-231F-EE85-89716739D0A3}"/>
              </a:ext>
            </a:extLst>
          </p:cNvPr>
          <p:cNvSpPr txBox="1"/>
          <p:nvPr/>
        </p:nvSpPr>
        <p:spPr>
          <a:xfrm>
            <a:off x="9645177" y="2888129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50</a:t>
            </a: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271AFFA8-577B-7701-506A-8D4D34C1F07A}"/>
              </a:ext>
            </a:extLst>
          </p:cNvPr>
          <p:cNvCxnSpPr>
            <a:cxnSpLocks/>
          </p:cNvCxnSpPr>
          <p:nvPr/>
        </p:nvCxnSpPr>
        <p:spPr>
          <a:xfrm>
            <a:off x="10982164" y="4066179"/>
            <a:ext cx="387929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418E17FF-50E1-EDFF-506D-6EB063656FEF}"/>
              </a:ext>
            </a:extLst>
          </p:cNvPr>
          <p:cNvCxnSpPr>
            <a:cxnSpLocks/>
          </p:cNvCxnSpPr>
          <p:nvPr/>
        </p:nvCxnSpPr>
        <p:spPr>
          <a:xfrm>
            <a:off x="11052719" y="4207291"/>
            <a:ext cx="303263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6853DC11-0D52-1144-B78E-E7C64FC8EF10}"/>
              </a:ext>
            </a:extLst>
          </p:cNvPr>
          <p:cNvSpPr/>
          <p:nvPr/>
        </p:nvSpPr>
        <p:spPr>
          <a:xfrm>
            <a:off x="2896214" y="4435624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100" dirty="0">
              <a:cs typeface="Arial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DF145692-EFBE-5832-430F-D4CE12DB2EBF}"/>
              </a:ext>
            </a:extLst>
          </p:cNvPr>
          <p:cNvCxnSpPr>
            <a:cxnSpLocks/>
          </p:cNvCxnSpPr>
          <p:nvPr/>
        </p:nvCxnSpPr>
        <p:spPr>
          <a:xfrm>
            <a:off x="2928052" y="4883772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68BF30-DD85-7EAD-30A8-C544BEB2C087}"/>
              </a:ext>
            </a:extLst>
          </p:cNvPr>
          <p:cNvSpPr txBox="1"/>
          <p:nvPr/>
        </p:nvSpPr>
        <p:spPr>
          <a:xfrm>
            <a:off x="5444067" y="4710289"/>
            <a:ext cx="415431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aseline="30000" dirty="0">
                <a:latin typeface="Calibri"/>
                <a:ea typeface="Calibri"/>
                <a:cs typeface="Calibri"/>
              </a:rPr>
              <a:t>p-&gt;topo = p-&gt;topo-&gt;</a:t>
            </a:r>
            <a:r>
              <a:rPr lang="en-US" sz="4000" baseline="30000" dirty="0" err="1">
                <a:latin typeface="Calibri"/>
                <a:ea typeface="Calibri"/>
                <a:cs typeface="Calibri"/>
              </a:rPr>
              <a:t>prox</a:t>
            </a:r>
            <a:r>
              <a:rPr lang="en-US" sz="4000" baseline="30000" dirty="0">
                <a:latin typeface="Calibri"/>
                <a:ea typeface="Calibri"/>
                <a:cs typeface="Calibri"/>
              </a:rPr>
              <a:t>;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C052225-A372-8B51-5C0E-4AE7B9BCEF5D}"/>
              </a:ext>
            </a:extLst>
          </p:cNvPr>
          <p:cNvSpPr txBox="1"/>
          <p:nvPr/>
        </p:nvSpPr>
        <p:spPr>
          <a:xfrm>
            <a:off x="3263103" y="4479891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2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F39D0A72-4990-E166-46C4-09EE8DF8C4D0}"/>
              </a:ext>
            </a:extLst>
          </p:cNvPr>
          <p:cNvCxnSpPr>
            <a:cxnSpLocks/>
          </p:cNvCxnSpPr>
          <p:nvPr/>
        </p:nvCxnSpPr>
        <p:spPr>
          <a:xfrm flipV="1">
            <a:off x="4387067" y="3746602"/>
            <a:ext cx="868277" cy="140640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ABB7C77-F8CF-4B1F-16F2-6153FCC00375}"/>
              </a:ext>
            </a:extLst>
          </p:cNvPr>
          <p:cNvSpPr txBox="1"/>
          <p:nvPr/>
        </p:nvSpPr>
        <p:spPr>
          <a:xfrm>
            <a:off x="3080945" y="4958431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2010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6A032ED-D38F-1DD2-035E-E761E29AE949}"/>
              </a:ext>
            </a:extLst>
          </p:cNvPr>
          <p:cNvSpPr txBox="1"/>
          <p:nvPr/>
        </p:nvSpPr>
        <p:spPr>
          <a:xfrm>
            <a:off x="2892919" y="403809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3339</a:t>
            </a:r>
          </a:p>
        </p:txBody>
      </p:sp>
    </p:spTree>
    <p:extLst>
      <p:ext uri="{BB962C8B-B14F-4D97-AF65-F5344CB8AC3E}">
        <p14:creationId xmlns:p14="http://schemas.microsoft.com/office/powerpoint/2010/main" val="2266501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Exclusão de um elemento (pop)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3246531-CAE6-62BE-F952-F938870A2ECD}"/>
              </a:ext>
            </a:extLst>
          </p:cNvPr>
          <p:cNvSpPr/>
          <p:nvPr/>
        </p:nvSpPr>
        <p:spPr>
          <a:xfrm>
            <a:off x="4349659" y="2826957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100" dirty="0">
              <a:cs typeface="Arial"/>
            </a:endParaRP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F8F9173-242F-66C3-8F10-ED112A9918ED}"/>
              </a:ext>
            </a:extLst>
          </p:cNvPr>
          <p:cNvCxnSpPr/>
          <p:nvPr/>
        </p:nvCxnSpPr>
        <p:spPr>
          <a:xfrm>
            <a:off x="4381497" y="3289217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4AEBF49E-870C-B8B8-FCC7-D9B6B42ABC77}"/>
              </a:ext>
            </a:extLst>
          </p:cNvPr>
          <p:cNvSpPr/>
          <p:nvPr/>
        </p:nvSpPr>
        <p:spPr>
          <a:xfrm>
            <a:off x="6780004" y="2826956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2CC19F6-A8C9-B810-8890-565D24A70653}"/>
              </a:ext>
            </a:extLst>
          </p:cNvPr>
          <p:cNvCxnSpPr>
            <a:cxnSpLocks/>
          </p:cNvCxnSpPr>
          <p:nvPr/>
        </p:nvCxnSpPr>
        <p:spPr>
          <a:xfrm>
            <a:off x="6811842" y="3289216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6FBFC16-110C-B4BB-569D-7B066875A181}"/>
              </a:ext>
            </a:extLst>
          </p:cNvPr>
          <p:cNvGrpSpPr/>
          <p:nvPr/>
        </p:nvGrpSpPr>
        <p:grpSpPr>
          <a:xfrm>
            <a:off x="9231576" y="2826956"/>
            <a:ext cx="1464575" cy="893357"/>
            <a:chOff x="4073236" y="2189018"/>
            <a:chExt cx="1911927" cy="119149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561258AB-7E29-A140-0DE9-7BD5DA06DA6C}"/>
                </a:ext>
              </a:extLst>
            </p:cNvPr>
            <p:cNvSpPr/>
            <p:nvPr/>
          </p:nvSpPr>
          <p:spPr>
            <a:xfrm>
              <a:off x="4073236" y="2189018"/>
              <a:ext cx="1911927" cy="11914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9BC394BF-57A8-A1A9-A792-13BBC94C4D6D}"/>
                </a:ext>
              </a:extLst>
            </p:cNvPr>
            <p:cNvCxnSpPr>
              <a:cxnSpLocks/>
            </p:cNvCxnSpPr>
            <p:nvPr/>
          </p:nvCxnSpPr>
          <p:spPr>
            <a:xfrm>
              <a:off x="4114799" y="2805545"/>
              <a:ext cx="1856510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42C4EBF6-E2F3-D8C1-C30A-BE8589AB1BE6}"/>
              </a:ext>
            </a:extLst>
          </p:cNvPr>
          <p:cNvSpPr/>
          <p:nvPr/>
        </p:nvSpPr>
        <p:spPr>
          <a:xfrm>
            <a:off x="2768343" y="3078959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>
                <a:cs typeface="Arial"/>
              </a:rPr>
              <a:t>2010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9787DB7-9E14-3456-C7AE-81ADDA568540}"/>
              </a:ext>
            </a:extLst>
          </p:cNvPr>
          <p:cNvSpPr txBox="1"/>
          <p:nvPr/>
        </p:nvSpPr>
        <p:spPr>
          <a:xfrm>
            <a:off x="2768343" y="2642860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TOPO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B3E9E88-1446-71BD-4D4E-C405547CB490}"/>
              </a:ext>
            </a:extLst>
          </p:cNvPr>
          <p:cNvSpPr txBox="1"/>
          <p:nvPr/>
        </p:nvSpPr>
        <p:spPr>
          <a:xfrm>
            <a:off x="4349659" y="234911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2010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838E966-F77B-96E4-ABEB-9272DB24153C}"/>
              </a:ext>
            </a:extLst>
          </p:cNvPr>
          <p:cNvSpPr txBox="1"/>
          <p:nvPr/>
        </p:nvSpPr>
        <p:spPr>
          <a:xfrm>
            <a:off x="6780004" y="234911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2050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B44FB0D-DC9D-998A-80ED-9296BFF2D368}"/>
              </a:ext>
            </a:extLst>
          </p:cNvPr>
          <p:cNvSpPr txBox="1"/>
          <p:nvPr/>
        </p:nvSpPr>
        <p:spPr>
          <a:xfrm>
            <a:off x="9305867" y="234911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2310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F02DF42-FBFD-B3D5-A59B-6E53CFDEBEC8}"/>
              </a:ext>
            </a:extLst>
          </p:cNvPr>
          <p:cNvSpPr txBox="1"/>
          <p:nvPr/>
        </p:nvSpPr>
        <p:spPr>
          <a:xfrm>
            <a:off x="4466400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2050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1C1AA82-9876-2DA9-02AF-D1578871AAF5}"/>
              </a:ext>
            </a:extLst>
          </p:cNvPr>
          <p:cNvSpPr txBox="1"/>
          <p:nvPr/>
        </p:nvSpPr>
        <p:spPr>
          <a:xfrm>
            <a:off x="6833070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2310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DFCF609-6B75-DF2C-CB67-AF60AF7F3C92}"/>
              </a:ext>
            </a:extLst>
          </p:cNvPr>
          <p:cNvSpPr txBox="1"/>
          <p:nvPr/>
        </p:nvSpPr>
        <p:spPr>
          <a:xfrm>
            <a:off x="9369544" y="3325574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NULL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5B87786-4C79-9264-F260-C46C868A36B7}"/>
              </a:ext>
            </a:extLst>
          </p:cNvPr>
          <p:cNvCxnSpPr/>
          <p:nvPr/>
        </p:nvCxnSpPr>
        <p:spPr>
          <a:xfrm>
            <a:off x="3945709" y="3382059"/>
            <a:ext cx="435128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1E867567-C94A-4853-AA29-C2FAA8F48AE8}"/>
              </a:ext>
            </a:extLst>
          </p:cNvPr>
          <p:cNvCxnSpPr>
            <a:cxnSpLocks/>
          </p:cNvCxnSpPr>
          <p:nvPr/>
        </p:nvCxnSpPr>
        <p:spPr>
          <a:xfrm>
            <a:off x="5813573" y="3496325"/>
            <a:ext cx="965771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09BA301-88CF-8D1C-D1FA-198775415AFB}"/>
              </a:ext>
            </a:extLst>
          </p:cNvPr>
          <p:cNvCxnSpPr>
            <a:cxnSpLocks/>
          </p:cNvCxnSpPr>
          <p:nvPr/>
        </p:nvCxnSpPr>
        <p:spPr>
          <a:xfrm>
            <a:off x="8243918" y="3496325"/>
            <a:ext cx="965771" cy="1038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3CCA1E21-0FB0-653B-9FA6-173DF0806804}"/>
              </a:ext>
            </a:extLst>
          </p:cNvPr>
          <p:cNvCxnSpPr/>
          <p:nvPr/>
        </p:nvCxnSpPr>
        <p:spPr>
          <a:xfrm>
            <a:off x="10698805" y="3515014"/>
            <a:ext cx="477580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9CDD8E3A-C125-540B-AEC5-3980C910EDDC}"/>
              </a:ext>
            </a:extLst>
          </p:cNvPr>
          <p:cNvCxnSpPr>
            <a:cxnSpLocks/>
          </p:cNvCxnSpPr>
          <p:nvPr/>
        </p:nvCxnSpPr>
        <p:spPr>
          <a:xfrm>
            <a:off x="11176383" y="3499572"/>
            <a:ext cx="2" cy="498618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6967B37-336F-95B0-C0E8-E7583B6A96AD}"/>
              </a:ext>
            </a:extLst>
          </p:cNvPr>
          <p:cNvSpPr txBox="1"/>
          <p:nvPr/>
        </p:nvSpPr>
        <p:spPr>
          <a:xfrm>
            <a:off x="4706289" y="2888129"/>
            <a:ext cx="5319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8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80E1CE4-7791-FF9E-D041-81022B377D99}"/>
              </a:ext>
            </a:extLst>
          </p:cNvPr>
          <p:cNvSpPr txBox="1"/>
          <p:nvPr/>
        </p:nvSpPr>
        <p:spPr>
          <a:xfrm>
            <a:off x="7147511" y="2888130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8C6D902-3934-231F-EE85-89716739D0A3}"/>
              </a:ext>
            </a:extLst>
          </p:cNvPr>
          <p:cNvSpPr txBox="1"/>
          <p:nvPr/>
        </p:nvSpPr>
        <p:spPr>
          <a:xfrm>
            <a:off x="9645177" y="2888129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50</a:t>
            </a: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271AFFA8-577B-7701-506A-8D4D34C1F07A}"/>
              </a:ext>
            </a:extLst>
          </p:cNvPr>
          <p:cNvCxnSpPr>
            <a:cxnSpLocks/>
          </p:cNvCxnSpPr>
          <p:nvPr/>
        </p:nvCxnSpPr>
        <p:spPr>
          <a:xfrm>
            <a:off x="10982164" y="4066179"/>
            <a:ext cx="387929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418E17FF-50E1-EDFF-506D-6EB063656FEF}"/>
              </a:ext>
            </a:extLst>
          </p:cNvPr>
          <p:cNvCxnSpPr>
            <a:cxnSpLocks/>
          </p:cNvCxnSpPr>
          <p:nvPr/>
        </p:nvCxnSpPr>
        <p:spPr>
          <a:xfrm>
            <a:off x="11052719" y="4207291"/>
            <a:ext cx="303263" cy="0"/>
          </a:xfrm>
          <a:prstGeom prst="straightConnector1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6853DC11-0D52-1144-B78E-E7C64FC8EF10}"/>
              </a:ext>
            </a:extLst>
          </p:cNvPr>
          <p:cNvSpPr/>
          <p:nvPr/>
        </p:nvSpPr>
        <p:spPr>
          <a:xfrm>
            <a:off x="2896214" y="4435624"/>
            <a:ext cx="1464575" cy="893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100" dirty="0">
              <a:cs typeface="Arial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DF145692-EFBE-5832-430F-D4CE12DB2EBF}"/>
              </a:ext>
            </a:extLst>
          </p:cNvPr>
          <p:cNvCxnSpPr>
            <a:cxnSpLocks/>
          </p:cNvCxnSpPr>
          <p:nvPr/>
        </p:nvCxnSpPr>
        <p:spPr>
          <a:xfrm>
            <a:off x="2928052" y="4883772"/>
            <a:ext cx="1422124" cy="0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68BF30-DD85-7EAD-30A8-C544BEB2C087}"/>
              </a:ext>
            </a:extLst>
          </p:cNvPr>
          <p:cNvSpPr txBox="1"/>
          <p:nvPr/>
        </p:nvSpPr>
        <p:spPr>
          <a:xfrm>
            <a:off x="5444067" y="4710289"/>
            <a:ext cx="4154311" cy="502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aseline="30000" dirty="0">
                <a:latin typeface="Calibri"/>
                <a:ea typeface="Calibri"/>
                <a:cs typeface="Calibri"/>
              </a:rPr>
              <a:t>free(</a:t>
            </a:r>
            <a:r>
              <a:rPr lang="en-US" sz="4000" baseline="30000" dirty="0" err="1">
                <a:latin typeface="Calibri"/>
                <a:ea typeface="Calibri"/>
                <a:cs typeface="Calibri"/>
              </a:rPr>
              <a:t>apagar</a:t>
            </a:r>
            <a:r>
              <a:rPr lang="en-US" sz="4000" baseline="30000" dirty="0"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C052225-A372-8B51-5C0E-4AE7B9BCEF5D}"/>
              </a:ext>
            </a:extLst>
          </p:cNvPr>
          <p:cNvSpPr txBox="1"/>
          <p:nvPr/>
        </p:nvSpPr>
        <p:spPr>
          <a:xfrm>
            <a:off x="3263103" y="4479891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2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F39D0A72-4990-E166-46C4-09EE8DF8C4D0}"/>
              </a:ext>
            </a:extLst>
          </p:cNvPr>
          <p:cNvCxnSpPr>
            <a:cxnSpLocks/>
          </p:cNvCxnSpPr>
          <p:nvPr/>
        </p:nvCxnSpPr>
        <p:spPr>
          <a:xfrm flipV="1">
            <a:off x="4387067" y="3746602"/>
            <a:ext cx="868277" cy="140640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ABB7C77-F8CF-4B1F-16F2-6153FCC00375}"/>
              </a:ext>
            </a:extLst>
          </p:cNvPr>
          <p:cNvSpPr txBox="1"/>
          <p:nvPr/>
        </p:nvSpPr>
        <p:spPr>
          <a:xfrm>
            <a:off x="3080945" y="4958431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2010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6A032ED-D38F-1DD2-035E-E761E29AE949}"/>
              </a:ext>
            </a:extLst>
          </p:cNvPr>
          <p:cNvSpPr txBox="1"/>
          <p:nvPr/>
        </p:nvSpPr>
        <p:spPr>
          <a:xfrm>
            <a:off x="2892919" y="4038093"/>
            <a:ext cx="99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3339</a:t>
            </a:r>
          </a:p>
        </p:txBody>
      </p:sp>
      <p:sp>
        <p:nvSpPr>
          <p:cNvPr id="14" name="Sinal de Multiplicação 13">
            <a:extLst>
              <a:ext uri="{FF2B5EF4-FFF2-40B4-BE49-F238E27FC236}">
                <a16:creationId xmlns:a16="http://schemas.microsoft.com/office/drawing/2014/main" id="{C0A172E3-A7E4-4779-BD1E-405CF47D514D}"/>
              </a:ext>
            </a:extLst>
          </p:cNvPr>
          <p:cNvSpPr/>
          <p:nvPr/>
        </p:nvSpPr>
        <p:spPr>
          <a:xfrm>
            <a:off x="2441222" y="3993444"/>
            <a:ext cx="2367844" cy="1803399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85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Exclusão de um elemento (pop)</a:t>
            </a:r>
            <a:endParaRPr dirty="0"/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2758B60-64FB-2C36-CCC6-368476A14A0F}"/>
              </a:ext>
            </a:extLst>
          </p:cNvPr>
          <p:cNvGrpSpPr/>
          <p:nvPr/>
        </p:nvGrpSpPr>
        <p:grpSpPr>
          <a:xfrm>
            <a:off x="2768343" y="2349113"/>
            <a:ext cx="8601750" cy="1858178"/>
            <a:chOff x="2768343" y="2349113"/>
            <a:chExt cx="8601750" cy="1858178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43246531-CAE6-62BE-F952-F938870A2ECD}"/>
                </a:ext>
              </a:extLst>
            </p:cNvPr>
            <p:cNvSpPr/>
            <p:nvPr/>
          </p:nvSpPr>
          <p:spPr>
            <a:xfrm>
              <a:off x="4349659" y="2826957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pt-BR" sz="1100" dirty="0">
                <a:cs typeface="Arial"/>
              </a:endParaRPr>
            </a:p>
          </p:txBody>
        </p:sp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EF8F9173-242F-66C3-8F10-ED112A9918ED}"/>
                </a:ext>
              </a:extLst>
            </p:cNvPr>
            <p:cNvCxnSpPr/>
            <p:nvPr/>
          </p:nvCxnSpPr>
          <p:spPr>
            <a:xfrm>
              <a:off x="4381497" y="3289217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AEBF49E-870C-B8B8-FCC7-D9B6B42ABC77}"/>
                </a:ext>
              </a:extLst>
            </p:cNvPr>
            <p:cNvSpPr/>
            <p:nvPr/>
          </p:nvSpPr>
          <p:spPr>
            <a:xfrm>
              <a:off x="6780004" y="2826956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2CC19F6-A8C9-B810-8890-565D24A7065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842" y="3289216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A6FBFC16-110C-B4BB-569D-7B066875A181}"/>
                </a:ext>
              </a:extLst>
            </p:cNvPr>
            <p:cNvGrpSpPr/>
            <p:nvPr/>
          </p:nvGrpSpPr>
          <p:grpSpPr>
            <a:xfrm>
              <a:off x="9231576" y="2826956"/>
              <a:ext cx="1464575" cy="893357"/>
              <a:chOff x="4073236" y="2189018"/>
              <a:chExt cx="1911927" cy="1191490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61258AB-7E29-A140-0DE9-7BD5DA06DA6C}"/>
                  </a:ext>
                </a:extLst>
              </p:cNvPr>
              <p:cNvSpPr/>
              <p:nvPr/>
            </p:nvSpPr>
            <p:spPr>
              <a:xfrm>
                <a:off x="4073236" y="2189018"/>
                <a:ext cx="1911927" cy="11914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9BC394BF-57A8-A1A9-A792-13BBC94C4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799" y="2805545"/>
                <a:ext cx="1856510" cy="0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2C4EBF6-E2F3-D8C1-C30A-BE8589AB1BE6}"/>
                </a:ext>
              </a:extLst>
            </p:cNvPr>
            <p:cNvSpPr/>
            <p:nvPr/>
          </p:nvSpPr>
          <p:spPr>
            <a:xfrm>
              <a:off x="2768343" y="3078959"/>
              <a:ext cx="1178027" cy="509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cs typeface="Arial"/>
                </a:rPr>
                <a:t>2010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9787DB7-9E14-3456-C7AE-81ADDA568540}"/>
                </a:ext>
              </a:extLst>
            </p:cNvPr>
            <p:cNvSpPr txBox="1"/>
            <p:nvPr/>
          </p:nvSpPr>
          <p:spPr>
            <a:xfrm>
              <a:off x="2768343" y="264286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TOPO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4B3E9E88-1446-71BD-4D4E-C405547CB490}"/>
                </a:ext>
              </a:extLst>
            </p:cNvPr>
            <p:cNvSpPr txBox="1"/>
            <p:nvPr/>
          </p:nvSpPr>
          <p:spPr>
            <a:xfrm>
              <a:off x="4349659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2010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6838E966-F77B-96E4-ABEB-9272DB24153C}"/>
                </a:ext>
              </a:extLst>
            </p:cNvPr>
            <p:cNvSpPr txBox="1"/>
            <p:nvPr/>
          </p:nvSpPr>
          <p:spPr>
            <a:xfrm>
              <a:off x="6780004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B44FB0D-DC9D-998A-80ED-9296BFF2D368}"/>
                </a:ext>
              </a:extLst>
            </p:cNvPr>
            <p:cNvSpPr txBox="1"/>
            <p:nvPr/>
          </p:nvSpPr>
          <p:spPr>
            <a:xfrm>
              <a:off x="9305867" y="234911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FF02DF42-FBFD-B3D5-A59B-6E53CFDEBEC8}"/>
                </a:ext>
              </a:extLst>
            </p:cNvPr>
            <p:cNvSpPr txBox="1"/>
            <p:nvPr/>
          </p:nvSpPr>
          <p:spPr>
            <a:xfrm>
              <a:off x="446640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1C1AA82-9876-2DA9-02AF-D1578871AAF5}"/>
                </a:ext>
              </a:extLst>
            </p:cNvPr>
            <p:cNvSpPr txBox="1"/>
            <p:nvPr/>
          </p:nvSpPr>
          <p:spPr>
            <a:xfrm>
              <a:off x="683307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DFCF609-6B75-DF2C-CB67-AF60AF7F3C92}"/>
                </a:ext>
              </a:extLst>
            </p:cNvPr>
            <p:cNvSpPr txBox="1"/>
            <p:nvPr/>
          </p:nvSpPr>
          <p:spPr>
            <a:xfrm>
              <a:off x="9369544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NULL</a:t>
              </a:r>
            </a:p>
          </p:txBody>
        </p: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95B87786-4C79-9264-F260-C46C868A36B7}"/>
                </a:ext>
              </a:extLst>
            </p:cNvPr>
            <p:cNvCxnSpPr/>
            <p:nvPr/>
          </p:nvCxnSpPr>
          <p:spPr>
            <a:xfrm>
              <a:off x="3945709" y="3382059"/>
              <a:ext cx="435128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E867567-C94A-4853-AA29-C2FAA8F48AE8}"/>
                </a:ext>
              </a:extLst>
            </p:cNvPr>
            <p:cNvCxnSpPr>
              <a:cxnSpLocks/>
            </p:cNvCxnSpPr>
            <p:nvPr/>
          </p:nvCxnSpPr>
          <p:spPr>
            <a:xfrm>
              <a:off x="5813573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209BA301-88CF-8D1C-D1FA-198775415AFB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18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3CCA1E21-0FB0-653B-9FA6-173DF0806804}"/>
                </a:ext>
              </a:extLst>
            </p:cNvPr>
            <p:cNvCxnSpPr/>
            <p:nvPr/>
          </p:nvCxnSpPr>
          <p:spPr>
            <a:xfrm>
              <a:off x="10698805" y="3515014"/>
              <a:ext cx="477580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CDD8E3A-C125-540B-AEC5-3980C910ED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383" y="3499572"/>
              <a:ext cx="2" cy="498618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56967B37-336F-95B0-C0E8-E7583B6A96AD}"/>
                </a:ext>
              </a:extLst>
            </p:cNvPr>
            <p:cNvSpPr txBox="1"/>
            <p:nvPr/>
          </p:nvSpPr>
          <p:spPr>
            <a:xfrm>
              <a:off x="4706289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8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F80E1CE4-7791-FF9E-D041-81022B377D99}"/>
                </a:ext>
              </a:extLst>
            </p:cNvPr>
            <p:cNvSpPr txBox="1"/>
            <p:nvPr/>
          </p:nvSpPr>
          <p:spPr>
            <a:xfrm>
              <a:off x="7147511" y="288813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88C6D902-3934-231F-EE85-89716739D0A3}"/>
                </a:ext>
              </a:extLst>
            </p:cNvPr>
            <p:cNvSpPr txBox="1"/>
            <p:nvPr/>
          </p:nvSpPr>
          <p:spPr>
            <a:xfrm>
              <a:off x="9645177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50</a:t>
              </a:r>
            </a:p>
          </p:txBody>
        </p: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271AFFA8-577B-7701-506A-8D4D34C1F0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2164" y="4066179"/>
              <a:ext cx="387929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418E17FF-50E1-EDFF-506D-6EB063656FEF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719" y="4207291"/>
              <a:ext cx="303263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2057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Reinicializar pilha</a:t>
            </a:r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Precisamos excluir todos os seus elementos e colocar NULL no campo topo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void reinicializarPilha( PILHA *p)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PONT apagar;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PONT posicao = p-&gt;topo;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while(posicao != NULL){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     apagar = posicao;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     posicao = posicao-&gt;prox;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     free(apagar);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p-&gt;topo = NULL;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}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Reinicializar pilha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2758B60-64FB-2C36-CCC6-368476A14A0F}"/>
              </a:ext>
            </a:extLst>
          </p:cNvPr>
          <p:cNvGrpSpPr/>
          <p:nvPr/>
        </p:nvGrpSpPr>
        <p:grpSpPr>
          <a:xfrm>
            <a:off x="2768343" y="2349113"/>
            <a:ext cx="8601750" cy="1858178"/>
            <a:chOff x="2768343" y="2349113"/>
            <a:chExt cx="8601750" cy="1858178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43246531-CAE6-62BE-F952-F938870A2ECD}"/>
                </a:ext>
              </a:extLst>
            </p:cNvPr>
            <p:cNvSpPr/>
            <p:nvPr/>
          </p:nvSpPr>
          <p:spPr>
            <a:xfrm>
              <a:off x="4349659" y="2826957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pt-BR" sz="1100" dirty="0">
                <a:cs typeface="Arial"/>
              </a:endParaRPr>
            </a:p>
          </p:txBody>
        </p:sp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EF8F9173-242F-66C3-8F10-ED112A9918ED}"/>
                </a:ext>
              </a:extLst>
            </p:cNvPr>
            <p:cNvCxnSpPr/>
            <p:nvPr/>
          </p:nvCxnSpPr>
          <p:spPr>
            <a:xfrm>
              <a:off x="4381497" y="3289217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AEBF49E-870C-B8B8-FCC7-D9B6B42ABC77}"/>
                </a:ext>
              </a:extLst>
            </p:cNvPr>
            <p:cNvSpPr/>
            <p:nvPr/>
          </p:nvSpPr>
          <p:spPr>
            <a:xfrm>
              <a:off x="6780004" y="2826956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2CC19F6-A8C9-B810-8890-565D24A7065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842" y="3289216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A6FBFC16-110C-B4BB-569D-7B066875A181}"/>
                </a:ext>
              </a:extLst>
            </p:cNvPr>
            <p:cNvGrpSpPr/>
            <p:nvPr/>
          </p:nvGrpSpPr>
          <p:grpSpPr>
            <a:xfrm>
              <a:off x="9231576" y="2826956"/>
              <a:ext cx="1464575" cy="893357"/>
              <a:chOff x="4073236" y="2189018"/>
              <a:chExt cx="1911927" cy="1191490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61258AB-7E29-A140-0DE9-7BD5DA06DA6C}"/>
                  </a:ext>
                </a:extLst>
              </p:cNvPr>
              <p:cNvSpPr/>
              <p:nvPr/>
            </p:nvSpPr>
            <p:spPr>
              <a:xfrm>
                <a:off x="4073236" y="2189018"/>
                <a:ext cx="1911927" cy="11914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9BC394BF-57A8-A1A9-A792-13BBC94C4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799" y="2805545"/>
                <a:ext cx="1856510" cy="0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2C4EBF6-E2F3-D8C1-C30A-BE8589AB1BE6}"/>
                </a:ext>
              </a:extLst>
            </p:cNvPr>
            <p:cNvSpPr/>
            <p:nvPr/>
          </p:nvSpPr>
          <p:spPr>
            <a:xfrm>
              <a:off x="2768343" y="3078959"/>
              <a:ext cx="1178027" cy="509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cs typeface="Arial"/>
                </a:rPr>
                <a:t>2010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9787DB7-9E14-3456-C7AE-81ADDA568540}"/>
                </a:ext>
              </a:extLst>
            </p:cNvPr>
            <p:cNvSpPr txBox="1"/>
            <p:nvPr/>
          </p:nvSpPr>
          <p:spPr>
            <a:xfrm>
              <a:off x="2768343" y="264286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TOPO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4B3E9E88-1446-71BD-4D4E-C405547CB490}"/>
                </a:ext>
              </a:extLst>
            </p:cNvPr>
            <p:cNvSpPr txBox="1"/>
            <p:nvPr/>
          </p:nvSpPr>
          <p:spPr>
            <a:xfrm>
              <a:off x="4349659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2010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6838E966-F77B-96E4-ABEB-9272DB24153C}"/>
                </a:ext>
              </a:extLst>
            </p:cNvPr>
            <p:cNvSpPr txBox="1"/>
            <p:nvPr/>
          </p:nvSpPr>
          <p:spPr>
            <a:xfrm>
              <a:off x="6780004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B44FB0D-DC9D-998A-80ED-9296BFF2D368}"/>
                </a:ext>
              </a:extLst>
            </p:cNvPr>
            <p:cNvSpPr txBox="1"/>
            <p:nvPr/>
          </p:nvSpPr>
          <p:spPr>
            <a:xfrm>
              <a:off x="9305867" y="234911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FF02DF42-FBFD-B3D5-A59B-6E53CFDEBEC8}"/>
                </a:ext>
              </a:extLst>
            </p:cNvPr>
            <p:cNvSpPr txBox="1"/>
            <p:nvPr/>
          </p:nvSpPr>
          <p:spPr>
            <a:xfrm>
              <a:off x="446640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1C1AA82-9876-2DA9-02AF-D1578871AAF5}"/>
                </a:ext>
              </a:extLst>
            </p:cNvPr>
            <p:cNvSpPr txBox="1"/>
            <p:nvPr/>
          </p:nvSpPr>
          <p:spPr>
            <a:xfrm>
              <a:off x="683307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DFCF609-6B75-DF2C-CB67-AF60AF7F3C92}"/>
                </a:ext>
              </a:extLst>
            </p:cNvPr>
            <p:cNvSpPr txBox="1"/>
            <p:nvPr/>
          </p:nvSpPr>
          <p:spPr>
            <a:xfrm>
              <a:off x="9369544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NULL</a:t>
              </a:r>
            </a:p>
          </p:txBody>
        </p: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95B87786-4C79-9264-F260-C46C868A36B7}"/>
                </a:ext>
              </a:extLst>
            </p:cNvPr>
            <p:cNvCxnSpPr/>
            <p:nvPr/>
          </p:nvCxnSpPr>
          <p:spPr>
            <a:xfrm>
              <a:off x="3945709" y="3382059"/>
              <a:ext cx="435128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E867567-C94A-4853-AA29-C2FAA8F48AE8}"/>
                </a:ext>
              </a:extLst>
            </p:cNvPr>
            <p:cNvCxnSpPr>
              <a:cxnSpLocks/>
            </p:cNvCxnSpPr>
            <p:nvPr/>
          </p:nvCxnSpPr>
          <p:spPr>
            <a:xfrm>
              <a:off x="5813573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209BA301-88CF-8D1C-D1FA-198775415AFB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18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3CCA1E21-0FB0-653B-9FA6-173DF0806804}"/>
                </a:ext>
              </a:extLst>
            </p:cNvPr>
            <p:cNvCxnSpPr/>
            <p:nvPr/>
          </p:nvCxnSpPr>
          <p:spPr>
            <a:xfrm>
              <a:off x="10698805" y="3515014"/>
              <a:ext cx="477580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CDD8E3A-C125-540B-AEC5-3980C910ED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383" y="3499572"/>
              <a:ext cx="2" cy="498618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56967B37-336F-95B0-C0E8-E7583B6A96AD}"/>
                </a:ext>
              </a:extLst>
            </p:cNvPr>
            <p:cNvSpPr txBox="1"/>
            <p:nvPr/>
          </p:nvSpPr>
          <p:spPr>
            <a:xfrm>
              <a:off x="4706289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8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F80E1CE4-7791-FF9E-D041-81022B377D99}"/>
                </a:ext>
              </a:extLst>
            </p:cNvPr>
            <p:cNvSpPr txBox="1"/>
            <p:nvPr/>
          </p:nvSpPr>
          <p:spPr>
            <a:xfrm>
              <a:off x="7147511" y="288813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88C6D902-3934-231F-EE85-89716739D0A3}"/>
                </a:ext>
              </a:extLst>
            </p:cNvPr>
            <p:cNvSpPr txBox="1"/>
            <p:nvPr/>
          </p:nvSpPr>
          <p:spPr>
            <a:xfrm>
              <a:off x="9645177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50</a:t>
              </a:r>
            </a:p>
          </p:txBody>
        </p: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271AFFA8-577B-7701-506A-8D4D34C1F0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2164" y="4066179"/>
              <a:ext cx="387929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418E17FF-50E1-EDFF-506D-6EB063656FEF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719" y="4207291"/>
              <a:ext cx="303263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271A4886-46C4-F74D-E32B-C72E143BAA37}"/>
              </a:ext>
            </a:extLst>
          </p:cNvPr>
          <p:cNvSpPr/>
          <p:nvPr/>
        </p:nvSpPr>
        <p:spPr>
          <a:xfrm>
            <a:off x="3654521" y="4642470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>
                <a:cs typeface="Arial"/>
              </a:rPr>
              <a:t>2010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E974ADE-9FD1-4DA6-A466-7C79D771373C}"/>
              </a:ext>
            </a:extLst>
          </p:cNvPr>
          <p:cNvCxnSpPr/>
          <p:nvPr/>
        </p:nvCxnSpPr>
        <p:spPr>
          <a:xfrm flipV="1">
            <a:off x="4309775" y="3812957"/>
            <a:ext cx="350461" cy="82216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A7DE75-2390-4889-B5A8-22517037662F}"/>
              </a:ext>
            </a:extLst>
          </p:cNvPr>
          <p:cNvSpPr txBox="1"/>
          <p:nvPr/>
        </p:nvSpPr>
        <p:spPr>
          <a:xfrm>
            <a:off x="3061855" y="4206371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posicao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36065C-14EB-02C3-AA10-660C15478F67}"/>
              </a:ext>
            </a:extLst>
          </p:cNvPr>
          <p:cNvSpPr txBox="1"/>
          <p:nvPr/>
        </p:nvSpPr>
        <p:spPr>
          <a:xfrm>
            <a:off x="3061855" y="5151816"/>
            <a:ext cx="4087941" cy="13460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>
                <a:latin typeface="Calibri"/>
                <a:ea typeface="Calibri"/>
                <a:cs typeface="Calibri"/>
              </a:rPr>
              <a:t>apagar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-&gt;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prox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pt-BR" dirty="0">
              <a:ea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free</a:t>
            </a:r>
            <a:r>
              <a:rPr lang="pt-BR" sz="2400" dirty="0">
                <a:latin typeface="Calibri"/>
                <a:ea typeface="Calibri"/>
                <a:cs typeface="Calibri"/>
              </a:rPr>
              <a:t>(apagar);</a:t>
            </a: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80C67CA-B28C-2AD7-9C54-4B9CB2C2FE29}"/>
              </a:ext>
            </a:extLst>
          </p:cNvPr>
          <p:cNvSpPr/>
          <p:nvPr/>
        </p:nvSpPr>
        <p:spPr>
          <a:xfrm>
            <a:off x="4924521" y="4642470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>
                <a:cs typeface="Arial"/>
              </a:rPr>
              <a:t>2010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78A25D-8698-FDF3-F65B-9EA59A0D431E}"/>
              </a:ext>
            </a:extLst>
          </p:cNvPr>
          <p:cNvSpPr txBox="1"/>
          <p:nvPr/>
        </p:nvSpPr>
        <p:spPr>
          <a:xfrm>
            <a:off x="4825744" y="4206371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apagar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4E2312D5-8C26-EEF9-B50C-41B0A12047AD}"/>
              </a:ext>
            </a:extLst>
          </p:cNvPr>
          <p:cNvCxnSpPr>
            <a:cxnSpLocks/>
          </p:cNvCxnSpPr>
          <p:nvPr/>
        </p:nvCxnSpPr>
        <p:spPr>
          <a:xfrm flipH="1" flipV="1">
            <a:off x="5436348" y="3770624"/>
            <a:ext cx="538538" cy="85039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940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Reinicializar pilha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2758B60-64FB-2C36-CCC6-368476A14A0F}"/>
              </a:ext>
            </a:extLst>
          </p:cNvPr>
          <p:cNvGrpSpPr/>
          <p:nvPr/>
        </p:nvGrpSpPr>
        <p:grpSpPr>
          <a:xfrm>
            <a:off x="2768343" y="2349113"/>
            <a:ext cx="8601750" cy="1858178"/>
            <a:chOff x="2768343" y="2349113"/>
            <a:chExt cx="8601750" cy="1858178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43246531-CAE6-62BE-F952-F938870A2ECD}"/>
                </a:ext>
              </a:extLst>
            </p:cNvPr>
            <p:cNvSpPr/>
            <p:nvPr/>
          </p:nvSpPr>
          <p:spPr>
            <a:xfrm>
              <a:off x="4349659" y="2826957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pt-BR" sz="1100" dirty="0">
                <a:cs typeface="Arial"/>
              </a:endParaRPr>
            </a:p>
          </p:txBody>
        </p:sp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EF8F9173-242F-66C3-8F10-ED112A9918ED}"/>
                </a:ext>
              </a:extLst>
            </p:cNvPr>
            <p:cNvCxnSpPr/>
            <p:nvPr/>
          </p:nvCxnSpPr>
          <p:spPr>
            <a:xfrm>
              <a:off x="4381497" y="3289217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AEBF49E-870C-B8B8-FCC7-D9B6B42ABC77}"/>
                </a:ext>
              </a:extLst>
            </p:cNvPr>
            <p:cNvSpPr/>
            <p:nvPr/>
          </p:nvSpPr>
          <p:spPr>
            <a:xfrm>
              <a:off x="6780004" y="2826956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2CC19F6-A8C9-B810-8890-565D24A7065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842" y="3289216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A6FBFC16-110C-B4BB-569D-7B066875A181}"/>
                </a:ext>
              </a:extLst>
            </p:cNvPr>
            <p:cNvGrpSpPr/>
            <p:nvPr/>
          </p:nvGrpSpPr>
          <p:grpSpPr>
            <a:xfrm>
              <a:off x="9231576" y="2826956"/>
              <a:ext cx="1464575" cy="893357"/>
              <a:chOff x="4073236" y="2189018"/>
              <a:chExt cx="1911927" cy="1191490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61258AB-7E29-A140-0DE9-7BD5DA06DA6C}"/>
                  </a:ext>
                </a:extLst>
              </p:cNvPr>
              <p:cNvSpPr/>
              <p:nvPr/>
            </p:nvSpPr>
            <p:spPr>
              <a:xfrm>
                <a:off x="4073236" y="2189018"/>
                <a:ext cx="1911927" cy="11914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9BC394BF-57A8-A1A9-A792-13BBC94C4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799" y="2805545"/>
                <a:ext cx="1856510" cy="0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2C4EBF6-E2F3-D8C1-C30A-BE8589AB1BE6}"/>
                </a:ext>
              </a:extLst>
            </p:cNvPr>
            <p:cNvSpPr/>
            <p:nvPr/>
          </p:nvSpPr>
          <p:spPr>
            <a:xfrm>
              <a:off x="2768343" y="3078959"/>
              <a:ext cx="1178027" cy="509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cs typeface="Arial"/>
                </a:rPr>
                <a:t>2010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9787DB7-9E14-3456-C7AE-81ADDA568540}"/>
                </a:ext>
              </a:extLst>
            </p:cNvPr>
            <p:cNvSpPr txBox="1"/>
            <p:nvPr/>
          </p:nvSpPr>
          <p:spPr>
            <a:xfrm>
              <a:off x="2768343" y="264286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TOPO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4B3E9E88-1446-71BD-4D4E-C405547CB490}"/>
                </a:ext>
              </a:extLst>
            </p:cNvPr>
            <p:cNvSpPr txBox="1"/>
            <p:nvPr/>
          </p:nvSpPr>
          <p:spPr>
            <a:xfrm>
              <a:off x="4349659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2010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6838E966-F77B-96E4-ABEB-9272DB24153C}"/>
                </a:ext>
              </a:extLst>
            </p:cNvPr>
            <p:cNvSpPr txBox="1"/>
            <p:nvPr/>
          </p:nvSpPr>
          <p:spPr>
            <a:xfrm>
              <a:off x="6780004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B44FB0D-DC9D-998A-80ED-9296BFF2D368}"/>
                </a:ext>
              </a:extLst>
            </p:cNvPr>
            <p:cNvSpPr txBox="1"/>
            <p:nvPr/>
          </p:nvSpPr>
          <p:spPr>
            <a:xfrm>
              <a:off x="9305867" y="234911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FF02DF42-FBFD-B3D5-A59B-6E53CFDEBEC8}"/>
                </a:ext>
              </a:extLst>
            </p:cNvPr>
            <p:cNvSpPr txBox="1"/>
            <p:nvPr/>
          </p:nvSpPr>
          <p:spPr>
            <a:xfrm>
              <a:off x="446640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1C1AA82-9876-2DA9-02AF-D1578871AAF5}"/>
                </a:ext>
              </a:extLst>
            </p:cNvPr>
            <p:cNvSpPr txBox="1"/>
            <p:nvPr/>
          </p:nvSpPr>
          <p:spPr>
            <a:xfrm>
              <a:off x="683307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DFCF609-6B75-DF2C-CB67-AF60AF7F3C92}"/>
                </a:ext>
              </a:extLst>
            </p:cNvPr>
            <p:cNvSpPr txBox="1"/>
            <p:nvPr/>
          </p:nvSpPr>
          <p:spPr>
            <a:xfrm>
              <a:off x="9369544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NULL</a:t>
              </a:r>
            </a:p>
          </p:txBody>
        </p: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95B87786-4C79-9264-F260-C46C868A36B7}"/>
                </a:ext>
              </a:extLst>
            </p:cNvPr>
            <p:cNvCxnSpPr/>
            <p:nvPr/>
          </p:nvCxnSpPr>
          <p:spPr>
            <a:xfrm>
              <a:off x="3945709" y="3382059"/>
              <a:ext cx="435128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E867567-C94A-4853-AA29-C2FAA8F48AE8}"/>
                </a:ext>
              </a:extLst>
            </p:cNvPr>
            <p:cNvCxnSpPr>
              <a:cxnSpLocks/>
            </p:cNvCxnSpPr>
            <p:nvPr/>
          </p:nvCxnSpPr>
          <p:spPr>
            <a:xfrm>
              <a:off x="5813573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209BA301-88CF-8D1C-D1FA-198775415AFB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18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3CCA1E21-0FB0-653B-9FA6-173DF0806804}"/>
                </a:ext>
              </a:extLst>
            </p:cNvPr>
            <p:cNvCxnSpPr/>
            <p:nvPr/>
          </p:nvCxnSpPr>
          <p:spPr>
            <a:xfrm>
              <a:off x="10698805" y="3515014"/>
              <a:ext cx="477580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CDD8E3A-C125-540B-AEC5-3980C910ED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383" y="3499572"/>
              <a:ext cx="2" cy="498618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56967B37-336F-95B0-C0E8-E7583B6A96AD}"/>
                </a:ext>
              </a:extLst>
            </p:cNvPr>
            <p:cNvSpPr txBox="1"/>
            <p:nvPr/>
          </p:nvSpPr>
          <p:spPr>
            <a:xfrm>
              <a:off x="4706289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8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F80E1CE4-7791-FF9E-D041-81022B377D99}"/>
                </a:ext>
              </a:extLst>
            </p:cNvPr>
            <p:cNvSpPr txBox="1"/>
            <p:nvPr/>
          </p:nvSpPr>
          <p:spPr>
            <a:xfrm>
              <a:off x="7147511" y="288813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88C6D902-3934-231F-EE85-89716739D0A3}"/>
                </a:ext>
              </a:extLst>
            </p:cNvPr>
            <p:cNvSpPr txBox="1"/>
            <p:nvPr/>
          </p:nvSpPr>
          <p:spPr>
            <a:xfrm>
              <a:off x="9645177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50</a:t>
              </a:r>
            </a:p>
          </p:txBody>
        </p: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271AFFA8-577B-7701-506A-8D4D34C1F0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2164" y="4066179"/>
              <a:ext cx="387929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418E17FF-50E1-EDFF-506D-6EB063656FEF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719" y="4207291"/>
              <a:ext cx="303263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271A4886-46C4-F74D-E32B-C72E143BAA37}"/>
              </a:ext>
            </a:extLst>
          </p:cNvPr>
          <p:cNvSpPr/>
          <p:nvPr/>
        </p:nvSpPr>
        <p:spPr>
          <a:xfrm>
            <a:off x="6490854" y="4600137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2050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E974ADE-9FD1-4DA6-A466-7C79D771373C}"/>
              </a:ext>
            </a:extLst>
          </p:cNvPr>
          <p:cNvCxnSpPr/>
          <p:nvPr/>
        </p:nvCxnSpPr>
        <p:spPr>
          <a:xfrm flipV="1">
            <a:off x="7146108" y="3756513"/>
            <a:ext cx="350461" cy="82216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A7DE75-2390-4889-B5A8-22517037662F}"/>
              </a:ext>
            </a:extLst>
          </p:cNvPr>
          <p:cNvSpPr txBox="1"/>
          <p:nvPr/>
        </p:nvSpPr>
        <p:spPr>
          <a:xfrm>
            <a:off x="6095744" y="4206371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posicao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36065C-14EB-02C3-AA10-660C15478F67}"/>
              </a:ext>
            </a:extLst>
          </p:cNvPr>
          <p:cNvSpPr txBox="1"/>
          <p:nvPr/>
        </p:nvSpPr>
        <p:spPr>
          <a:xfrm>
            <a:off x="3061855" y="5151816"/>
            <a:ext cx="4087941" cy="13460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>
                <a:latin typeface="Calibri"/>
                <a:ea typeface="Calibri"/>
                <a:cs typeface="Calibri"/>
              </a:rPr>
              <a:t>apagar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-&gt;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prox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pt-BR" dirty="0">
              <a:ea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free</a:t>
            </a:r>
            <a:r>
              <a:rPr lang="pt-BR" sz="2400" dirty="0">
                <a:latin typeface="Calibri"/>
                <a:ea typeface="Calibri"/>
                <a:cs typeface="Calibri"/>
              </a:rPr>
              <a:t>(apagar);</a:t>
            </a: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80C67CA-B28C-2AD7-9C54-4B9CB2C2FE29}"/>
              </a:ext>
            </a:extLst>
          </p:cNvPr>
          <p:cNvSpPr/>
          <p:nvPr/>
        </p:nvSpPr>
        <p:spPr>
          <a:xfrm>
            <a:off x="4924521" y="4642470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>
                <a:cs typeface="Arial"/>
              </a:rPr>
              <a:t>2010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78A25D-8698-FDF3-F65B-9EA59A0D431E}"/>
              </a:ext>
            </a:extLst>
          </p:cNvPr>
          <p:cNvSpPr txBox="1"/>
          <p:nvPr/>
        </p:nvSpPr>
        <p:spPr>
          <a:xfrm>
            <a:off x="4825744" y="4206371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apagar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4E2312D5-8C26-EEF9-B50C-41B0A12047AD}"/>
              </a:ext>
            </a:extLst>
          </p:cNvPr>
          <p:cNvCxnSpPr>
            <a:cxnSpLocks/>
          </p:cNvCxnSpPr>
          <p:nvPr/>
        </p:nvCxnSpPr>
        <p:spPr>
          <a:xfrm flipH="1" flipV="1">
            <a:off x="5436348" y="3770624"/>
            <a:ext cx="538538" cy="85039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Sinal de Multiplicação 19">
            <a:extLst>
              <a:ext uri="{FF2B5EF4-FFF2-40B4-BE49-F238E27FC236}">
                <a16:creationId xmlns:a16="http://schemas.microsoft.com/office/drawing/2014/main" id="{E9F2B763-24EA-6850-2273-6B785ABD8111}"/>
              </a:ext>
            </a:extLst>
          </p:cNvPr>
          <p:cNvSpPr/>
          <p:nvPr/>
        </p:nvSpPr>
        <p:spPr>
          <a:xfrm>
            <a:off x="3922889" y="2384777"/>
            <a:ext cx="2367844" cy="1803399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42370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Reinicializar pilha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2758B60-64FB-2C36-CCC6-368476A14A0F}"/>
              </a:ext>
            </a:extLst>
          </p:cNvPr>
          <p:cNvGrpSpPr/>
          <p:nvPr/>
        </p:nvGrpSpPr>
        <p:grpSpPr>
          <a:xfrm>
            <a:off x="2768343" y="2349113"/>
            <a:ext cx="8601750" cy="1858178"/>
            <a:chOff x="2768343" y="2349113"/>
            <a:chExt cx="8601750" cy="1858178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AEBF49E-870C-B8B8-FCC7-D9B6B42ABC77}"/>
                </a:ext>
              </a:extLst>
            </p:cNvPr>
            <p:cNvSpPr/>
            <p:nvPr/>
          </p:nvSpPr>
          <p:spPr>
            <a:xfrm>
              <a:off x="6780004" y="2826956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2CC19F6-A8C9-B810-8890-565D24A7065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842" y="3289216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A6FBFC16-110C-B4BB-569D-7B066875A181}"/>
                </a:ext>
              </a:extLst>
            </p:cNvPr>
            <p:cNvGrpSpPr/>
            <p:nvPr/>
          </p:nvGrpSpPr>
          <p:grpSpPr>
            <a:xfrm>
              <a:off x="9231576" y="2826956"/>
              <a:ext cx="1464575" cy="893357"/>
              <a:chOff x="4073236" y="2189018"/>
              <a:chExt cx="1911927" cy="1191490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61258AB-7E29-A140-0DE9-7BD5DA06DA6C}"/>
                  </a:ext>
                </a:extLst>
              </p:cNvPr>
              <p:cNvSpPr/>
              <p:nvPr/>
            </p:nvSpPr>
            <p:spPr>
              <a:xfrm>
                <a:off x="4073236" y="2189018"/>
                <a:ext cx="1911927" cy="11914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9BC394BF-57A8-A1A9-A792-13BBC94C4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799" y="2805545"/>
                <a:ext cx="1856510" cy="0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2C4EBF6-E2F3-D8C1-C30A-BE8589AB1BE6}"/>
                </a:ext>
              </a:extLst>
            </p:cNvPr>
            <p:cNvSpPr/>
            <p:nvPr/>
          </p:nvSpPr>
          <p:spPr>
            <a:xfrm>
              <a:off x="2768343" y="3078959"/>
              <a:ext cx="1178027" cy="509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cs typeface="Arial"/>
                </a:rPr>
                <a:t>2010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9787DB7-9E14-3456-C7AE-81ADDA568540}"/>
                </a:ext>
              </a:extLst>
            </p:cNvPr>
            <p:cNvSpPr txBox="1"/>
            <p:nvPr/>
          </p:nvSpPr>
          <p:spPr>
            <a:xfrm>
              <a:off x="2768343" y="264286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TOPO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6838E966-F77B-96E4-ABEB-9272DB24153C}"/>
                </a:ext>
              </a:extLst>
            </p:cNvPr>
            <p:cNvSpPr txBox="1"/>
            <p:nvPr/>
          </p:nvSpPr>
          <p:spPr>
            <a:xfrm>
              <a:off x="6780004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B44FB0D-DC9D-998A-80ED-9296BFF2D368}"/>
                </a:ext>
              </a:extLst>
            </p:cNvPr>
            <p:cNvSpPr txBox="1"/>
            <p:nvPr/>
          </p:nvSpPr>
          <p:spPr>
            <a:xfrm>
              <a:off x="9305867" y="234911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1C1AA82-9876-2DA9-02AF-D1578871AAF5}"/>
                </a:ext>
              </a:extLst>
            </p:cNvPr>
            <p:cNvSpPr txBox="1"/>
            <p:nvPr/>
          </p:nvSpPr>
          <p:spPr>
            <a:xfrm>
              <a:off x="683307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DFCF609-6B75-DF2C-CB67-AF60AF7F3C92}"/>
                </a:ext>
              </a:extLst>
            </p:cNvPr>
            <p:cNvSpPr txBox="1"/>
            <p:nvPr/>
          </p:nvSpPr>
          <p:spPr>
            <a:xfrm>
              <a:off x="9369544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NULL</a:t>
              </a:r>
            </a:p>
          </p:txBody>
        </p: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E867567-C94A-4853-AA29-C2FAA8F48AE8}"/>
                </a:ext>
              </a:extLst>
            </p:cNvPr>
            <p:cNvCxnSpPr>
              <a:cxnSpLocks/>
            </p:cNvCxnSpPr>
            <p:nvPr/>
          </p:nvCxnSpPr>
          <p:spPr>
            <a:xfrm>
              <a:off x="3936796" y="3496325"/>
              <a:ext cx="2743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209BA301-88CF-8D1C-D1FA-198775415AFB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18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3CCA1E21-0FB0-653B-9FA6-173DF0806804}"/>
                </a:ext>
              </a:extLst>
            </p:cNvPr>
            <p:cNvCxnSpPr/>
            <p:nvPr/>
          </p:nvCxnSpPr>
          <p:spPr>
            <a:xfrm>
              <a:off x="10698805" y="3515014"/>
              <a:ext cx="477580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CDD8E3A-C125-540B-AEC5-3980C910ED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383" y="3499572"/>
              <a:ext cx="2" cy="498618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F80E1CE4-7791-FF9E-D041-81022B377D99}"/>
                </a:ext>
              </a:extLst>
            </p:cNvPr>
            <p:cNvSpPr txBox="1"/>
            <p:nvPr/>
          </p:nvSpPr>
          <p:spPr>
            <a:xfrm>
              <a:off x="7147511" y="288813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88C6D902-3934-231F-EE85-89716739D0A3}"/>
                </a:ext>
              </a:extLst>
            </p:cNvPr>
            <p:cNvSpPr txBox="1"/>
            <p:nvPr/>
          </p:nvSpPr>
          <p:spPr>
            <a:xfrm>
              <a:off x="9645177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50</a:t>
              </a:r>
            </a:p>
          </p:txBody>
        </p: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271AFFA8-577B-7701-506A-8D4D34C1F0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2164" y="4066179"/>
              <a:ext cx="387929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418E17FF-50E1-EDFF-506D-6EB063656FEF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719" y="4207291"/>
              <a:ext cx="303263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271A4886-46C4-F74D-E32B-C72E143BAA37}"/>
              </a:ext>
            </a:extLst>
          </p:cNvPr>
          <p:cNvSpPr/>
          <p:nvPr/>
        </p:nvSpPr>
        <p:spPr>
          <a:xfrm>
            <a:off x="6490854" y="4600137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2050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E974ADE-9FD1-4DA6-A466-7C79D771373C}"/>
              </a:ext>
            </a:extLst>
          </p:cNvPr>
          <p:cNvCxnSpPr/>
          <p:nvPr/>
        </p:nvCxnSpPr>
        <p:spPr>
          <a:xfrm flipV="1">
            <a:off x="7146108" y="3756513"/>
            <a:ext cx="350461" cy="82216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A7DE75-2390-4889-B5A8-22517037662F}"/>
              </a:ext>
            </a:extLst>
          </p:cNvPr>
          <p:cNvSpPr txBox="1"/>
          <p:nvPr/>
        </p:nvSpPr>
        <p:spPr>
          <a:xfrm>
            <a:off x="6095744" y="4206371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posicao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36065C-14EB-02C3-AA10-660C15478F67}"/>
              </a:ext>
            </a:extLst>
          </p:cNvPr>
          <p:cNvSpPr txBox="1"/>
          <p:nvPr/>
        </p:nvSpPr>
        <p:spPr>
          <a:xfrm>
            <a:off x="3061855" y="5151816"/>
            <a:ext cx="4087941" cy="13460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>
                <a:latin typeface="Calibri"/>
                <a:ea typeface="Calibri"/>
                <a:cs typeface="Calibri"/>
              </a:rPr>
              <a:t>apagar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-&gt;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prox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pt-BR" dirty="0">
              <a:ea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free</a:t>
            </a:r>
            <a:r>
              <a:rPr lang="pt-BR" sz="2400" dirty="0">
                <a:latin typeface="Calibri"/>
                <a:ea typeface="Calibri"/>
                <a:cs typeface="Calibri"/>
              </a:rPr>
              <a:t>(apagar);</a:t>
            </a: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80C67CA-B28C-2AD7-9C54-4B9CB2C2FE29}"/>
              </a:ext>
            </a:extLst>
          </p:cNvPr>
          <p:cNvSpPr/>
          <p:nvPr/>
        </p:nvSpPr>
        <p:spPr>
          <a:xfrm>
            <a:off x="4924521" y="4642470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>
                <a:cs typeface="Arial"/>
              </a:rPr>
              <a:t>2010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78A25D-8698-FDF3-F65B-9EA59A0D431E}"/>
              </a:ext>
            </a:extLst>
          </p:cNvPr>
          <p:cNvSpPr txBox="1"/>
          <p:nvPr/>
        </p:nvSpPr>
        <p:spPr>
          <a:xfrm>
            <a:off x="4825744" y="4206371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apagar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4E2312D5-8C26-EEF9-B50C-41B0A12047AD}"/>
              </a:ext>
            </a:extLst>
          </p:cNvPr>
          <p:cNvCxnSpPr>
            <a:cxnSpLocks/>
          </p:cNvCxnSpPr>
          <p:nvPr/>
        </p:nvCxnSpPr>
        <p:spPr>
          <a:xfrm flipH="1" flipV="1">
            <a:off x="5436348" y="3770624"/>
            <a:ext cx="538538" cy="85039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6791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Reinicializar pilha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2758B60-64FB-2C36-CCC6-368476A14A0F}"/>
              </a:ext>
            </a:extLst>
          </p:cNvPr>
          <p:cNvGrpSpPr/>
          <p:nvPr/>
        </p:nvGrpSpPr>
        <p:grpSpPr>
          <a:xfrm>
            <a:off x="2768343" y="2349113"/>
            <a:ext cx="8601750" cy="1858178"/>
            <a:chOff x="2768343" y="2349113"/>
            <a:chExt cx="8601750" cy="1858178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AEBF49E-870C-B8B8-FCC7-D9B6B42ABC77}"/>
                </a:ext>
              </a:extLst>
            </p:cNvPr>
            <p:cNvSpPr/>
            <p:nvPr/>
          </p:nvSpPr>
          <p:spPr>
            <a:xfrm>
              <a:off x="6780004" y="2826956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2CC19F6-A8C9-B810-8890-565D24A7065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842" y="3289216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A6FBFC16-110C-B4BB-569D-7B066875A181}"/>
                </a:ext>
              </a:extLst>
            </p:cNvPr>
            <p:cNvGrpSpPr/>
            <p:nvPr/>
          </p:nvGrpSpPr>
          <p:grpSpPr>
            <a:xfrm>
              <a:off x="9231576" y="2826956"/>
              <a:ext cx="1464575" cy="893357"/>
              <a:chOff x="4073236" y="2189018"/>
              <a:chExt cx="1911927" cy="1191490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61258AB-7E29-A140-0DE9-7BD5DA06DA6C}"/>
                  </a:ext>
                </a:extLst>
              </p:cNvPr>
              <p:cNvSpPr/>
              <p:nvPr/>
            </p:nvSpPr>
            <p:spPr>
              <a:xfrm>
                <a:off x="4073236" y="2189018"/>
                <a:ext cx="1911927" cy="11914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9BC394BF-57A8-A1A9-A792-13BBC94C4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799" y="2805545"/>
                <a:ext cx="1856510" cy="0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2C4EBF6-E2F3-D8C1-C30A-BE8589AB1BE6}"/>
                </a:ext>
              </a:extLst>
            </p:cNvPr>
            <p:cNvSpPr/>
            <p:nvPr/>
          </p:nvSpPr>
          <p:spPr>
            <a:xfrm>
              <a:off x="2768343" y="3078959"/>
              <a:ext cx="1178027" cy="509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cs typeface="Arial"/>
                </a:rPr>
                <a:t>2010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9787DB7-9E14-3456-C7AE-81ADDA568540}"/>
                </a:ext>
              </a:extLst>
            </p:cNvPr>
            <p:cNvSpPr txBox="1"/>
            <p:nvPr/>
          </p:nvSpPr>
          <p:spPr>
            <a:xfrm>
              <a:off x="2768343" y="264286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TOPO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6838E966-F77B-96E4-ABEB-9272DB24153C}"/>
                </a:ext>
              </a:extLst>
            </p:cNvPr>
            <p:cNvSpPr txBox="1"/>
            <p:nvPr/>
          </p:nvSpPr>
          <p:spPr>
            <a:xfrm>
              <a:off x="6780004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B44FB0D-DC9D-998A-80ED-9296BFF2D368}"/>
                </a:ext>
              </a:extLst>
            </p:cNvPr>
            <p:cNvSpPr txBox="1"/>
            <p:nvPr/>
          </p:nvSpPr>
          <p:spPr>
            <a:xfrm>
              <a:off x="9305867" y="234911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1C1AA82-9876-2DA9-02AF-D1578871AAF5}"/>
                </a:ext>
              </a:extLst>
            </p:cNvPr>
            <p:cNvSpPr txBox="1"/>
            <p:nvPr/>
          </p:nvSpPr>
          <p:spPr>
            <a:xfrm>
              <a:off x="683307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DFCF609-6B75-DF2C-CB67-AF60AF7F3C92}"/>
                </a:ext>
              </a:extLst>
            </p:cNvPr>
            <p:cNvSpPr txBox="1"/>
            <p:nvPr/>
          </p:nvSpPr>
          <p:spPr>
            <a:xfrm>
              <a:off x="9369544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NULL</a:t>
              </a:r>
            </a:p>
          </p:txBody>
        </p: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E867567-C94A-4853-AA29-C2FAA8F48AE8}"/>
                </a:ext>
              </a:extLst>
            </p:cNvPr>
            <p:cNvCxnSpPr>
              <a:cxnSpLocks/>
            </p:cNvCxnSpPr>
            <p:nvPr/>
          </p:nvCxnSpPr>
          <p:spPr>
            <a:xfrm>
              <a:off x="3936796" y="3496325"/>
              <a:ext cx="2743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209BA301-88CF-8D1C-D1FA-198775415AFB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18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3CCA1E21-0FB0-653B-9FA6-173DF0806804}"/>
                </a:ext>
              </a:extLst>
            </p:cNvPr>
            <p:cNvCxnSpPr/>
            <p:nvPr/>
          </p:nvCxnSpPr>
          <p:spPr>
            <a:xfrm>
              <a:off x="10698805" y="3515014"/>
              <a:ext cx="477580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CDD8E3A-C125-540B-AEC5-3980C910ED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383" y="3499572"/>
              <a:ext cx="2" cy="498618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F80E1CE4-7791-FF9E-D041-81022B377D99}"/>
                </a:ext>
              </a:extLst>
            </p:cNvPr>
            <p:cNvSpPr txBox="1"/>
            <p:nvPr/>
          </p:nvSpPr>
          <p:spPr>
            <a:xfrm>
              <a:off x="7147511" y="288813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88C6D902-3934-231F-EE85-89716739D0A3}"/>
                </a:ext>
              </a:extLst>
            </p:cNvPr>
            <p:cNvSpPr txBox="1"/>
            <p:nvPr/>
          </p:nvSpPr>
          <p:spPr>
            <a:xfrm>
              <a:off x="9645177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50</a:t>
              </a:r>
            </a:p>
          </p:txBody>
        </p: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271AFFA8-577B-7701-506A-8D4D34C1F0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2164" y="4066179"/>
              <a:ext cx="387929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418E17FF-50E1-EDFF-506D-6EB063656FEF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719" y="4207291"/>
              <a:ext cx="303263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271A4886-46C4-F74D-E32B-C72E143BAA37}"/>
              </a:ext>
            </a:extLst>
          </p:cNvPr>
          <p:cNvSpPr/>
          <p:nvPr/>
        </p:nvSpPr>
        <p:spPr>
          <a:xfrm>
            <a:off x="6490854" y="4600137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2050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E974ADE-9FD1-4DA6-A466-7C79D771373C}"/>
              </a:ext>
            </a:extLst>
          </p:cNvPr>
          <p:cNvCxnSpPr/>
          <p:nvPr/>
        </p:nvCxnSpPr>
        <p:spPr>
          <a:xfrm flipV="1">
            <a:off x="7146108" y="3756513"/>
            <a:ext cx="350461" cy="82216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A7DE75-2390-4889-B5A8-22517037662F}"/>
              </a:ext>
            </a:extLst>
          </p:cNvPr>
          <p:cNvSpPr txBox="1"/>
          <p:nvPr/>
        </p:nvSpPr>
        <p:spPr>
          <a:xfrm>
            <a:off x="6095744" y="4206371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posicao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36065C-14EB-02C3-AA10-660C15478F67}"/>
              </a:ext>
            </a:extLst>
          </p:cNvPr>
          <p:cNvSpPr txBox="1"/>
          <p:nvPr/>
        </p:nvSpPr>
        <p:spPr>
          <a:xfrm>
            <a:off x="3061855" y="5151816"/>
            <a:ext cx="4087941" cy="13460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>
                <a:latin typeface="Calibri"/>
                <a:ea typeface="Calibri"/>
                <a:cs typeface="Calibri"/>
              </a:rPr>
              <a:t>apagar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-&gt;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prox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pt-BR" dirty="0">
              <a:ea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free</a:t>
            </a:r>
            <a:r>
              <a:rPr lang="pt-BR" sz="2400" dirty="0">
                <a:latin typeface="Calibri"/>
                <a:ea typeface="Calibri"/>
                <a:cs typeface="Calibri"/>
              </a:rPr>
              <a:t>(apagar);</a:t>
            </a: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80C67CA-B28C-2AD7-9C54-4B9CB2C2FE29}"/>
              </a:ext>
            </a:extLst>
          </p:cNvPr>
          <p:cNvSpPr/>
          <p:nvPr/>
        </p:nvSpPr>
        <p:spPr>
          <a:xfrm>
            <a:off x="7817299" y="4571914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2050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78A25D-8698-FDF3-F65B-9EA59A0D431E}"/>
              </a:ext>
            </a:extLst>
          </p:cNvPr>
          <p:cNvSpPr txBox="1"/>
          <p:nvPr/>
        </p:nvSpPr>
        <p:spPr>
          <a:xfrm>
            <a:off x="8198300" y="4135815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apagar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4E2312D5-8C26-EEF9-B50C-41B0A12047AD}"/>
              </a:ext>
            </a:extLst>
          </p:cNvPr>
          <p:cNvCxnSpPr>
            <a:cxnSpLocks/>
          </p:cNvCxnSpPr>
          <p:nvPr/>
        </p:nvCxnSpPr>
        <p:spPr>
          <a:xfrm flipH="1" flipV="1">
            <a:off x="7708237" y="3714179"/>
            <a:ext cx="538538" cy="85039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9981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Reinicializar pilha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2758B60-64FB-2C36-CCC6-368476A14A0F}"/>
              </a:ext>
            </a:extLst>
          </p:cNvPr>
          <p:cNvGrpSpPr/>
          <p:nvPr/>
        </p:nvGrpSpPr>
        <p:grpSpPr>
          <a:xfrm>
            <a:off x="2768343" y="2349113"/>
            <a:ext cx="8601750" cy="1858178"/>
            <a:chOff x="2768343" y="2349113"/>
            <a:chExt cx="8601750" cy="1858178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AEBF49E-870C-B8B8-FCC7-D9B6B42ABC77}"/>
                </a:ext>
              </a:extLst>
            </p:cNvPr>
            <p:cNvSpPr/>
            <p:nvPr/>
          </p:nvSpPr>
          <p:spPr>
            <a:xfrm>
              <a:off x="6780004" y="2826956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2CC19F6-A8C9-B810-8890-565D24A7065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842" y="3289216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A6FBFC16-110C-B4BB-569D-7B066875A181}"/>
                </a:ext>
              </a:extLst>
            </p:cNvPr>
            <p:cNvGrpSpPr/>
            <p:nvPr/>
          </p:nvGrpSpPr>
          <p:grpSpPr>
            <a:xfrm>
              <a:off x="9231576" y="2826956"/>
              <a:ext cx="1464575" cy="893357"/>
              <a:chOff x="4073236" y="2189018"/>
              <a:chExt cx="1911927" cy="1191490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61258AB-7E29-A140-0DE9-7BD5DA06DA6C}"/>
                  </a:ext>
                </a:extLst>
              </p:cNvPr>
              <p:cNvSpPr/>
              <p:nvPr/>
            </p:nvSpPr>
            <p:spPr>
              <a:xfrm>
                <a:off x="4073236" y="2189018"/>
                <a:ext cx="1911927" cy="11914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9BC394BF-57A8-A1A9-A792-13BBC94C4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799" y="2805545"/>
                <a:ext cx="1856510" cy="0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2C4EBF6-E2F3-D8C1-C30A-BE8589AB1BE6}"/>
                </a:ext>
              </a:extLst>
            </p:cNvPr>
            <p:cNvSpPr/>
            <p:nvPr/>
          </p:nvSpPr>
          <p:spPr>
            <a:xfrm>
              <a:off x="2768343" y="3078959"/>
              <a:ext cx="1178027" cy="509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cs typeface="Arial"/>
                </a:rPr>
                <a:t>2010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9787DB7-9E14-3456-C7AE-81ADDA568540}"/>
                </a:ext>
              </a:extLst>
            </p:cNvPr>
            <p:cNvSpPr txBox="1"/>
            <p:nvPr/>
          </p:nvSpPr>
          <p:spPr>
            <a:xfrm>
              <a:off x="2768343" y="264286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TOPO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6838E966-F77B-96E4-ABEB-9272DB24153C}"/>
                </a:ext>
              </a:extLst>
            </p:cNvPr>
            <p:cNvSpPr txBox="1"/>
            <p:nvPr/>
          </p:nvSpPr>
          <p:spPr>
            <a:xfrm>
              <a:off x="6780004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B44FB0D-DC9D-998A-80ED-9296BFF2D368}"/>
                </a:ext>
              </a:extLst>
            </p:cNvPr>
            <p:cNvSpPr txBox="1"/>
            <p:nvPr/>
          </p:nvSpPr>
          <p:spPr>
            <a:xfrm>
              <a:off x="9305867" y="234911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1C1AA82-9876-2DA9-02AF-D1578871AAF5}"/>
                </a:ext>
              </a:extLst>
            </p:cNvPr>
            <p:cNvSpPr txBox="1"/>
            <p:nvPr/>
          </p:nvSpPr>
          <p:spPr>
            <a:xfrm>
              <a:off x="683307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DFCF609-6B75-DF2C-CB67-AF60AF7F3C92}"/>
                </a:ext>
              </a:extLst>
            </p:cNvPr>
            <p:cNvSpPr txBox="1"/>
            <p:nvPr/>
          </p:nvSpPr>
          <p:spPr>
            <a:xfrm>
              <a:off x="9369544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NULL</a:t>
              </a:r>
            </a:p>
          </p:txBody>
        </p: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E867567-C94A-4853-AA29-C2FAA8F48AE8}"/>
                </a:ext>
              </a:extLst>
            </p:cNvPr>
            <p:cNvCxnSpPr>
              <a:cxnSpLocks/>
            </p:cNvCxnSpPr>
            <p:nvPr/>
          </p:nvCxnSpPr>
          <p:spPr>
            <a:xfrm>
              <a:off x="3936796" y="3496325"/>
              <a:ext cx="2743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209BA301-88CF-8D1C-D1FA-198775415AFB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18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3CCA1E21-0FB0-653B-9FA6-173DF0806804}"/>
                </a:ext>
              </a:extLst>
            </p:cNvPr>
            <p:cNvCxnSpPr/>
            <p:nvPr/>
          </p:nvCxnSpPr>
          <p:spPr>
            <a:xfrm>
              <a:off x="10698805" y="3515014"/>
              <a:ext cx="477580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CDD8E3A-C125-540B-AEC5-3980C910ED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383" y="3499572"/>
              <a:ext cx="2" cy="498618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F80E1CE4-7791-FF9E-D041-81022B377D99}"/>
                </a:ext>
              </a:extLst>
            </p:cNvPr>
            <p:cNvSpPr txBox="1"/>
            <p:nvPr/>
          </p:nvSpPr>
          <p:spPr>
            <a:xfrm>
              <a:off x="7147511" y="288813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88C6D902-3934-231F-EE85-89716739D0A3}"/>
                </a:ext>
              </a:extLst>
            </p:cNvPr>
            <p:cNvSpPr txBox="1"/>
            <p:nvPr/>
          </p:nvSpPr>
          <p:spPr>
            <a:xfrm>
              <a:off x="9645177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50</a:t>
              </a:r>
            </a:p>
          </p:txBody>
        </p: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271AFFA8-577B-7701-506A-8D4D34C1F0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2164" y="4066179"/>
              <a:ext cx="387929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418E17FF-50E1-EDFF-506D-6EB063656FEF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719" y="4207291"/>
              <a:ext cx="303263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271A4886-46C4-F74D-E32B-C72E143BAA37}"/>
              </a:ext>
            </a:extLst>
          </p:cNvPr>
          <p:cNvSpPr/>
          <p:nvPr/>
        </p:nvSpPr>
        <p:spPr>
          <a:xfrm>
            <a:off x="9222552" y="4600137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2310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E974ADE-9FD1-4DA6-A466-7C79D771373C}"/>
              </a:ext>
            </a:extLst>
          </p:cNvPr>
          <p:cNvCxnSpPr/>
          <p:nvPr/>
        </p:nvCxnSpPr>
        <p:spPr>
          <a:xfrm flipV="1">
            <a:off x="9877806" y="3756513"/>
            <a:ext cx="350461" cy="82216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A7DE75-2390-4889-B5A8-22517037662F}"/>
              </a:ext>
            </a:extLst>
          </p:cNvPr>
          <p:cNvSpPr txBox="1"/>
          <p:nvPr/>
        </p:nvSpPr>
        <p:spPr>
          <a:xfrm>
            <a:off x="8999970" y="4177616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posicao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36065C-14EB-02C3-AA10-660C15478F67}"/>
              </a:ext>
            </a:extLst>
          </p:cNvPr>
          <p:cNvSpPr txBox="1"/>
          <p:nvPr/>
        </p:nvSpPr>
        <p:spPr>
          <a:xfrm>
            <a:off x="3061855" y="5151816"/>
            <a:ext cx="4087941" cy="13460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>
                <a:latin typeface="Calibri"/>
                <a:ea typeface="Calibri"/>
                <a:cs typeface="Calibri"/>
              </a:rPr>
              <a:t>apagar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-&gt;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prox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pt-BR" dirty="0">
              <a:ea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free</a:t>
            </a:r>
            <a:r>
              <a:rPr lang="pt-BR" sz="2400" dirty="0">
                <a:latin typeface="Calibri"/>
                <a:ea typeface="Calibri"/>
                <a:cs typeface="Calibri"/>
              </a:rPr>
              <a:t>(apagar);</a:t>
            </a: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80C67CA-B28C-2AD7-9C54-4B9CB2C2FE29}"/>
              </a:ext>
            </a:extLst>
          </p:cNvPr>
          <p:cNvSpPr/>
          <p:nvPr/>
        </p:nvSpPr>
        <p:spPr>
          <a:xfrm>
            <a:off x="7817299" y="4571914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2050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78A25D-8698-FDF3-F65B-9EA59A0D431E}"/>
              </a:ext>
            </a:extLst>
          </p:cNvPr>
          <p:cNvSpPr txBox="1"/>
          <p:nvPr/>
        </p:nvSpPr>
        <p:spPr>
          <a:xfrm>
            <a:off x="8198300" y="4135815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apagar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4E2312D5-8C26-EEF9-B50C-41B0A12047AD}"/>
              </a:ext>
            </a:extLst>
          </p:cNvPr>
          <p:cNvCxnSpPr>
            <a:cxnSpLocks/>
          </p:cNvCxnSpPr>
          <p:nvPr/>
        </p:nvCxnSpPr>
        <p:spPr>
          <a:xfrm flipH="1" flipV="1">
            <a:off x="7708237" y="3714179"/>
            <a:ext cx="538538" cy="85039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139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Reinicializar pilha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2758B60-64FB-2C36-CCC6-368476A14A0F}"/>
              </a:ext>
            </a:extLst>
          </p:cNvPr>
          <p:cNvGrpSpPr/>
          <p:nvPr/>
        </p:nvGrpSpPr>
        <p:grpSpPr>
          <a:xfrm>
            <a:off x="2768343" y="2349113"/>
            <a:ext cx="8601750" cy="1858178"/>
            <a:chOff x="2768343" y="2349113"/>
            <a:chExt cx="8601750" cy="1858178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AEBF49E-870C-B8B8-FCC7-D9B6B42ABC77}"/>
                </a:ext>
              </a:extLst>
            </p:cNvPr>
            <p:cNvSpPr/>
            <p:nvPr/>
          </p:nvSpPr>
          <p:spPr>
            <a:xfrm>
              <a:off x="6780004" y="2826956"/>
              <a:ext cx="1464575" cy="8933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100"/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42CC19F6-A8C9-B810-8890-565D24A7065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842" y="3289216"/>
              <a:ext cx="1422124" cy="0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A6FBFC16-110C-B4BB-569D-7B066875A181}"/>
                </a:ext>
              </a:extLst>
            </p:cNvPr>
            <p:cNvGrpSpPr/>
            <p:nvPr/>
          </p:nvGrpSpPr>
          <p:grpSpPr>
            <a:xfrm>
              <a:off x="9231576" y="2826956"/>
              <a:ext cx="1464575" cy="893357"/>
              <a:chOff x="4073236" y="2189018"/>
              <a:chExt cx="1911927" cy="1191490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61258AB-7E29-A140-0DE9-7BD5DA06DA6C}"/>
                  </a:ext>
                </a:extLst>
              </p:cNvPr>
              <p:cNvSpPr/>
              <p:nvPr/>
            </p:nvSpPr>
            <p:spPr>
              <a:xfrm>
                <a:off x="4073236" y="2189018"/>
                <a:ext cx="1911927" cy="11914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9BC394BF-57A8-A1A9-A792-13BBC94C4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799" y="2805545"/>
                <a:ext cx="1856510" cy="0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2C4EBF6-E2F3-D8C1-C30A-BE8589AB1BE6}"/>
                </a:ext>
              </a:extLst>
            </p:cNvPr>
            <p:cNvSpPr/>
            <p:nvPr/>
          </p:nvSpPr>
          <p:spPr>
            <a:xfrm>
              <a:off x="2768343" y="3078959"/>
              <a:ext cx="1178027" cy="509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cs typeface="Arial"/>
                </a:rPr>
                <a:t>2010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9787DB7-9E14-3456-C7AE-81ADDA568540}"/>
                </a:ext>
              </a:extLst>
            </p:cNvPr>
            <p:cNvSpPr txBox="1"/>
            <p:nvPr/>
          </p:nvSpPr>
          <p:spPr>
            <a:xfrm>
              <a:off x="2768343" y="264286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TOPO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6838E966-F77B-96E4-ABEB-9272DB24153C}"/>
                </a:ext>
              </a:extLst>
            </p:cNvPr>
            <p:cNvSpPr txBox="1"/>
            <p:nvPr/>
          </p:nvSpPr>
          <p:spPr>
            <a:xfrm>
              <a:off x="6780004" y="2349113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2050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B44FB0D-DC9D-998A-80ED-9296BFF2D368}"/>
                </a:ext>
              </a:extLst>
            </p:cNvPr>
            <p:cNvSpPr txBox="1"/>
            <p:nvPr/>
          </p:nvSpPr>
          <p:spPr>
            <a:xfrm>
              <a:off x="9305867" y="234911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1C1AA82-9876-2DA9-02AF-D1578871AAF5}"/>
                </a:ext>
              </a:extLst>
            </p:cNvPr>
            <p:cNvSpPr txBox="1"/>
            <p:nvPr/>
          </p:nvSpPr>
          <p:spPr>
            <a:xfrm>
              <a:off x="6833070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DFCF609-6B75-DF2C-CB67-AF60AF7F3C92}"/>
                </a:ext>
              </a:extLst>
            </p:cNvPr>
            <p:cNvSpPr txBox="1"/>
            <p:nvPr/>
          </p:nvSpPr>
          <p:spPr>
            <a:xfrm>
              <a:off x="9369544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NULL</a:t>
              </a:r>
            </a:p>
          </p:txBody>
        </p: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E867567-C94A-4853-AA29-C2FAA8F48AE8}"/>
                </a:ext>
              </a:extLst>
            </p:cNvPr>
            <p:cNvCxnSpPr>
              <a:cxnSpLocks/>
            </p:cNvCxnSpPr>
            <p:nvPr/>
          </p:nvCxnSpPr>
          <p:spPr>
            <a:xfrm>
              <a:off x="3936796" y="3496325"/>
              <a:ext cx="2743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209BA301-88CF-8D1C-D1FA-198775415AFB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18" y="3496325"/>
              <a:ext cx="965771" cy="1038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3CCA1E21-0FB0-653B-9FA6-173DF0806804}"/>
                </a:ext>
              </a:extLst>
            </p:cNvPr>
            <p:cNvCxnSpPr/>
            <p:nvPr/>
          </p:nvCxnSpPr>
          <p:spPr>
            <a:xfrm>
              <a:off x="10698805" y="3515014"/>
              <a:ext cx="477580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CDD8E3A-C125-540B-AEC5-3980C910ED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383" y="3499572"/>
              <a:ext cx="2" cy="498618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F80E1CE4-7791-FF9E-D041-81022B377D99}"/>
                </a:ext>
              </a:extLst>
            </p:cNvPr>
            <p:cNvSpPr txBox="1"/>
            <p:nvPr/>
          </p:nvSpPr>
          <p:spPr>
            <a:xfrm>
              <a:off x="7147511" y="288813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20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88C6D902-3934-231F-EE85-89716739D0A3}"/>
                </a:ext>
              </a:extLst>
            </p:cNvPr>
            <p:cNvSpPr txBox="1"/>
            <p:nvPr/>
          </p:nvSpPr>
          <p:spPr>
            <a:xfrm>
              <a:off x="9645177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50</a:t>
              </a:r>
            </a:p>
          </p:txBody>
        </p: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271AFFA8-577B-7701-506A-8D4D34C1F0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2164" y="4066179"/>
              <a:ext cx="387929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418E17FF-50E1-EDFF-506D-6EB063656FEF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719" y="4207291"/>
              <a:ext cx="303263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271A4886-46C4-F74D-E32B-C72E143BAA37}"/>
              </a:ext>
            </a:extLst>
          </p:cNvPr>
          <p:cNvSpPr/>
          <p:nvPr/>
        </p:nvSpPr>
        <p:spPr>
          <a:xfrm>
            <a:off x="9222552" y="4600137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2310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E974ADE-9FD1-4DA6-A466-7C79D771373C}"/>
              </a:ext>
            </a:extLst>
          </p:cNvPr>
          <p:cNvCxnSpPr/>
          <p:nvPr/>
        </p:nvCxnSpPr>
        <p:spPr>
          <a:xfrm flipV="1">
            <a:off x="9877806" y="3756513"/>
            <a:ext cx="350461" cy="82216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A7DE75-2390-4889-B5A8-22517037662F}"/>
              </a:ext>
            </a:extLst>
          </p:cNvPr>
          <p:cNvSpPr txBox="1"/>
          <p:nvPr/>
        </p:nvSpPr>
        <p:spPr>
          <a:xfrm>
            <a:off x="8999970" y="4177616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posicao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36065C-14EB-02C3-AA10-660C15478F67}"/>
              </a:ext>
            </a:extLst>
          </p:cNvPr>
          <p:cNvSpPr txBox="1"/>
          <p:nvPr/>
        </p:nvSpPr>
        <p:spPr>
          <a:xfrm>
            <a:off x="3061855" y="5151816"/>
            <a:ext cx="4087941" cy="13460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>
                <a:latin typeface="Calibri"/>
                <a:ea typeface="Calibri"/>
                <a:cs typeface="Calibri"/>
              </a:rPr>
              <a:t>apagar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-&gt;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prox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pt-BR" dirty="0">
              <a:ea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free</a:t>
            </a:r>
            <a:r>
              <a:rPr lang="pt-BR" sz="2400" dirty="0">
                <a:latin typeface="Calibri"/>
                <a:ea typeface="Calibri"/>
                <a:cs typeface="Calibri"/>
              </a:rPr>
              <a:t>(apagar);</a:t>
            </a: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80C67CA-B28C-2AD7-9C54-4B9CB2C2FE29}"/>
              </a:ext>
            </a:extLst>
          </p:cNvPr>
          <p:cNvSpPr/>
          <p:nvPr/>
        </p:nvSpPr>
        <p:spPr>
          <a:xfrm>
            <a:off x="7817299" y="4571914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2050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78A25D-8698-FDF3-F65B-9EA59A0D431E}"/>
              </a:ext>
            </a:extLst>
          </p:cNvPr>
          <p:cNvSpPr txBox="1"/>
          <p:nvPr/>
        </p:nvSpPr>
        <p:spPr>
          <a:xfrm>
            <a:off x="8198300" y="4135815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apagar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4E2312D5-8C26-EEF9-B50C-41B0A12047AD}"/>
              </a:ext>
            </a:extLst>
          </p:cNvPr>
          <p:cNvCxnSpPr>
            <a:cxnSpLocks/>
          </p:cNvCxnSpPr>
          <p:nvPr/>
        </p:nvCxnSpPr>
        <p:spPr>
          <a:xfrm flipH="1" flipV="1">
            <a:off x="7708237" y="3714179"/>
            <a:ext cx="538538" cy="85039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Sinal de Multiplicação 3">
            <a:extLst>
              <a:ext uri="{FF2B5EF4-FFF2-40B4-BE49-F238E27FC236}">
                <a16:creationId xmlns:a16="http://schemas.microsoft.com/office/drawing/2014/main" id="{83AA5E3B-2E53-3B2A-7C91-298C4BEAFAA9}"/>
              </a:ext>
            </a:extLst>
          </p:cNvPr>
          <p:cNvSpPr/>
          <p:nvPr/>
        </p:nvSpPr>
        <p:spPr>
          <a:xfrm>
            <a:off x="6309531" y="2384777"/>
            <a:ext cx="2367844" cy="1803399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2424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Reinicializar pilha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2758B60-64FB-2C36-CCC6-368476A14A0F}"/>
              </a:ext>
            </a:extLst>
          </p:cNvPr>
          <p:cNvGrpSpPr/>
          <p:nvPr/>
        </p:nvGrpSpPr>
        <p:grpSpPr>
          <a:xfrm>
            <a:off x="2768343" y="2349114"/>
            <a:ext cx="8601750" cy="1858177"/>
            <a:chOff x="2768343" y="2349114"/>
            <a:chExt cx="8601750" cy="1858177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A6FBFC16-110C-B4BB-569D-7B066875A181}"/>
                </a:ext>
              </a:extLst>
            </p:cNvPr>
            <p:cNvGrpSpPr/>
            <p:nvPr/>
          </p:nvGrpSpPr>
          <p:grpSpPr>
            <a:xfrm>
              <a:off x="9231576" y="2826956"/>
              <a:ext cx="1464575" cy="893357"/>
              <a:chOff x="4073236" y="2189018"/>
              <a:chExt cx="1911927" cy="1191490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61258AB-7E29-A140-0DE9-7BD5DA06DA6C}"/>
                  </a:ext>
                </a:extLst>
              </p:cNvPr>
              <p:cNvSpPr/>
              <p:nvPr/>
            </p:nvSpPr>
            <p:spPr>
              <a:xfrm>
                <a:off x="4073236" y="2189018"/>
                <a:ext cx="1911927" cy="11914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9BC394BF-57A8-A1A9-A792-13BBC94C4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799" y="2805545"/>
                <a:ext cx="1856510" cy="0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2C4EBF6-E2F3-D8C1-C30A-BE8589AB1BE6}"/>
                </a:ext>
              </a:extLst>
            </p:cNvPr>
            <p:cNvSpPr/>
            <p:nvPr/>
          </p:nvSpPr>
          <p:spPr>
            <a:xfrm>
              <a:off x="2768343" y="3078959"/>
              <a:ext cx="1178027" cy="509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cs typeface="Arial"/>
                </a:rPr>
                <a:t>2010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9787DB7-9E14-3456-C7AE-81ADDA568540}"/>
                </a:ext>
              </a:extLst>
            </p:cNvPr>
            <p:cNvSpPr txBox="1"/>
            <p:nvPr/>
          </p:nvSpPr>
          <p:spPr>
            <a:xfrm>
              <a:off x="2768343" y="264286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TOPO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B44FB0D-DC9D-998A-80ED-9296BFF2D368}"/>
                </a:ext>
              </a:extLst>
            </p:cNvPr>
            <p:cNvSpPr txBox="1"/>
            <p:nvPr/>
          </p:nvSpPr>
          <p:spPr>
            <a:xfrm>
              <a:off x="9305867" y="234911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DFCF609-6B75-DF2C-CB67-AF60AF7F3C92}"/>
                </a:ext>
              </a:extLst>
            </p:cNvPr>
            <p:cNvSpPr txBox="1"/>
            <p:nvPr/>
          </p:nvSpPr>
          <p:spPr>
            <a:xfrm>
              <a:off x="9369544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NULL</a:t>
              </a:r>
            </a:p>
          </p:txBody>
        </p: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E867567-C94A-4853-AA29-C2FAA8F48A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6796" y="3492335"/>
              <a:ext cx="5288563" cy="399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3CCA1E21-0FB0-653B-9FA6-173DF0806804}"/>
                </a:ext>
              </a:extLst>
            </p:cNvPr>
            <p:cNvCxnSpPr/>
            <p:nvPr/>
          </p:nvCxnSpPr>
          <p:spPr>
            <a:xfrm>
              <a:off x="10698805" y="3515014"/>
              <a:ext cx="477580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CDD8E3A-C125-540B-AEC5-3980C910ED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383" y="3499572"/>
              <a:ext cx="2" cy="498618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88C6D902-3934-231F-EE85-89716739D0A3}"/>
                </a:ext>
              </a:extLst>
            </p:cNvPr>
            <p:cNvSpPr txBox="1"/>
            <p:nvPr/>
          </p:nvSpPr>
          <p:spPr>
            <a:xfrm>
              <a:off x="9645177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50</a:t>
              </a:r>
            </a:p>
          </p:txBody>
        </p: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271AFFA8-577B-7701-506A-8D4D34C1F0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2164" y="4066179"/>
              <a:ext cx="387929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418E17FF-50E1-EDFF-506D-6EB063656FEF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719" y="4207291"/>
              <a:ext cx="303263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271A4886-46C4-F74D-E32B-C72E143BAA37}"/>
              </a:ext>
            </a:extLst>
          </p:cNvPr>
          <p:cNvSpPr/>
          <p:nvPr/>
        </p:nvSpPr>
        <p:spPr>
          <a:xfrm>
            <a:off x="9222552" y="4600137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2310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E974ADE-9FD1-4DA6-A466-7C79D771373C}"/>
              </a:ext>
            </a:extLst>
          </p:cNvPr>
          <p:cNvCxnSpPr/>
          <p:nvPr/>
        </p:nvCxnSpPr>
        <p:spPr>
          <a:xfrm flipV="1">
            <a:off x="9877806" y="3756513"/>
            <a:ext cx="350461" cy="82216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A7DE75-2390-4889-B5A8-22517037662F}"/>
              </a:ext>
            </a:extLst>
          </p:cNvPr>
          <p:cNvSpPr txBox="1"/>
          <p:nvPr/>
        </p:nvSpPr>
        <p:spPr>
          <a:xfrm>
            <a:off x="8999970" y="4177616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posicao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36065C-14EB-02C3-AA10-660C15478F67}"/>
              </a:ext>
            </a:extLst>
          </p:cNvPr>
          <p:cNvSpPr txBox="1"/>
          <p:nvPr/>
        </p:nvSpPr>
        <p:spPr>
          <a:xfrm>
            <a:off x="3061855" y="5151816"/>
            <a:ext cx="4087941" cy="13460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>
                <a:latin typeface="Calibri"/>
                <a:ea typeface="Calibri"/>
                <a:cs typeface="Calibri"/>
              </a:rPr>
              <a:t>apagar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-&gt;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prox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pt-BR" dirty="0">
              <a:ea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free</a:t>
            </a:r>
            <a:r>
              <a:rPr lang="pt-BR" sz="2400" dirty="0">
                <a:latin typeface="Calibri"/>
                <a:ea typeface="Calibri"/>
                <a:cs typeface="Calibri"/>
              </a:rPr>
              <a:t>(apagar);</a:t>
            </a: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80C67CA-B28C-2AD7-9C54-4B9CB2C2FE29}"/>
              </a:ext>
            </a:extLst>
          </p:cNvPr>
          <p:cNvSpPr/>
          <p:nvPr/>
        </p:nvSpPr>
        <p:spPr>
          <a:xfrm>
            <a:off x="7817299" y="4571914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2050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78A25D-8698-FDF3-F65B-9EA59A0D431E}"/>
              </a:ext>
            </a:extLst>
          </p:cNvPr>
          <p:cNvSpPr txBox="1"/>
          <p:nvPr/>
        </p:nvSpPr>
        <p:spPr>
          <a:xfrm>
            <a:off x="8198300" y="4135815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apagar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4E2312D5-8C26-EEF9-B50C-41B0A12047AD}"/>
              </a:ext>
            </a:extLst>
          </p:cNvPr>
          <p:cNvCxnSpPr>
            <a:cxnSpLocks/>
          </p:cNvCxnSpPr>
          <p:nvPr/>
        </p:nvCxnSpPr>
        <p:spPr>
          <a:xfrm flipH="1" flipV="1">
            <a:off x="7708237" y="3714179"/>
            <a:ext cx="538538" cy="85039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248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Reinicializar pilha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2758B60-64FB-2C36-CCC6-368476A14A0F}"/>
              </a:ext>
            </a:extLst>
          </p:cNvPr>
          <p:cNvGrpSpPr/>
          <p:nvPr/>
        </p:nvGrpSpPr>
        <p:grpSpPr>
          <a:xfrm>
            <a:off x="2768343" y="2349114"/>
            <a:ext cx="8601750" cy="1858177"/>
            <a:chOff x="2768343" y="2349114"/>
            <a:chExt cx="8601750" cy="1858177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A6FBFC16-110C-B4BB-569D-7B066875A181}"/>
                </a:ext>
              </a:extLst>
            </p:cNvPr>
            <p:cNvGrpSpPr/>
            <p:nvPr/>
          </p:nvGrpSpPr>
          <p:grpSpPr>
            <a:xfrm>
              <a:off x="9231576" y="2826956"/>
              <a:ext cx="1464575" cy="893357"/>
              <a:chOff x="4073236" y="2189018"/>
              <a:chExt cx="1911927" cy="1191490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61258AB-7E29-A140-0DE9-7BD5DA06DA6C}"/>
                  </a:ext>
                </a:extLst>
              </p:cNvPr>
              <p:cNvSpPr/>
              <p:nvPr/>
            </p:nvSpPr>
            <p:spPr>
              <a:xfrm>
                <a:off x="4073236" y="2189018"/>
                <a:ext cx="1911927" cy="11914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cxnSp>
            <p:nvCxnSpPr>
              <p:cNvPr id="12" name="Conector de Seta Reta 11">
                <a:extLst>
                  <a:ext uri="{FF2B5EF4-FFF2-40B4-BE49-F238E27FC236}">
                    <a16:creationId xmlns:a16="http://schemas.microsoft.com/office/drawing/2014/main" id="{9BC394BF-57A8-A1A9-A792-13BBC94C4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4799" y="2805545"/>
                <a:ext cx="1856510" cy="0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2C4EBF6-E2F3-D8C1-C30A-BE8589AB1BE6}"/>
                </a:ext>
              </a:extLst>
            </p:cNvPr>
            <p:cNvSpPr/>
            <p:nvPr/>
          </p:nvSpPr>
          <p:spPr>
            <a:xfrm>
              <a:off x="2768343" y="3078959"/>
              <a:ext cx="1178027" cy="509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cs typeface="Arial"/>
                </a:rPr>
                <a:t>2010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9787DB7-9E14-3456-C7AE-81ADDA568540}"/>
                </a:ext>
              </a:extLst>
            </p:cNvPr>
            <p:cNvSpPr txBox="1"/>
            <p:nvPr/>
          </p:nvSpPr>
          <p:spPr>
            <a:xfrm>
              <a:off x="2768343" y="264286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TOPO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B44FB0D-DC9D-998A-80ED-9296BFF2D368}"/>
                </a:ext>
              </a:extLst>
            </p:cNvPr>
            <p:cNvSpPr txBox="1"/>
            <p:nvPr/>
          </p:nvSpPr>
          <p:spPr>
            <a:xfrm>
              <a:off x="9305867" y="234911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2310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DFCF609-6B75-DF2C-CB67-AF60AF7F3C92}"/>
                </a:ext>
              </a:extLst>
            </p:cNvPr>
            <p:cNvSpPr txBox="1"/>
            <p:nvPr/>
          </p:nvSpPr>
          <p:spPr>
            <a:xfrm>
              <a:off x="9369544" y="3325574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NULL</a:t>
              </a:r>
            </a:p>
          </p:txBody>
        </p: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E867567-C94A-4853-AA29-C2FAA8F48A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6796" y="3492335"/>
              <a:ext cx="5288563" cy="399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3CCA1E21-0FB0-653B-9FA6-173DF0806804}"/>
                </a:ext>
              </a:extLst>
            </p:cNvPr>
            <p:cNvCxnSpPr/>
            <p:nvPr/>
          </p:nvCxnSpPr>
          <p:spPr>
            <a:xfrm>
              <a:off x="10698805" y="3515014"/>
              <a:ext cx="477580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CDD8E3A-C125-540B-AEC5-3980C910ED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383" y="3499572"/>
              <a:ext cx="2" cy="498618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88C6D902-3934-231F-EE85-89716739D0A3}"/>
                </a:ext>
              </a:extLst>
            </p:cNvPr>
            <p:cNvSpPr txBox="1"/>
            <p:nvPr/>
          </p:nvSpPr>
          <p:spPr>
            <a:xfrm>
              <a:off x="9645177" y="2888129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50</a:t>
              </a:r>
            </a:p>
          </p:txBody>
        </p: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271AFFA8-577B-7701-506A-8D4D34C1F0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82164" y="4066179"/>
              <a:ext cx="387929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418E17FF-50E1-EDFF-506D-6EB063656FEF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719" y="4207291"/>
              <a:ext cx="303263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271A4886-46C4-F74D-E32B-C72E143BAA37}"/>
              </a:ext>
            </a:extLst>
          </p:cNvPr>
          <p:cNvSpPr/>
          <p:nvPr/>
        </p:nvSpPr>
        <p:spPr>
          <a:xfrm>
            <a:off x="9222552" y="4600137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NULL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E974ADE-9FD1-4DA6-A466-7C79D771373C}"/>
              </a:ext>
            </a:extLst>
          </p:cNvPr>
          <p:cNvCxnSpPr/>
          <p:nvPr/>
        </p:nvCxnSpPr>
        <p:spPr>
          <a:xfrm flipV="1">
            <a:off x="9849052" y="3857154"/>
            <a:ext cx="1284988" cy="72152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A7DE75-2390-4889-B5A8-22517037662F}"/>
              </a:ext>
            </a:extLst>
          </p:cNvPr>
          <p:cNvSpPr txBox="1"/>
          <p:nvPr/>
        </p:nvSpPr>
        <p:spPr>
          <a:xfrm>
            <a:off x="8999970" y="4177616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 err="1"/>
              <a:t>posicao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36065C-14EB-02C3-AA10-660C15478F67}"/>
              </a:ext>
            </a:extLst>
          </p:cNvPr>
          <p:cNvSpPr txBox="1"/>
          <p:nvPr/>
        </p:nvSpPr>
        <p:spPr>
          <a:xfrm>
            <a:off x="3061855" y="5151816"/>
            <a:ext cx="4087941" cy="13460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>
                <a:latin typeface="Calibri"/>
                <a:ea typeface="Calibri"/>
                <a:cs typeface="Calibri"/>
              </a:rPr>
              <a:t>apagar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 = 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posicao</a:t>
            </a:r>
            <a:r>
              <a:rPr lang="pt-BR" sz="2400" dirty="0">
                <a:latin typeface="Calibri"/>
                <a:ea typeface="Calibri"/>
                <a:cs typeface="Calibri"/>
              </a:rPr>
              <a:t>-&gt;</a:t>
            </a:r>
            <a:r>
              <a:rPr lang="pt-BR" sz="2400" dirty="0" err="1">
                <a:latin typeface="Calibri"/>
                <a:ea typeface="Calibri"/>
                <a:cs typeface="Calibri"/>
              </a:rPr>
              <a:t>prox</a:t>
            </a:r>
            <a:r>
              <a:rPr lang="pt-BR" sz="2400" dirty="0">
                <a:latin typeface="Calibri"/>
                <a:ea typeface="Calibri"/>
                <a:cs typeface="Calibri"/>
              </a:rPr>
              <a:t>;</a:t>
            </a:r>
            <a:endParaRPr lang="pt-BR" dirty="0">
              <a:ea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pt-BR" sz="2400" dirty="0" err="1">
                <a:latin typeface="Calibri"/>
                <a:ea typeface="Calibri"/>
                <a:cs typeface="Calibri"/>
              </a:rPr>
              <a:t>free</a:t>
            </a:r>
            <a:r>
              <a:rPr lang="pt-BR" sz="2400" dirty="0">
                <a:latin typeface="Calibri"/>
                <a:ea typeface="Calibri"/>
                <a:cs typeface="Calibri"/>
              </a:rPr>
              <a:t>(apagar);</a:t>
            </a: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80C67CA-B28C-2AD7-9C54-4B9CB2C2FE29}"/>
              </a:ext>
            </a:extLst>
          </p:cNvPr>
          <p:cNvSpPr/>
          <p:nvPr/>
        </p:nvSpPr>
        <p:spPr>
          <a:xfrm>
            <a:off x="7817299" y="4571914"/>
            <a:ext cx="1178027" cy="509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000" dirty="0">
                <a:cs typeface="Arial"/>
              </a:rPr>
              <a:t>2310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78A25D-8698-FDF3-F65B-9EA59A0D431E}"/>
              </a:ext>
            </a:extLst>
          </p:cNvPr>
          <p:cNvSpPr txBox="1"/>
          <p:nvPr/>
        </p:nvSpPr>
        <p:spPr>
          <a:xfrm>
            <a:off x="8198300" y="4135815"/>
            <a:ext cx="1166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 dirty="0"/>
              <a:t>apagar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4E2312D5-8C26-EEF9-B50C-41B0A12047AD}"/>
              </a:ext>
            </a:extLst>
          </p:cNvPr>
          <p:cNvCxnSpPr>
            <a:cxnSpLocks/>
          </p:cNvCxnSpPr>
          <p:nvPr/>
        </p:nvCxnSpPr>
        <p:spPr>
          <a:xfrm flipV="1">
            <a:off x="8232398" y="3742933"/>
            <a:ext cx="942329" cy="85039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Sinal de Multiplicação 3">
            <a:extLst>
              <a:ext uri="{FF2B5EF4-FFF2-40B4-BE49-F238E27FC236}">
                <a16:creationId xmlns:a16="http://schemas.microsoft.com/office/drawing/2014/main" id="{9D617FCB-571E-CD27-BE42-0BF8975DE066}"/>
              </a:ext>
            </a:extLst>
          </p:cNvPr>
          <p:cNvSpPr/>
          <p:nvPr/>
        </p:nvSpPr>
        <p:spPr>
          <a:xfrm>
            <a:off x="8796814" y="2427909"/>
            <a:ext cx="2367844" cy="1803399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01118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Reinicializar pilha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2758B60-64FB-2C36-CCC6-368476A14A0F}"/>
              </a:ext>
            </a:extLst>
          </p:cNvPr>
          <p:cNvGrpSpPr/>
          <p:nvPr/>
        </p:nvGrpSpPr>
        <p:grpSpPr>
          <a:xfrm>
            <a:off x="2768343" y="2642860"/>
            <a:ext cx="1873146" cy="1377525"/>
            <a:chOff x="2768343" y="2642860"/>
            <a:chExt cx="1873146" cy="1377525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2C4EBF6-E2F3-D8C1-C30A-BE8589AB1BE6}"/>
                </a:ext>
              </a:extLst>
            </p:cNvPr>
            <p:cNvSpPr/>
            <p:nvPr/>
          </p:nvSpPr>
          <p:spPr>
            <a:xfrm>
              <a:off x="2768343" y="3078959"/>
              <a:ext cx="1178027" cy="509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pt-BR" sz="2000" dirty="0">
                  <a:cs typeface="Arial"/>
                </a:rPr>
                <a:t>NULL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9787DB7-9E14-3456-C7AE-81ADDA568540}"/>
                </a:ext>
              </a:extLst>
            </p:cNvPr>
            <p:cNvSpPr txBox="1"/>
            <p:nvPr/>
          </p:nvSpPr>
          <p:spPr>
            <a:xfrm>
              <a:off x="2768343" y="2642860"/>
              <a:ext cx="997609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 sz="2000" dirty="0"/>
                <a:t>TOPO</a:t>
              </a:r>
            </a:p>
          </p:txBody>
        </p: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3CCA1E21-0FB0-653B-9FA6-173DF0806804}"/>
                </a:ext>
              </a:extLst>
            </p:cNvPr>
            <p:cNvCxnSpPr/>
            <p:nvPr/>
          </p:nvCxnSpPr>
          <p:spPr>
            <a:xfrm>
              <a:off x="3955824" y="3328108"/>
              <a:ext cx="477580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CDD8E3A-C125-540B-AEC5-3980C910EDDC}"/>
                </a:ext>
              </a:extLst>
            </p:cNvPr>
            <p:cNvCxnSpPr>
              <a:cxnSpLocks/>
            </p:cNvCxnSpPr>
            <p:nvPr/>
          </p:nvCxnSpPr>
          <p:spPr>
            <a:xfrm>
              <a:off x="4433402" y="3312666"/>
              <a:ext cx="2" cy="498618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271AFFA8-577B-7701-506A-8D4D34C1F07A}"/>
                </a:ext>
              </a:extLst>
            </p:cNvPr>
            <p:cNvCxnSpPr>
              <a:cxnSpLocks/>
            </p:cNvCxnSpPr>
            <p:nvPr/>
          </p:nvCxnSpPr>
          <p:spPr>
            <a:xfrm>
              <a:off x="4253560" y="3807386"/>
              <a:ext cx="387929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418E17FF-50E1-EDFF-506D-6EB063656FEF}"/>
                </a:ext>
              </a:extLst>
            </p:cNvPr>
            <p:cNvCxnSpPr>
              <a:cxnSpLocks/>
            </p:cNvCxnSpPr>
            <p:nvPr/>
          </p:nvCxnSpPr>
          <p:spPr>
            <a:xfrm>
              <a:off x="4309738" y="4020385"/>
              <a:ext cx="303263" cy="0"/>
            </a:xfrm>
            <a:prstGeom prst="straightConnector1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86657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35</Slides>
  <Notes>35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Tema do Office</vt:lpstr>
      <vt:lpstr>Pilha - Alocação Dinâmica</vt:lpstr>
      <vt:lpstr>Revendo o conceito de pilha</vt:lpstr>
      <vt:lpstr>Pilha - Alocação dinâmica</vt:lpstr>
      <vt:lpstr>Conceito</vt:lpstr>
      <vt:lpstr>Codigo em C</vt:lpstr>
      <vt:lpstr>Inicialização</vt:lpstr>
      <vt:lpstr>Contar número de elementos da pilha</vt:lpstr>
      <vt:lpstr>Contar número de elementos da pilha</vt:lpstr>
      <vt:lpstr>Contar número de elementos da pilha</vt:lpstr>
      <vt:lpstr>Contar número de elementos da pilha</vt:lpstr>
      <vt:lpstr>Contar número de elementos da pilha</vt:lpstr>
      <vt:lpstr>Verificar se a pilha está vazia</vt:lpstr>
      <vt:lpstr>Listar pilha</vt:lpstr>
      <vt:lpstr>Inserção de um elemento (push)</vt:lpstr>
      <vt:lpstr>Inserção de um elemento (push)</vt:lpstr>
      <vt:lpstr>Inserção de um elemento (push)</vt:lpstr>
      <vt:lpstr>Inserção de um elemento (push)</vt:lpstr>
      <vt:lpstr>Inserção de um elemento (push)</vt:lpstr>
      <vt:lpstr>Inserção de um elemento (push)</vt:lpstr>
      <vt:lpstr>Inserção de um elemento (push)</vt:lpstr>
      <vt:lpstr>Exclusão (pop)</vt:lpstr>
      <vt:lpstr>Exclusão de um elemento (pop)</vt:lpstr>
      <vt:lpstr>Exclusão de um elemento (pop)</vt:lpstr>
      <vt:lpstr>Exclusão de um elemento (pop)</vt:lpstr>
      <vt:lpstr>Exclusão de um elemento (pop)</vt:lpstr>
      <vt:lpstr>Reinicializar pilha</vt:lpstr>
      <vt:lpstr>Reinicializar pilha</vt:lpstr>
      <vt:lpstr>Reinicializar pilha</vt:lpstr>
      <vt:lpstr>Reinicializar pilha</vt:lpstr>
      <vt:lpstr>Reinicializar pilha</vt:lpstr>
      <vt:lpstr>Reinicializar pilha</vt:lpstr>
      <vt:lpstr>Reinicializar pilha</vt:lpstr>
      <vt:lpstr>Reinicializar pilha</vt:lpstr>
      <vt:lpstr>Reinicializar pilha</vt:lpstr>
      <vt:lpstr>Reinicializar pilha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Pilha - Alocação Dinâmica</dc:title>
  <cp:revision>330</cp:revision>
  <dcterms:modified xsi:type="dcterms:W3CDTF">2024-10-14T17:16:23Z</dcterms:modified>
</cp:coreProperties>
</file>