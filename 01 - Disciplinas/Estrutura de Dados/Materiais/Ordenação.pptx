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78" r:id="rId5"/>
    <p:sldId id="279" r:id="rId6"/>
    <p:sldId id="280" r:id="rId7"/>
    <p:sldId id="262" r:id="rId8"/>
    <p:sldId id="263" r:id="rId9"/>
    <p:sldId id="258" r:id="rId10"/>
    <p:sldId id="281" r:id="rId11"/>
    <p:sldId id="282" r:id="rId12"/>
    <p:sldId id="283" r:id="rId13"/>
    <p:sldId id="284" r:id="rId14"/>
    <p:sldId id="285" r:id="rId15"/>
    <p:sldId id="261" r:id="rId16"/>
    <p:sldId id="259" r:id="rId17"/>
    <p:sldId id="264" r:id="rId18"/>
    <p:sldId id="271" r:id="rId19"/>
    <p:sldId id="286" r:id="rId20"/>
    <p:sldId id="287" r:id="rId21"/>
    <p:sldId id="288" r:id="rId22"/>
    <p:sldId id="289" r:id="rId23"/>
    <p:sldId id="290" r:id="rId24"/>
    <p:sldId id="272" r:id="rId25"/>
    <p:sldId id="291" r:id="rId26"/>
    <p:sldId id="292" r:id="rId27"/>
    <p:sldId id="293" r:id="rId28"/>
    <p:sldId id="294" r:id="rId29"/>
    <p:sldId id="295" r:id="rId30"/>
    <p:sldId id="296" r:id="rId31"/>
    <p:sldId id="266" r:id="rId32"/>
    <p:sldId id="267" r:id="rId33"/>
    <p:sldId id="274" r:id="rId34"/>
    <p:sldId id="275" r:id="rId35"/>
    <p:sldId id="276" r:id="rId36"/>
    <p:sldId id="273" r:id="rId37"/>
    <p:sldId id="268" r:id="rId38"/>
    <p:sldId id="269" r:id="rId39"/>
    <p:sldId id="297" r:id="rId40"/>
    <p:sldId id="298" r:id="rId41"/>
    <p:sldId id="299" r:id="rId42"/>
    <p:sldId id="300" r:id="rId43"/>
    <p:sldId id="301" r:id="rId44"/>
    <p:sldId id="302" r:id="rId45"/>
    <p:sldId id="270" r:id="rId4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D37F20-FC58-48BD-AC8B-FBD960CCA234}" v="33" dt="2024-10-10T16:25:39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iglinski" userId="31b42f8782254bec" providerId="Windows Live" clId="Web-{6724CCC5-75D8-4B73-9942-10505C9E3692}"/>
    <pc:docChg chg="addSld delSld modSld sldOrd">
      <pc:chgData name="Carlos Miglinski" userId="31b42f8782254bec" providerId="Windows Live" clId="Web-{6724CCC5-75D8-4B73-9942-10505C9E3692}" dt="2023-10-10T15:04:45.886" v="351"/>
      <pc:docMkLst>
        <pc:docMk/>
      </pc:docMkLst>
      <pc:sldChg chg="modSp">
        <pc:chgData name="Carlos Miglinski" userId="31b42f8782254bec" providerId="Windows Live" clId="Web-{6724CCC5-75D8-4B73-9942-10505C9E3692}" dt="2023-10-10T13:48:37.959" v="176" actId="20577"/>
        <pc:sldMkLst>
          <pc:docMk/>
          <pc:sldMk cId="15938548" sldId="258"/>
        </pc:sldMkLst>
        <pc:spChg chg="mod">
          <ac:chgData name="Carlos Miglinski" userId="31b42f8782254bec" providerId="Windows Live" clId="Web-{6724CCC5-75D8-4B73-9942-10505C9E3692}" dt="2023-10-10T13:48:37.959" v="176" actId="20577"/>
          <ac:spMkLst>
            <pc:docMk/>
            <pc:sldMk cId="15938548" sldId="258"/>
            <ac:spMk id="3" creationId="{016BE89D-DE8F-1C43-459D-71E4A4CC5F12}"/>
          </ac:spMkLst>
        </pc:spChg>
      </pc:sldChg>
      <pc:sldChg chg="ord">
        <pc:chgData name="Carlos Miglinski" userId="31b42f8782254bec" providerId="Windows Live" clId="Web-{6724CCC5-75D8-4B73-9942-10505C9E3692}" dt="2023-10-10T14:22:13.437" v="212"/>
        <pc:sldMkLst>
          <pc:docMk/>
          <pc:sldMk cId="3186404141" sldId="259"/>
        </pc:sldMkLst>
      </pc:sldChg>
      <pc:sldChg chg="del">
        <pc:chgData name="Carlos Miglinski" userId="31b42f8782254bec" providerId="Windows Live" clId="Web-{6724CCC5-75D8-4B73-9942-10505C9E3692}" dt="2023-10-10T14:21:28.106" v="211"/>
        <pc:sldMkLst>
          <pc:docMk/>
          <pc:sldMk cId="177883589" sldId="260"/>
        </pc:sldMkLst>
      </pc:sldChg>
      <pc:sldChg chg="addSp delSp modSp">
        <pc:chgData name="Carlos Miglinski" userId="31b42f8782254bec" providerId="Windows Live" clId="Web-{6724CCC5-75D8-4B73-9942-10505C9E3692}" dt="2023-10-10T13:46:47.264" v="172" actId="20577"/>
        <pc:sldMkLst>
          <pc:docMk/>
          <pc:sldMk cId="2073434130" sldId="263"/>
        </pc:sldMkLst>
        <pc:spChg chg="mod">
          <ac:chgData name="Carlos Miglinski" userId="31b42f8782254bec" providerId="Windows Live" clId="Web-{6724CCC5-75D8-4B73-9942-10505C9E3692}" dt="2023-10-10T13:46:47.264" v="172" actId="20577"/>
          <ac:spMkLst>
            <pc:docMk/>
            <pc:sldMk cId="2073434130" sldId="263"/>
            <ac:spMk id="3" creationId="{47ACBCBD-1FE5-A01F-4702-2CB4DB1B1D6B}"/>
          </ac:spMkLst>
        </pc:spChg>
        <pc:spChg chg="add del mod">
          <ac:chgData name="Carlos Miglinski" userId="31b42f8782254bec" providerId="Windows Live" clId="Web-{6724CCC5-75D8-4B73-9942-10505C9E3692}" dt="2023-10-10T13:43:05.422" v="81"/>
          <ac:spMkLst>
            <pc:docMk/>
            <pc:sldMk cId="2073434130" sldId="263"/>
            <ac:spMk id="4" creationId="{85ADA726-C74A-613D-5D4C-2DE38B684ECC}"/>
          </ac:spMkLst>
        </pc:spChg>
      </pc:sldChg>
      <pc:sldChg chg="modSp del">
        <pc:chgData name="Carlos Miglinski" userId="31b42f8782254bec" providerId="Windows Live" clId="Web-{6724CCC5-75D8-4B73-9942-10505C9E3692}" dt="2023-10-10T15:04:45.886" v="351"/>
        <pc:sldMkLst>
          <pc:docMk/>
          <pc:sldMk cId="378841967" sldId="265"/>
        </pc:sldMkLst>
        <pc:spChg chg="mod">
          <ac:chgData name="Carlos Miglinski" userId="31b42f8782254bec" providerId="Windows Live" clId="Web-{6724CCC5-75D8-4B73-9942-10505C9E3692}" dt="2023-10-10T15:03:27.458" v="347" actId="20577"/>
          <ac:spMkLst>
            <pc:docMk/>
            <pc:sldMk cId="378841967" sldId="265"/>
            <ac:spMk id="2" creationId="{596329FD-8960-4B04-7054-EBBF562F7ADE}"/>
          </ac:spMkLst>
        </pc:spChg>
        <pc:spChg chg="mod">
          <ac:chgData name="Carlos Miglinski" userId="31b42f8782254bec" providerId="Windows Live" clId="Web-{6724CCC5-75D8-4B73-9942-10505C9E3692}" dt="2023-10-10T15:04:38.119" v="350" actId="20577"/>
          <ac:spMkLst>
            <pc:docMk/>
            <pc:sldMk cId="378841967" sldId="265"/>
            <ac:spMk id="3" creationId="{C6B808A6-3E11-FAC2-2550-76FA19828C66}"/>
          </ac:spMkLst>
        </pc:spChg>
      </pc:sldChg>
      <pc:sldChg chg="modSp">
        <pc:chgData name="Carlos Miglinski" userId="31b42f8782254bec" providerId="Windows Live" clId="Web-{6724CCC5-75D8-4B73-9942-10505C9E3692}" dt="2023-10-10T13:28:11.692" v="7" actId="20577"/>
        <pc:sldMkLst>
          <pc:docMk/>
          <pc:sldMk cId="236367566" sldId="267"/>
        </pc:sldMkLst>
        <pc:spChg chg="mod">
          <ac:chgData name="Carlos Miglinski" userId="31b42f8782254bec" providerId="Windows Live" clId="Web-{6724CCC5-75D8-4B73-9942-10505C9E3692}" dt="2023-10-10T13:28:11.692" v="7" actId="20577"/>
          <ac:spMkLst>
            <pc:docMk/>
            <pc:sldMk cId="236367566" sldId="267"/>
            <ac:spMk id="2" creationId="{DC252E65-3C20-F984-1E7D-0175790DD74D}"/>
          </ac:spMkLst>
        </pc:spChg>
        <pc:spChg chg="mod">
          <ac:chgData name="Carlos Miglinski" userId="31b42f8782254bec" providerId="Windows Live" clId="Web-{6724CCC5-75D8-4B73-9942-10505C9E3692}" dt="2023-10-10T13:28:05.785" v="3" actId="20577"/>
          <ac:spMkLst>
            <pc:docMk/>
            <pc:sldMk cId="236367566" sldId="267"/>
            <ac:spMk id="3" creationId="{147E8A05-E488-113C-F494-E19E7C8A926C}"/>
          </ac:spMkLst>
        </pc:spChg>
      </pc:sldChg>
      <pc:sldChg chg="add replId">
        <pc:chgData name="Carlos Miglinski" userId="31b42f8782254bec" providerId="Windows Live" clId="Web-{6724CCC5-75D8-4B73-9942-10505C9E3692}" dt="2023-10-10T13:27:02.562" v="0"/>
        <pc:sldMkLst>
          <pc:docMk/>
          <pc:sldMk cId="307098252" sldId="273"/>
        </pc:sldMkLst>
      </pc:sldChg>
      <pc:sldChg chg="modSp new">
        <pc:chgData name="Carlos Miglinski" userId="31b42f8782254bec" providerId="Windows Live" clId="Web-{6724CCC5-75D8-4B73-9942-10505C9E3692}" dt="2023-10-10T13:31:11.907" v="38" actId="20577"/>
        <pc:sldMkLst>
          <pc:docMk/>
          <pc:sldMk cId="701401107" sldId="274"/>
        </pc:sldMkLst>
        <pc:spChg chg="mod">
          <ac:chgData name="Carlos Miglinski" userId="31b42f8782254bec" providerId="Windows Live" clId="Web-{6724CCC5-75D8-4B73-9942-10505C9E3692}" dt="2023-10-10T13:28:28.693" v="10" actId="20577"/>
          <ac:spMkLst>
            <pc:docMk/>
            <pc:sldMk cId="701401107" sldId="274"/>
            <ac:spMk id="2" creationId="{AB6DEF6D-FE1B-DCED-BD0E-E5B32FBF4452}"/>
          </ac:spMkLst>
        </pc:spChg>
        <pc:spChg chg="mod">
          <ac:chgData name="Carlos Miglinski" userId="31b42f8782254bec" providerId="Windows Live" clId="Web-{6724CCC5-75D8-4B73-9942-10505C9E3692}" dt="2023-10-10T13:31:11.907" v="38" actId="20577"/>
          <ac:spMkLst>
            <pc:docMk/>
            <pc:sldMk cId="701401107" sldId="274"/>
            <ac:spMk id="3" creationId="{615D167C-DFD3-EB64-E60B-C4074E30ADC6}"/>
          </ac:spMkLst>
        </pc:spChg>
      </pc:sldChg>
      <pc:sldChg chg="modSp new">
        <pc:chgData name="Carlos Miglinski" userId="31b42f8782254bec" providerId="Windows Live" clId="Web-{6724CCC5-75D8-4B73-9942-10505C9E3692}" dt="2023-10-10T13:31:01.328" v="36" actId="20577"/>
        <pc:sldMkLst>
          <pc:docMk/>
          <pc:sldMk cId="1920833204" sldId="275"/>
        </pc:sldMkLst>
        <pc:spChg chg="mod">
          <ac:chgData name="Carlos Miglinski" userId="31b42f8782254bec" providerId="Windows Live" clId="Web-{6724CCC5-75D8-4B73-9942-10505C9E3692}" dt="2023-10-10T13:30:37.201" v="34" actId="20577"/>
          <ac:spMkLst>
            <pc:docMk/>
            <pc:sldMk cId="1920833204" sldId="275"/>
            <ac:spMk id="2" creationId="{02A06E2F-FE8D-4AEB-42CA-6F05A99CE230}"/>
          </ac:spMkLst>
        </pc:spChg>
        <pc:spChg chg="mod">
          <ac:chgData name="Carlos Miglinski" userId="31b42f8782254bec" providerId="Windows Live" clId="Web-{6724CCC5-75D8-4B73-9942-10505C9E3692}" dt="2023-10-10T13:31:01.328" v="36" actId="20577"/>
          <ac:spMkLst>
            <pc:docMk/>
            <pc:sldMk cId="1920833204" sldId="275"/>
            <ac:spMk id="3" creationId="{FC0C8DA1-DAB6-9231-567A-EDEDE526EE72}"/>
          </ac:spMkLst>
        </pc:spChg>
      </pc:sldChg>
      <pc:sldChg chg="modSp new">
        <pc:chgData name="Carlos Miglinski" userId="31b42f8782254bec" providerId="Windows Live" clId="Web-{6724CCC5-75D8-4B73-9942-10505C9E3692}" dt="2023-10-10T13:32:21.989" v="47" actId="20577"/>
        <pc:sldMkLst>
          <pc:docMk/>
          <pc:sldMk cId="1978613806" sldId="276"/>
        </pc:sldMkLst>
        <pc:spChg chg="mod">
          <ac:chgData name="Carlos Miglinski" userId="31b42f8782254bec" providerId="Windows Live" clId="Web-{6724CCC5-75D8-4B73-9942-10505C9E3692}" dt="2023-10-10T13:31:56.925" v="45" actId="20577"/>
          <ac:spMkLst>
            <pc:docMk/>
            <pc:sldMk cId="1978613806" sldId="276"/>
            <ac:spMk id="2" creationId="{6391176B-9797-9D31-28E0-9266244B671F}"/>
          </ac:spMkLst>
        </pc:spChg>
        <pc:spChg chg="mod">
          <ac:chgData name="Carlos Miglinski" userId="31b42f8782254bec" providerId="Windows Live" clId="Web-{6724CCC5-75D8-4B73-9942-10505C9E3692}" dt="2023-10-10T13:32:21.989" v="47" actId="20577"/>
          <ac:spMkLst>
            <pc:docMk/>
            <pc:sldMk cId="1978613806" sldId="276"/>
            <ac:spMk id="3" creationId="{9B862856-4803-69DE-170A-53A90BA876B1}"/>
          </ac:spMkLst>
        </pc:spChg>
      </pc:sldChg>
      <pc:sldChg chg="modSp new">
        <pc:chgData name="Carlos Miglinski" userId="31b42f8782254bec" providerId="Windows Live" clId="Web-{6724CCC5-75D8-4B73-9942-10505C9E3692}" dt="2023-10-10T13:34:46.655" v="52" actId="20577"/>
        <pc:sldMkLst>
          <pc:docMk/>
          <pc:sldMk cId="965126923" sldId="277"/>
        </pc:sldMkLst>
        <pc:spChg chg="mod">
          <ac:chgData name="Carlos Miglinski" userId="31b42f8782254bec" providerId="Windows Live" clId="Web-{6724CCC5-75D8-4B73-9942-10505C9E3692}" dt="2023-10-10T13:34:41.420" v="50" actId="20577"/>
          <ac:spMkLst>
            <pc:docMk/>
            <pc:sldMk cId="965126923" sldId="277"/>
            <ac:spMk id="2" creationId="{3974B9BF-284E-0495-1BEB-3A6DB57D924D}"/>
          </ac:spMkLst>
        </pc:spChg>
        <pc:spChg chg="mod">
          <ac:chgData name="Carlos Miglinski" userId="31b42f8782254bec" providerId="Windows Live" clId="Web-{6724CCC5-75D8-4B73-9942-10505C9E3692}" dt="2023-10-10T13:34:46.655" v="52" actId="20577"/>
          <ac:spMkLst>
            <pc:docMk/>
            <pc:sldMk cId="965126923" sldId="277"/>
            <ac:spMk id="3" creationId="{2CB5087D-328D-C145-5991-1AF8A2AF4632}"/>
          </ac:spMkLst>
        </pc:spChg>
      </pc:sldChg>
      <pc:sldChg chg="modSp new">
        <pc:chgData name="Carlos Miglinski" userId="31b42f8782254bec" providerId="Windows Live" clId="Web-{6724CCC5-75D8-4B73-9942-10505C9E3692}" dt="2023-10-10T13:35:51.269" v="60" actId="20577"/>
        <pc:sldMkLst>
          <pc:docMk/>
          <pc:sldMk cId="2817881851" sldId="278"/>
        </pc:sldMkLst>
        <pc:spChg chg="mod">
          <ac:chgData name="Carlos Miglinski" userId="31b42f8782254bec" providerId="Windows Live" clId="Web-{6724CCC5-75D8-4B73-9942-10505C9E3692}" dt="2023-10-10T13:35:22.579" v="55" actId="20577"/>
          <ac:spMkLst>
            <pc:docMk/>
            <pc:sldMk cId="2817881851" sldId="278"/>
            <ac:spMk id="2" creationId="{4B10A6E1-5171-AB35-16B7-619782CE3E9A}"/>
          </ac:spMkLst>
        </pc:spChg>
        <pc:spChg chg="mod">
          <ac:chgData name="Carlos Miglinski" userId="31b42f8782254bec" providerId="Windows Live" clId="Web-{6724CCC5-75D8-4B73-9942-10505C9E3692}" dt="2023-10-10T13:35:51.269" v="60" actId="20577"/>
          <ac:spMkLst>
            <pc:docMk/>
            <pc:sldMk cId="2817881851" sldId="278"/>
            <ac:spMk id="3" creationId="{C4DB74FC-8B1B-FF55-EAD4-CE05FFC6E944}"/>
          </ac:spMkLst>
        </pc:spChg>
      </pc:sldChg>
      <pc:sldChg chg="modSp new">
        <pc:chgData name="Carlos Miglinski" userId="31b42f8782254bec" providerId="Windows Live" clId="Web-{6724CCC5-75D8-4B73-9942-10505C9E3692}" dt="2023-10-10T13:41:18.946" v="66" actId="20577"/>
        <pc:sldMkLst>
          <pc:docMk/>
          <pc:sldMk cId="3720342943" sldId="279"/>
        </pc:sldMkLst>
        <pc:spChg chg="mod">
          <ac:chgData name="Carlos Miglinski" userId="31b42f8782254bec" providerId="Windows Live" clId="Web-{6724CCC5-75D8-4B73-9942-10505C9E3692}" dt="2023-10-10T13:40:55.366" v="62" actId="20577"/>
          <ac:spMkLst>
            <pc:docMk/>
            <pc:sldMk cId="3720342943" sldId="279"/>
            <ac:spMk id="2" creationId="{CCCD9D37-7305-AEDB-F3A2-AB64F0DEFF09}"/>
          </ac:spMkLst>
        </pc:spChg>
        <pc:spChg chg="mod">
          <ac:chgData name="Carlos Miglinski" userId="31b42f8782254bec" providerId="Windows Live" clId="Web-{6724CCC5-75D8-4B73-9942-10505C9E3692}" dt="2023-10-10T13:41:18.946" v="66" actId="20577"/>
          <ac:spMkLst>
            <pc:docMk/>
            <pc:sldMk cId="3720342943" sldId="279"/>
            <ac:spMk id="3" creationId="{859B1CE8-2642-571A-7B4E-03FC5C9A6C84}"/>
          </ac:spMkLst>
        </pc:spChg>
      </pc:sldChg>
      <pc:sldChg chg="modSp new">
        <pc:chgData name="Carlos Miglinski" userId="31b42f8782254bec" providerId="Windows Live" clId="Web-{6724CCC5-75D8-4B73-9942-10505C9E3692}" dt="2023-10-10T13:42:20.653" v="75" actId="20577"/>
        <pc:sldMkLst>
          <pc:docMk/>
          <pc:sldMk cId="1817472356" sldId="280"/>
        </pc:sldMkLst>
        <pc:spChg chg="mod">
          <ac:chgData name="Carlos Miglinski" userId="31b42f8782254bec" providerId="Windows Live" clId="Web-{6724CCC5-75D8-4B73-9942-10505C9E3692}" dt="2023-10-10T13:41:28.900" v="72" actId="20577"/>
          <ac:spMkLst>
            <pc:docMk/>
            <pc:sldMk cId="1817472356" sldId="280"/>
            <ac:spMk id="2" creationId="{FC3A26C8-81EF-4B9C-A8B2-039365D524A7}"/>
          </ac:spMkLst>
        </pc:spChg>
        <pc:spChg chg="mod">
          <ac:chgData name="Carlos Miglinski" userId="31b42f8782254bec" providerId="Windows Live" clId="Web-{6724CCC5-75D8-4B73-9942-10505C9E3692}" dt="2023-10-10T13:42:20.653" v="75" actId="20577"/>
          <ac:spMkLst>
            <pc:docMk/>
            <pc:sldMk cId="1817472356" sldId="280"/>
            <ac:spMk id="3" creationId="{624EC3F5-1D19-6500-B5E6-E3F4536C2DF7}"/>
          </ac:spMkLst>
        </pc:spChg>
      </pc:sldChg>
      <pc:sldChg chg="modSp new">
        <pc:chgData name="Carlos Miglinski" userId="31b42f8782254bec" providerId="Windows Live" clId="Web-{6724CCC5-75D8-4B73-9942-10505C9E3692}" dt="2023-10-10T14:17:55.874" v="180" actId="20577"/>
        <pc:sldMkLst>
          <pc:docMk/>
          <pc:sldMk cId="3441151178" sldId="281"/>
        </pc:sldMkLst>
        <pc:spChg chg="mod">
          <ac:chgData name="Carlos Miglinski" userId="31b42f8782254bec" providerId="Windows Live" clId="Web-{6724CCC5-75D8-4B73-9942-10505C9E3692}" dt="2023-10-10T13:48:52.585" v="178" actId="20577"/>
          <ac:spMkLst>
            <pc:docMk/>
            <pc:sldMk cId="3441151178" sldId="281"/>
            <ac:spMk id="2" creationId="{CB8FC132-BB1B-7E47-02DF-3AF7DCD44203}"/>
          </ac:spMkLst>
        </pc:spChg>
        <pc:spChg chg="mod">
          <ac:chgData name="Carlos Miglinski" userId="31b42f8782254bec" providerId="Windows Live" clId="Web-{6724CCC5-75D8-4B73-9942-10505C9E3692}" dt="2023-10-10T14:17:55.874" v="180" actId="20577"/>
          <ac:spMkLst>
            <pc:docMk/>
            <pc:sldMk cId="3441151178" sldId="281"/>
            <ac:spMk id="3" creationId="{CDEA34A9-C0D5-5B36-2B0D-DD98AD96825E}"/>
          </ac:spMkLst>
        </pc:spChg>
      </pc:sldChg>
      <pc:sldChg chg="modSp new">
        <pc:chgData name="Carlos Miglinski" userId="31b42f8782254bec" providerId="Windows Live" clId="Web-{6724CCC5-75D8-4B73-9942-10505C9E3692}" dt="2023-10-10T14:18:27.423" v="185" actId="20577"/>
        <pc:sldMkLst>
          <pc:docMk/>
          <pc:sldMk cId="2428390296" sldId="282"/>
        </pc:sldMkLst>
        <pc:spChg chg="mod">
          <ac:chgData name="Carlos Miglinski" userId="31b42f8782254bec" providerId="Windows Live" clId="Web-{6724CCC5-75D8-4B73-9942-10505C9E3692}" dt="2023-10-10T14:18:22.907" v="183" actId="20577"/>
          <ac:spMkLst>
            <pc:docMk/>
            <pc:sldMk cId="2428390296" sldId="282"/>
            <ac:spMk id="2" creationId="{BF74D942-705F-2714-1764-328C73E2C7D5}"/>
          </ac:spMkLst>
        </pc:spChg>
        <pc:spChg chg="mod">
          <ac:chgData name="Carlos Miglinski" userId="31b42f8782254bec" providerId="Windows Live" clId="Web-{6724CCC5-75D8-4B73-9942-10505C9E3692}" dt="2023-10-10T14:18:27.423" v="185" actId="20577"/>
          <ac:spMkLst>
            <pc:docMk/>
            <pc:sldMk cId="2428390296" sldId="282"/>
            <ac:spMk id="3" creationId="{370307E7-D951-AC6A-9E41-F3AAB460CA14}"/>
          </ac:spMkLst>
        </pc:spChg>
      </pc:sldChg>
      <pc:sldChg chg="modSp new ord">
        <pc:chgData name="Carlos Miglinski" userId="31b42f8782254bec" providerId="Windows Live" clId="Web-{6724CCC5-75D8-4B73-9942-10505C9E3692}" dt="2023-10-10T14:20:10.445" v="193" actId="20577"/>
        <pc:sldMkLst>
          <pc:docMk/>
          <pc:sldMk cId="1306242024" sldId="283"/>
        </pc:sldMkLst>
        <pc:spChg chg="mod">
          <ac:chgData name="Carlos Miglinski" userId="31b42f8782254bec" providerId="Windows Live" clId="Web-{6724CCC5-75D8-4B73-9942-10505C9E3692}" dt="2023-10-10T14:20:10.445" v="193" actId="20577"/>
          <ac:spMkLst>
            <pc:docMk/>
            <pc:sldMk cId="1306242024" sldId="283"/>
            <ac:spMk id="2" creationId="{6440A237-E6EF-DCB5-6428-0224C1D4AAC8}"/>
          </ac:spMkLst>
        </pc:spChg>
        <pc:spChg chg="mod">
          <ac:chgData name="Carlos Miglinski" userId="31b42f8782254bec" providerId="Windows Live" clId="Web-{6724CCC5-75D8-4B73-9942-10505C9E3692}" dt="2023-10-10T14:19:55.241" v="191" actId="20577"/>
          <ac:spMkLst>
            <pc:docMk/>
            <pc:sldMk cId="1306242024" sldId="283"/>
            <ac:spMk id="3" creationId="{DC3B4C00-4457-3E71-DD1F-4C2AD64B13DA}"/>
          </ac:spMkLst>
        </pc:spChg>
      </pc:sldChg>
      <pc:sldChg chg="modSp new">
        <pc:chgData name="Carlos Miglinski" userId="31b42f8782254bec" providerId="Windows Live" clId="Web-{6724CCC5-75D8-4B73-9942-10505C9E3692}" dt="2023-10-10T14:20:35.728" v="197" actId="20577"/>
        <pc:sldMkLst>
          <pc:docMk/>
          <pc:sldMk cId="2432810583" sldId="284"/>
        </pc:sldMkLst>
        <pc:spChg chg="mod">
          <ac:chgData name="Carlos Miglinski" userId="31b42f8782254bec" providerId="Windows Live" clId="Web-{6724CCC5-75D8-4B73-9942-10505C9E3692}" dt="2023-10-10T14:20:18.711" v="195" actId="20577"/>
          <ac:spMkLst>
            <pc:docMk/>
            <pc:sldMk cId="2432810583" sldId="284"/>
            <ac:spMk id="2" creationId="{4E8B4DBE-3B70-824F-03A8-18126379C6C1}"/>
          </ac:spMkLst>
        </pc:spChg>
        <pc:spChg chg="mod">
          <ac:chgData name="Carlos Miglinski" userId="31b42f8782254bec" providerId="Windows Live" clId="Web-{6724CCC5-75D8-4B73-9942-10505C9E3692}" dt="2023-10-10T14:20:35.728" v="197" actId="20577"/>
          <ac:spMkLst>
            <pc:docMk/>
            <pc:sldMk cId="2432810583" sldId="284"/>
            <ac:spMk id="3" creationId="{09EDDCE1-9AF1-5990-D986-21582C3EA650}"/>
          </ac:spMkLst>
        </pc:spChg>
      </pc:sldChg>
      <pc:sldChg chg="modSp new">
        <pc:chgData name="Carlos Miglinski" userId="31b42f8782254bec" providerId="Windows Live" clId="Web-{6724CCC5-75D8-4B73-9942-10505C9E3692}" dt="2023-10-10T14:21:09.589" v="210" actId="20577"/>
        <pc:sldMkLst>
          <pc:docMk/>
          <pc:sldMk cId="2212080103" sldId="285"/>
        </pc:sldMkLst>
        <pc:spChg chg="mod">
          <ac:chgData name="Carlos Miglinski" userId="31b42f8782254bec" providerId="Windows Live" clId="Web-{6724CCC5-75D8-4B73-9942-10505C9E3692}" dt="2023-10-10T14:20:53.229" v="207" actId="20577"/>
          <ac:spMkLst>
            <pc:docMk/>
            <pc:sldMk cId="2212080103" sldId="285"/>
            <ac:spMk id="2" creationId="{CDDFBF8F-A803-08D0-CAD6-5280AD6FC134}"/>
          </ac:spMkLst>
        </pc:spChg>
        <pc:spChg chg="mod">
          <ac:chgData name="Carlos Miglinski" userId="31b42f8782254bec" providerId="Windows Live" clId="Web-{6724CCC5-75D8-4B73-9942-10505C9E3692}" dt="2023-10-10T14:21:09.589" v="210" actId="20577"/>
          <ac:spMkLst>
            <pc:docMk/>
            <pc:sldMk cId="2212080103" sldId="285"/>
            <ac:spMk id="3" creationId="{6070534D-6235-D388-71D5-5A0ABBEF7716}"/>
          </ac:spMkLst>
        </pc:spChg>
      </pc:sldChg>
      <pc:sldChg chg="modSp new">
        <pc:chgData name="Carlos Miglinski" userId="31b42f8782254bec" providerId="Windows Live" clId="Web-{6724CCC5-75D8-4B73-9942-10505C9E3692}" dt="2023-10-10T14:26:11.390" v="217" actId="20577"/>
        <pc:sldMkLst>
          <pc:docMk/>
          <pc:sldMk cId="456883829" sldId="286"/>
        </pc:sldMkLst>
        <pc:spChg chg="mod">
          <ac:chgData name="Carlos Miglinski" userId="31b42f8782254bec" providerId="Windows Live" clId="Web-{6724CCC5-75D8-4B73-9942-10505C9E3692}" dt="2023-10-10T14:25:56.530" v="214" actId="20577"/>
          <ac:spMkLst>
            <pc:docMk/>
            <pc:sldMk cId="456883829" sldId="286"/>
            <ac:spMk id="2" creationId="{1BE16E2D-6227-D951-D020-BAE7A660D485}"/>
          </ac:spMkLst>
        </pc:spChg>
        <pc:spChg chg="mod">
          <ac:chgData name="Carlos Miglinski" userId="31b42f8782254bec" providerId="Windows Live" clId="Web-{6724CCC5-75D8-4B73-9942-10505C9E3692}" dt="2023-10-10T14:26:11.390" v="217" actId="20577"/>
          <ac:spMkLst>
            <pc:docMk/>
            <pc:sldMk cId="456883829" sldId="286"/>
            <ac:spMk id="3" creationId="{1C16C0CB-65AB-2C91-9B36-9BE05355D9E5}"/>
          </ac:spMkLst>
        </pc:spChg>
      </pc:sldChg>
      <pc:sldChg chg="modSp new">
        <pc:chgData name="Carlos Miglinski" userId="31b42f8782254bec" providerId="Windows Live" clId="Web-{6724CCC5-75D8-4B73-9942-10505C9E3692}" dt="2023-10-10T14:27:19.629" v="222" actId="20577"/>
        <pc:sldMkLst>
          <pc:docMk/>
          <pc:sldMk cId="373652966" sldId="287"/>
        </pc:sldMkLst>
        <pc:spChg chg="mod">
          <ac:chgData name="Carlos Miglinski" userId="31b42f8782254bec" providerId="Windows Live" clId="Web-{6724CCC5-75D8-4B73-9942-10505C9E3692}" dt="2023-10-10T14:26:50.986" v="220" actId="20577"/>
          <ac:spMkLst>
            <pc:docMk/>
            <pc:sldMk cId="373652966" sldId="287"/>
            <ac:spMk id="2" creationId="{41BF5235-376D-27E1-6C88-813C7747D598}"/>
          </ac:spMkLst>
        </pc:spChg>
        <pc:spChg chg="mod">
          <ac:chgData name="Carlos Miglinski" userId="31b42f8782254bec" providerId="Windows Live" clId="Web-{6724CCC5-75D8-4B73-9942-10505C9E3692}" dt="2023-10-10T14:27:19.629" v="222" actId="20577"/>
          <ac:spMkLst>
            <pc:docMk/>
            <pc:sldMk cId="373652966" sldId="287"/>
            <ac:spMk id="3" creationId="{D81D89D0-ABAC-7684-B485-0811004E317B}"/>
          </ac:spMkLst>
        </pc:spChg>
      </pc:sldChg>
      <pc:sldChg chg="modSp new">
        <pc:chgData name="Carlos Miglinski" userId="31b42f8782254bec" providerId="Windows Live" clId="Web-{6724CCC5-75D8-4B73-9942-10505C9E3692}" dt="2023-10-10T14:27:38.052" v="226" actId="20577"/>
        <pc:sldMkLst>
          <pc:docMk/>
          <pc:sldMk cId="3088473392" sldId="288"/>
        </pc:sldMkLst>
        <pc:spChg chg="mod">
          <ac:chgData name="Carlos Miglinski" userId="31b42f8782254bec" providerId="Windows Live" clId="Web-{6724CCC5-75D8-4B73-9942-10505C9E3692}" dt="2023-10-10T14:27:26.192" v="224" actId="20577"/>
          <ac:spMkLst>
            <pc:docMk/>
            <pc:sldMk cId="3088473392" sldId="288"/>
            <ac:spMk id="2" creationId="{15A4ADBD-0190-AD65-7A19-FE4CD09EC156}"/>
          </ac:spMkLst>
        </pc:spChg>
        <pc:spChg chg="mod">
          <ac:chgData name="Carlos Miglinski" userId="31b42f8782254bec" providerId="Windows Live" clId="Web-{6724CCC5-75D8-4B73-9942-10505C9E3692}" dt="2023-10-10T14:27:38.052" v="226" actId="20577"/>
          <ac:spMkLst>
            <pc:docMk/>
            <pc:sldMk cId="3088473392" sldId="288"/>
            <ac:spMk id="3" creationId="{2CE34FF0-3147-BCA9-C30F-267290FF13EF}"/>
          </ac:spMkLst>
        </pc:spChg>
      </pc:sldChg>
      <pc:sldChg chg="modSp new ord">
        <pc:chgData name="Carlos Miglinski" userId="31b42f8782254bec" providerId="Windows Live" clId="Web-{6724CCC5-75D8-4B73-9942-10505C9E3692}" dt="2023-10-10T14:28:50.228" v="247"/>
        <pc:sldMkLst>
          <pc:docMk/>
          <pc:sldMk cId="4256853542" sldId="289"/>
        </pc:sldMkLst>
        <pc:spChg chg="mod">
          <ac:chgData name="Carlos Miglinski" userId="31b42f8782254bec" providerId="Windows Live" clId="Web-{6724CCC5-75D8-4B73-9942-10505C9E3692}" dt="2023-10-10T14:27:58.709" v="229" actId="20577"/>
          <ac:spMkLst>
            <pc:docMk/>
            <pc:sldMk cId="4256853542" sldId="289"/>
            <ac:spMk id="2" creationId="{FB259023-F7B9-7270-C558-29FFA0E018FE}"/>
          </ac:spMkLst>
        </pc:spChg>
        <pc:spChg chg="mod">
          <ac:chgData name="Carlos Miglinski" userId="31b42f8782254bec" providerId="Windows Live" clId="Web-{6724CCC5-75D8-4B73-9942-10505C9E3692}" dt="2023-10-10T14:28:14.820" v="232" actId="20577"/>
          <ac:spMkLst>
            <pc:docMk/>
            <pc:sldMk cId="4256853542" sldId="289"/>
            <ac:spMk id="3" creationId="{E541D241-A8E4-4396-CC18-B6594B4D0B26}"/>
          </ac:spMkLst>
        </pc:spChg>
      </pc:sldChg>
      <pc:sldChg chg="modSp new">
        <pc:chgData name="Carlos Miglinski" userId="31b42f8782254bec" providerId="Windows Live" clId="Web-{6724CCC5-75D8-4B73-9942-10505C9E3692}" dt="2023-10-10T14:28:40.931" v="246" actId="20577"/>
        <pc:sldMkLst>
          <pc:docMk/>
          <pc:sldMk cId="2062810388" sldId="290"/>
        </pc:sldMkLst>
        <pc:spChg chg="mod">
          <ac:chgData name="Carlos Miglinski" userId="31b42f8782254bec" providerId="Windows Live" clId="Web-{6724CCC5-75D8-4B73-9942-10505C9E3692}" dt="2023-10-10T14:28:33.259" v="243" actId="20577"/>
          <ac:spMkLst>
            <pc:docMk/>
            <pc:sldMk cId="2062810388" sldId="290"/>
            <ac:spMk id="2" creationId="{7EA5891F-3B03-6BB6-9016-B4A3488E1515}"/>
          </ac:spMkLst>
        </pc:spChg>
        <pc:spChg chg="mod">
          <ac:chgData name="Carlos Miglinski" userId="31b42f8782254bec" providerId="Windows Live" clId="Web-{6724CCC5-75D8-4B73-9942-10505C9E3692}" dt="2023-10-10T14:28:40.931" v="246" actId="20577"/>
          <ac:spMkLst>
            <pc:docMk/>
            <pc:sldMk cId="2062810388" sldId="290"/>
            <ac:spMk id="3" creationId="{3C59B484-D633-7112-3B1C-2BC8DB85C8F1}"/>
          </ac:spMkLst>
        </pc:spChg>
      </pc:sldChg>
      <pc:sldChg chg="modSp new">
        <pc:chgData name="Carlos Miglinski" userId="31b42f8782254bec" providerId="Windows Live" clId="Web-{6724CCC5-75D8-4B73-9942-10505C9E3692}" dt="2023-10-10T14:31:11.394" v="258" actId="20577"/>
        <pc:sldMkLst>
          <pc:docMk/>
          <pc:sldMk cId="276284286" sldId="291"/>
        </pc:sldMkLst>
        <pc:spChg chg="mod">
          <ac:chgData name="Carlos Miglinski" userId="31b42f8782254bec" providerId="Windows Live" clId="Web-{6724CCC5-75D8-4B73-9942-10505C9E3692}" dt="2023-10-10T14:30:40.814" v="255" actId="20577"/>
          <ac:spMkLst>
            <pc:docMk/>
            <pc:sldMk cId="276284286" sldId="291"/>
            <ac:spMk id="2" creationId="{F2607DC2-BAA0-A807-77D3-A430B725CC91}"/>
          </ac:spMkLst>
        </pc:spChg>
        <pc:spChg chg="mod">
          <ac:chgData name="Carlos Miglinski" userId="31b42f8782254bec" providerId="Windows Live" clId="Web-{6724CCC5-75D8-4B73-9942-10505C9E3692}" dt="2023-10-10T14:31:11.394" v="258" actId="20577"/>
          <ac:spMkLst>
            <pc:docMk/>
            <pc:sldMk cId="276284286" sldId="291"/>
            <ac:spMk id="3" creationId="{1FF9CE14-461D-94FB-6B06-8AF5B14E2F04}"/>
          </ac:spMkLst>
        </pc:spChg>
      </pc:sldChg>
      <pc:sldChg chg="modSp new">
        <pc:chgData name="Carlos Miglinski" userId="31b42f8782254bec" providerId="Windows Live" clId="Web-{6724CCC5-75D8-4B73-9942-10505C9E3692}" dt="2023-10-10T14:31:48.459" v="265" actId="20577"/>
        <pc:sldMkLst>
          <pc:docMk/>
          <pc:sldMk cId="2034621024" sldId="292"/>
        </pc:sldMkLst>
        <pc:spChg chg="mod">
          <ac:chgData name="Carlos Miglinski" userId="31b42f8782254bec" providerId="Windows Live" clId="Web-{6724CCC5-75D8-4B73-9942-10505C9E3692}" dt="2023-10-10T14:31:25.582" v="260" actId="20577"/>
          <ac:spMkLst>
            <pc:docMk/>
            <pc:sldMk cId="2034621024" sldId="292"/>
            <ac:spMk id="2" creationId="{D5864FCE-415D-11D0-F209-84D6CAE985CC}"/>
          </ac:spMkLst>
        </pc:spChg>
        <pc:spChg chg="mod">
          <ac:chgData name="Carlos Miglinski" userId="31b42f8782254bec" providerId="Windows Live" clId="Web-{6724CCC5-75D8-4B73-9942-10505C9E3692}" dt="2023-10-10T14:31:48.459" v="265" actId="20577"/>
          <ac:spMkLst>
            <pc:docMk/>
            <pc:sldMk cId="2034621024" sldId="292"/>
            <ac:spMk id="3" creationId="{2E96F508-29DA-0E1C-59B6-92B3480F91DE}"/>
          </ac:spMkLst>
        </pc:spChg>
      </pc:sldChg>
      <pc:sldChg chg="modSp add replId">
        <pc:chgData name="Carlos Miglinski" userId="31b42f8782254bec" providerId="Windows Live" clId="Web-{6724CCC5-75D8-4B73-9942-10505C9E3692}" dt="2023-10-10T14:32:32.368" v="272" actId="20577"/>
        <pc:sldMkLst>
          <pc:docMk/>
          <pc:sldMk cId="1650044280" sldId="293"/>
        </pc:sldMkLst>
        <pc:spChg chg="mod">
          <ac:chgData name="Carlos Miglinski" userId="31b42f8782254bec" providerId="Windows Live" clId="Web-{6724CCC5-75D8-4B73-9942-10505C9E3692}" dt="2023-10-10T14:32:08.085" v="268" actId="20577"/>
          <ac:spMkLst>
            <pc:docMk/>
            <pc:sldMk cId="1650044280" sldId="293"/>
            <ac:spMk id="2" creationId="{D5864FCE-415D-11D0-F209-84D6CAE985CC}"/>
          </ac:spMkLst>
        </pc:spChg>
        <pc:spChg chg="mod">
          <ac:chgData name="Carlos Miglinski" userId="31b42f8782254bec" providerId="Windows Live" clId="Web-{6724CCC5-75D8-4B73-9942-10505C9E3692}" dt="2023-10-10T14:32:32.368" v="272" actId="20577"/>
          <ac:spMkLst>
            <pc:docMk/>
            <pc:sldMk cId="1650044280" sldId="293"/>
            <ac:spMk id="3" creationId="{2E96F508-29DA-0E1C-59B6-92B3480F91DE}"/>
          </ac:spMkLst>
        </pc:spChg>
      </pc:sldChg>
      <pc:sldChg chg="modSp new">
        <pc:chgData name="Carlos Miglinski" userId="31b42f8782254bec" providerId="Windows Live" clId="Web-{6724CCC5-75D8-4B73-9942-10505C9E3692}" dt="2023-10-10T14:33:04.495" v="278" actId="20577"/>
        <pc:sldMkLst>
          <pc:docMk/>
          <pc:sldMk cId="3471599828" sldId="294"/>
        </pc:sldMkLst>
        <pc:spChg chg="mod">
          <ac:chgData name="Carlos Miglinski" userId="31b42f8782254bec" providerId="Windows Live" clId="Web-{6724CCC5-75D8-4B73-9942-10505C9E3692}" dt="2023-10-10T14:32:54.963" v="275" actId="20577"/>
          <ac:spMkLst>
            <pc:docMk/>
            <pc:sldMk cId="3471599828" sldId="294"/>
            <ac:spMk id="2" creationId="{CEBEEDD6-E4D7-DACA-C771-8DDB1AF45993}"/>
          </ac:spMkLst>
        </pc:spChg>
        <pc:spChg chg="mod">
          <ac:chgData name="Carlos Miglinski" userId="31b42f8782254bec" providerId="Windows Live" clId="Web-{6724CCC5-75D8-4B73-9942-10505C9E3692}" dt="2023-10-10T14:33:04.495" v="278" actId="20577"/>
          <ac:spMkLst>
            <pc:docMk/>
            <pc:sldMk cId="3471599828" sldId="294"/>
            <ac:spMk id="3" creationId="{8BACE88A-BB6D-7C1F-51EC-46DD3566FF6D}"/>
          </ac:spMkLst>
        </pc:spChg>
      </pc:sldChg>
      <pc:sldChg chg="modSp new">
        <pc:chgData name="Carlos Miglinski" userId="31b42f8782254bec" providerId="Windows Live" clId="Web-{6724CCC5-75D8-4B73-9942-10505C9E3692}" dt="2023-10-10T14:33:38.763" v="284" actId="20577"/>
        <pc:sldMkLst>
          <pc:docMk/>
          <pc:sldMk cId="3309133669" sldId="295"/>
        </pc:sldMkLst>
        <pc:spChg chg="mod">
          <ac:chgData name="Carlos Miglinski" userId="31b42f8782254bec" providerId="Windows Live" clId="Web-{6724CCC5-75D8-4B73-9942-10505C9E3692}" dt="2023-10-10T14:33:24.309" v="281" actId="20577"/>
          <ac:spMkLst>
            <pc:docMk/>
            <pc:sldMk cId="3309133669" sldId="295"/>
            <ac:spMk id="2" creationId="{9D63CCF5-F74F-0BDA-30FA-D52131B20D58}"/>
          </ac:spMkLst>
        </pc:spChg>
        <pc:spChg chg="mod">
          <ac:chgData name="Carlos Miglinski" userId="31b42f8782254bec" providerId="Windows Live" clId="Web-{6724CCC5-75D8-4B73-9942-10505C9E3692}" dt="2023-10-10T14:33:38.763" v="284" actId="20577"/>
          <ac:spMkLst>
            <pc:docMk/>
            <pc:sldMk cId="3309133669" sldId="295"/>
            <ac:spMk id="3" creationId="{CEA7EFDD-1460-E687-2556-5E4FF35E55B1}"/>
          </ac:spMkLst>
        </pc:spChg>
      </pc:sldChg>
      <pc:sldChg chg="modSp new">
        <pc:chgData name="Carlos Miglinski" userId="31b42f8782254bec" providerId="Windows Live" clId="Web-{6724CCC5-75D8-4B73-9942-10505C9E3692}" dt="2023-10-10T14:34:05.812" v="297" actId="20577"/>
        <pc:sldMkLst>
          <pc:docMk/>
          <pc:sldMk cId="1567816638" sldId="296"/>
        </pc:sldMkLst>
        <pc:spChg chg="mod">
          <ac:chgData name="Carlos Miglinski" userId="31b42f8782254bec" providerId="Windows Live" clId="Web-{6724CCC5-75D8-4B73-9942-10505C9E3692}" dt="2023-10-10T14:33:58.936" v="294" actId="20577"/>
          <ac:spMkLst>
            <pc:docMk/>
            <pc:sldMk cId="1567816638" sldId="296"/>
            <ac:spMk id="2" creationId="{8D98DB60-878E-2367-4973-7BD6DCDA8C3E}"/>
          </ac:spMkLst>
        </pc:spChg>
        <pc:spChg chg="mod">
          <ac:chgData name="Carlos Miglinski" userId="31b42f8782254bec" providerId="Windows Live" clId="Web-{6724CCC5-75D8-4B73-9942-10505C9E3692}" dt="2023-10-10T14:34:05.812" v="297" actId="20577"/>
          <ac:spMkLst>
            <pc:docMk/>
            <pc:sldMk cId="1567816638" sldId="296"/>
            <ac:spMk id="3" creationId="{4F038A73-0657-B99D-6313-EF5DDA06D61B}"/>
          </ac:spMkLst>
        </pc:spChg>
      </pc:sldChg>
      <pc:sldChg chg="modSp new">
        <pc:chgData name="Carlos Miglinski" userId="31b42f8782254bec" providerId="Windows Live" clId="Web-{6724CCC5-75D8-4B73-9942-10505C9E3692}" dt="2023-10-10T14:35:45.334" v="312" actId="20577"/>
        <pc:sldMkLst>
          <pc:docMk/>
          <pc:sldMk cId="2579547085" sldId="297"/>
        </pc:sldMkLst>
        <pc:spChg chg="mod">
          <ac:chgData name="Carlos Miglinski" userId="31b42f8782254bec" providerId="Windows Live" clId="Web-{6724CCC5-75D8-4B73-9942-10505C9E3692}" dt="2023-10-10T14:35:37.443" v="309" actId="20577"/>
          <ac:spMkLst>
            <pc:docMk/>
            <pc:sldMk cId="2579547085" sldId="297"/>
            <ac:spMk id="2" creationId="{2E097E12-FB3C-8C37-02A1-E24D0F88363B}"/>
          </ac:spMkLst>
        </pc:spChg>
        <pc:spChg chg="mod">
          <ac:chgData name="Carlos Miglinski" userId="31b42f8782254bec" providerId="Windows Live" clId="Web-{6724CCC5-75D8-4B73-9942-10505C9E3692}" dt="2023-10-10T14:35:45.334" v="312" actId="20577"/>
          <ac:spMkLst>
            <pc:docMk/>
            <pc:sldMk cId="2579547085" sldId="297"/>
            <ac:spMk id="3" creationId="{0C44074B-CA5F-BC1F-8B09-76EEDE6172C8}"/>
          </ac:spMkLst>
        </pc:spChg>
      </pc:sldChg>
      <pc:sldChg chg="modSp new">
        <pc:chgData name="Carlos Miglinski" userId="31b42f8782254bec" providerId="Windows Live" clId="Web-{6724CCC5-75D8-4B73-9942-10505C9E3692}" dt="2023-10-10T14:36:14.867" v="317" actId="20577"/>
        <pc:sldMkLst>
          <pc:docMk/>
          <pc:sldMk cId="1319746419" sldId="298"/>
        </pc:sldMkLst>
        <pc:spChg chg="mod">
          <ac:chgData name="Carlos Miglinski" userId="31b42f8782254bec" providerId="Windows Live" clId="Web-{6724CCC5-75D8-4B73-9942-10505C9E3692}" dt="2023-10-10T14:36:06.866" v="315" actId="20577"/>
          <ac:spMkLst>
            <pc:docMk/>
            <pc:sldMk cId="1319746419" sldId="298"/>
            <ac:spMk id="2" creationId="{C8EDA030-1202-AF6E-457E-83B59921657A}"/>
          </ac:spMkLst>
        </pc:spChg>
        <pc:spChg chg="mod">
          <ac:chgData name="Carlos Miglinski" userId="31b42f8782254bec" providerId="Windows Live" clId="Web-{6724CCC5-75D8-4B73-9942-10505C9E3692}" dt="2023-10-10T14:36:14.867" v="317" actId="20577"/>
          <ac:spMkLst>
            <pc:docMk/>
            <pc:sldMk cId="1319746419" sldId="298"/>
            <ac:spMk id="3" creationId="{A250E8C7-2F34-98EC-3B7F-EFC7FA121045}"/>
          </ac:spMkLst>
        </pc:spChg>
      </pc:sldChg>
      <pc:sldChg chg="modSp new">
        <pc:chgData name="Carlos Miglinski" userId="31b42f8782254bec" providerId="Windows Live" clId="Web-{6724CCC5-75D8-4B73-9942-10505C9E3692}" dt="2023-10-10T14:36:52.135" v="322" actId="20577"/>
        <pc:sldMkLst>
          <pc:docMk/>
          <pc:sldMk cId="3895163532" sldId="299"/>
        </pc:sldMkLst>
        <pc:spChg chg="mod">
          <ac:chgData name="Carlos Miglinski" userId="31b42f8782254bec" providerId="Windows Live" clId="Web-{6724CCC5-75D8-4B73-9942-10505C9E3692}" dt="2023-10-10T14:36:34.743" v="319" actId="20577"/>
          <ac:spMkLst>
            <pc:docMk/>
            <pc:sldMk cId="3895163532" sldId="299"/>
            <ac:spMk id="2" creationId="{0B785E87-7955-05A2-28E7-DC6746FFC51A}"/>
          </ac:spMkLst>
        </pc:spChg>
        <pc:spChg chg="mod">
          <ac:chgData name="Carlos Miglinski" userId="31b42f8782254bec" providerId="Windows Live" clId="Web-{6724CCC5-75D8-4B73-9942-10505C9E3692}" dt="2023-10-10T14:36:52.135" v="322" actId="20577"/>
          <ac:spMkLst>
            <pc:docMk/>
            <pc:sldMk cId="3895163532" sldId="299"/>
            <ac:spMk id="3" creationId="{29C5A2EE-6515-0826-8FF4-17FFB6C1E49E}"/>
          </ac:spMkLst>
        </pc:spChg>
      </pc:sldChg>
      <pc:sldChg chg="modSp new">
        <pc:chgData name="Carlos Miglinski" userId="31b42f8782254bec" providerId="Windows Live" clId="Web-{6724CCC5-75D8-4B73-9942-10505C9E3692}" dt="2023-10-10T14:37:33.481" v="328" actId="20577"/>
        <pc:sldMkLst>
          <pc:docMk/>
          <pc:sldMk cId="3648281934" sldId="300"/>
        </pc:sldMkLst>
        <pc:spChg chg="mod">
          <ac:chgData name="Carlos Miglinski" userId="31b42f8782254bec" providerId="Windows Live" clId="Web-{6724CCC5-75D8-4B73-9942-10505C9E3692}" dt="2023-10-10T14:37:06.058" v="324" actId="20577"/>
          <ac:spMkLst>
            <pc:docMk/>
            <pc:sldMk cId="3648281934" sldId="300"/>
            <ac:spMk id="2" creationId="{930D36BE-3332-B3F9-805D-3C5380FE1996}"/>
          </ac:spMkLst>
        </pc:spChg>
        <pc:spChg chg="mod">
          <ac:chgData name="Carlos Miglinski" userId="31b42f8782254bec" providerId="Windows Live" clId="Web-{6724CCC5-75D8-4B73-9942-10505C9E3692}" dt="2023-10-10T14:37:33.481" v="328" actId="20577"/>
          <ac:spMkLst>
            <pc:docMk/>
            <pc:sldMk cId="3648281934" sldId="300"/>
            <ac:spMk id="3" creationId="{57648D0F-E835-68AB-361A-8FFE38F1D322}"/>
          </ac:spMkLst>
        </pc:spChg>
      </pc:sldChg>
      <pc:sldChg chg="modSp new">
        <pc:chgData name="Carlos Miglinski" userId="31b42f8782254bec" providerId="Windows Live" clId="Web-{6724CCC5-75D8-4B73-9942-10505C9E3692}" dt="2023-10-10T14:37:58.467" v="332" actId="20577"/>
        <pc:sldMkLst>
          <pc:docMk/>
          <pc:sldMk cId="208388271" sldId="301"/>
        </pc:sldMkLst>
        <pc:spChg chg="mod">
          <ac:chgData name="Carlos Miglinski" userId="31b42f8782254bec" providerId="Windows Live" clId="Web-{6724CCC5-75D8-4B73-9942-10505C9E3692}" dt="2023-10-10T14:37:40.357" v="330" actId="20577"/>
          <ac:spMkLst>
            <pc:docMk/>
            <pc:sldMk cId="208388271" sldId="301"/>
            <ac:spMk id="2" creationId="{5F5B8699-A7D7-D414-6407-58E2E996D56F}"/>
          </ac:spMkLst>
        </pc:spChg>
        <pc:spChg chg="mod">
          <ac:chgData name="Carlos Miglinski" userId="31b42f8782254bec" providerId="Windows Live" clId="Web-{6724CCC5-75D8-4B73-9942-10505C9E3692}" dt="2023-10-10T14:37:58.467" v="332" actId="20577"/>
          <ac:spMkLst>
            <pc:docMk/>
            <pc:sldMk cId="208388271" sldId="301"/>
            <ac:spMk id="3" creationId="{F08B1287-F864-D61E-4B2B-1C18A33A8EC9}"/>
          </ac:spMkLst>
        </pc:spChg>
      </pc:sldChg>
      <pc:sldChg chg="modSp new">
        <pc:chgData name="Carlos Miglinski" userId="31b42f8782254bec" providerId="Windows Live" clId="Web-{6724CCC5-75D8-4B73-9942-10505C9E3692}" dt="2023-10-10T14:38:34.251" v="344" actId="20577"/>
        <pc:sldMkLst>
          <pc:docMk/>
          <pc:sldMk cId="4064313407" sldId="302"/>
        </pc:sldMkLst>
        <pc:spChg chg="mod">
          <ac:chgData name="Carlos Miglinski" userId="31b42f8782254bec" providerId="Windows Live" clId="Web-{6724CCC5-75D8-4B73-9942-10505C9E3692}" dt="2023-10-10T14:38:10.406" v="341" actId="20577"/>
          <ac:spMkLst>
            <pc:docMk/>
            <pc:sldMk cId="4064313407" sldId="302"/>
            <ac:spMk id="2" creationId="{135DEDF6-5FDB-A0B1-504E-D17A019023DD}"/>
          </ac:spMkLst>
        </pc:spChg>
        <pc:spChg chg="mod">
          <ac:chgData name="Carlos Miglinski" userId="31b42f8782254bec" providerId="Windows Live" clId="Web-{6724CCC5-75D8-4B73-9942-10505C9E3692}" dt="2023-10-10T14:38:34.251" v="344" actId="20577"/>
          <ac:spMkLst>
            <pc:docMk/>
            <pc:sldMk cId="4064313407" sldId="302"/>
            <ac:spMk id="3" creationId="{956197A8-2EC9-104D-BA84-1A2B70C03111}"/>
          </ac:spMkLst>
        </pc:spChg>
      </pc:sldChg>
    </pc:docChg>
  </pc:docChgLst>
  <pc:docChgLst>
    <pc:chgData name="Carlos Miglinski" userId="31b42f8782254bec" providerId="Windows Live" clId="Web-{08D37F20-FC58-48BD-AC8B-FBD960CCA234}"/>
    <pc:docChg chg="modSld">
      <pc:chgData name="Carlos Miglinski" userId="31b42f8782254bec" providerId="Windows Live" clId="Web-{08D37F20-FC58-48BD-AC8B-FBD960CCA234}" dt="2024-10-10T16:25:39.279" v="43" actId="20577"/>
      <pc:docMkLst>
        <pc:docMk/>
      </pc:docMkLst>
      <pc:sldChg chg="modSp">
        <pc:chgData name="Carlos Miglinski" userId="31b42f8782254bec" providerId="Windows Live" clId="Web-{08D37F20-FC58-48BD-AC8B-FBD960CCA234}" dt="2024-10-10T16:19:35.853" v="5" actId="20577"/>
        <pc:sldMkLst>
          <pc:docMk/>
          <pc:sldMk cId="4100869308" sldId="271"/>
        </pc:sldMkLst>
        <pc:spChg chg="mod">
          <ac:chgData name="Carlos Miglinski" userId="31b42f8782254bec" providerId="Windows Live" clId="Web-{08D37F20-FC58-48BD-AC8B-FBD960CCA234}" dt="2024-10-10T16:19:35.853" v="5" actId="20577"/>
          <ac:spMkLst>
            <pc:docMk/>
            <pc:sldMk cId="4100869308" sldId="271"/>
            <ac:spMk id="3" creationId="{A3BB7D10-BB07-096B-6589-1981F5B04B56}"/>
          </ac:spMkLst>
        </pc:spChg>
      </pc:sldChg>
      <pc:sldChg chg="modSp">
        <pc:chgData name="Carlos Miglinski" userId="31b42f8782254bec" providerId="Windows Live" clId="Web-{08D37F20-FC58-48BD-AC8B-FBD960CCA234}" dt="2024-10-10T16:20:52.354" v="9" actId="20577"/>
        <pc:sldMkLst>
          <pc:docMk/>
          <pc:sldMk cId="373652966" sldId="287"/>
        </pc:sldMkLst>
        <pc:spChg chg="mod">
          <ac:chgData name="Carlos Miglinski" userId="31b42f8782254bec" providerId="Windows Live" clId="Web-{08D37F20-FC58-48BD-AC8B-FBD960CCA234}" dt="2024-10-10T16:20:52.354" v="9" actId="20577"/>
          <ac:spMkLst>
            <pc:docMk/>
            <pc:sldMk cId="373652966" sldId="287"/>
            <ac:spMk id="3" creationId="{D81D89D0-ABAC-7684-B485-0811004E317B}"/>
          </ac:spMkLst>
        </pc:spChg>
      </pc:sldChg>
      <pc:sldChg chg="modSp">
        <pc:chgData name="Carlos Miglinski" userId="31b42f8782254bec" providerId="Windows Live" clId="Web-{08D37F20-FC58-48BD-AC8B-FBD960CCA234}" dt="2024-10-10T16:22:01.917" v="12" actId="20577"/>
        <pc:sldMkLst>
          <pc:docMk/>
          <pc:sldMk cId="276284286" sldId="291"/>
        </pc:sldMkLst>
        <pc:spChg chg="mod">
          <ac:chgData name="Carlos Miglinski" userId="31b42f8782254bec" providerId="Windows Live" clId="Web-{08D37F20-FC58-48BD-AC8B-FBD960CCA234}" dt="2024-10-10T16:22:01.917" v="12" actId="20577"/>
          <ac:spMkLst>
            <pc:docMk/>
            <pc:sldMk cId="276284286" sldId="291"/>
            <ac:spMk id="3" creationId="{1FF9CE14-461D-94FB-6B06-8AF5B14E2F04}"/>
          </ac:spMkLst>
        </pc:spChg>
      </pc:sldChg>
      <pc:sldChg chg="modSp">
        <pc:chgData name="Carlos Miglinski" userId="31b42f8782254bec" providerId="Windows Live" clId="Web-{08D37F20-FC58-48BD-AC8B-FBD960CCA234}" dt="2024-10-10T16:22:45.230" v="17" actId="20577"/>
        <pc:sldMkLst>
          <pc:docMk/>
          <pc:sldMk cId="2034621024" sldId="292"/>
        </pc:sldMkLst>
        <pc:spChg chg="mod">
          <ac:chgData name="Carlos Miglinski" userId="31b42f8782254bec" providerId="Windows Live" clId="Web-{08D37F20-FC58-48BD-AC8B-FBD960CCA234}" dt="2024-10-10T16:22:45.230" v="17" actId="20577"/>
          <ac:spMkLst>
            <pc:docMk/>
            <pc:sldMk cId="2034621024" sldId="292"/>
            <ac:spMk id="3" creationId="{2E96F508-29DA-0E1C-59B6-92B3480F91DE}"/>
          </ac:spMkLst>
        </pc:spChg>
      </pc:sldChg>
      <pc:sldChg chg="modSp">
        <pc:chgData name="Carlos Miglinski" userId="31b42f8782254bec" providerId="Windows Live" clId="Web-{08D37F20-FC58-48BD-AC8B-FBD960CCA234}" dt="2024-10-10T16:23:21.652" v="23" actId="20577"/>
        <pc:sldMkLst>
          <pc:docMk/>
          <pc:sldMk cId="1650044280" sldId="293"/>
        </pc:sldMkLst>
        <pc:spChg chg="mod">
          <ac:chgData name="Carlos Miglinski" userId="31b42f8782254bec" providerId="Windows Live" clId="Web-{08D37F20-FC58-48BD-AC8B-FBD960CCA234}" dt="2024-10-10T16:23:21.652" v="23" actId="20577"/>
          <ac:spMkLst>
            <pc:docMk/>
            <pc:sldMk cId="1650044280" sldId="293"/>
            <ac:spMk id="3" creationId="{2E96F508-29DA-0E1C-59B6-92B3480F91DE}"/>
          </ac:spMkLst>
        </pc:spChg>
      </pc:sldChg>
      <pc:sldChg chg="modSp">
        <pc:chgData name="Carlos Miglinski" userId="31b42f8782254bec" providerId="Windows Live" clId="Web-{08D37F20-FC58-48BD-AC8B-FBD960CCA234}" dt="2024-10-10T16:24:03.278" v="29" actId="20577"/>
        <pc:sldMkLst>
          <pc:docMk/>
          <pc:sldMk cId="3471599828" sldId="294"/>
        </pc:sldMkLst>
        <pc:spChg chg="mod">
          <ac:chgData name="Carlos Miglinski" userId="31b42f8782254bec" providerId="Windows Live" clId="Web-{08D37F20-FC58-48BD-AC8B-FBD960CCA234}" dt="2024-10-10T16:24:03.278" v="29" actId="20577"/>
          <ac:spMkLst>
            <pc:docMk/>
            <pc:sldMk cId="3471599828" sldId="294"/>
            <ac:spMk id="3" creationId="{8BACE88A-BB6D-7C1F-51EC-46DD3566FF6D}"/>
          </ac:spMkLst>
        </pc:spChg>
      </pc:sldChg>
      <pc:sldChg chg="modSp">
        <pc:chgData name="Carlos Miglinski" userId="31b42f8782254bec" providerId="Windows Live" clId="Web-{08D37F20-FC58-48BD-AC8B-FBD960CCA234}" dt="2024-10-10T16:25:39.279" v="43" actId="20577"/>
        <pc:sldMkLst>
          <pc:docMk/>
          <pc:sldMk cId="1567816638" sldId="296"/>
        </pc:sldMkLst>
        <pc:spChg chg="mod">
          <ac:chgData name="Carlos Miglinski" userId="31b42f8782254bec" providerId="Windows Live" clId="Web-{08D37F20-FC58-48BD-AC8B-FBD960CCA234}" dt="2024-10-10T16:25:39.279" v="43" actId="20577"/>
          <ac:spMkLst>
            <pc:docMk/>
            <pc:sldMk cId="1567816638" sldId="296"/>
            <ac:spMk id="3" creationId="{4F038A73-0657-B99D-6313-EF5DDA06D61B}"/>
          </ac:spMkLst>
        </pc:spChg>
      </pc:sldChg>
    </pc:docChg>
  </pc:docChgLst>
  <pc:docChgLst>
    <pc:chgData name="Carlos Miglinski" userId="31b42f8782254bec" providerId="Windows Live" clId="Web-{1AEFC191-6B5A-4B80-9F39-AF9FBFBE9BD6}"/>
    <pc:docChg chg="addSld delSld modSld">
      <pc:chgData name="Carlos Miglinski" userId="31b42f8782254bec" providerId="Windows Live" clId="Web-{1AEFC191-6B5A-4B80-9F39-AF9FBFBE9BD6}" dt="2023-09-19T16:45:47.421" v="289" actId="20577"/>
      <pc:docMkLst>
        <pc:docMk/>
      </pc:docMkLst>
      <pc:sldChg chg="add del">
        <pc:chgData name="Carlos Miglinski" userId="31b42f8782254bec" providerId="Windows Live" clId="Web-{1AEFC191-6B5A-4B80-9F39-AF9FBFBE9BD6}" dt="2023-09-19T15:55:46.492" v="1"/>
        <pc:sldMkLst>
          <pc:docMk/>
          <pc:sldMk cId="2210866551" sldId="256"/>
        </pc:sldMkLst>
      </pc:sldChg>
      <pc:sldChg chg="modSp">
        <pc:chgData name="Carlos Miglinski" userId="31b42f8782254bec" providerId="Windows Live" clId="Web-{1AEFC191-6B5A-4B80-9F39-AF9FBFBE9BD6}" dt="2023-09-19T16:27:35.437" v="103" actId="20577"/>
        <pc:sldMkLst>
          <pc:docMk/>
          <pc:sldMk cId="1005300609" sldId="257"/>
        </pc:sldMkLst>
        <pc:spChg chg="mod">
          <ac:chgData name="Carlos Miglinski" userId="31b42f8782254bec" providerId="Windows Live" clId="Web-{1AEFC191-6B5A-4B80-9F39-AF9FBFBE9BD6}" dt="2023-09-19T15:57:27.355" v="2" actId="20577"/>
          <ac:spMkLst>
            <pc:docMk/>
            <pc:sldMk cId="1005300609" sldId="257"/>
            <ac:spMk id="2" creationId="{5366A385-6B65-2DEE-7D28-9E8A1EEDD008}"/>
          </ac:spMkLst>
        </pc:spChg>
        <pc:spChg chg="mod">
          <ac:chgData name="Carlos Miglinski" userId="31b42f8782254bec" providerId="Windows Live" clId="Web-{1AEFC191-6B5A-4B80-9F39-AF9FBFBE9BD6}" dt="2023-09-19T16:27:35.437" v="103" actId="20577"/>
          <ac:spMkLst>
            <pc:docMk/>
            <pc:sldMk cId="1005300609" sldId="257"/>
            <ac:spMk id="3" creationId="{9CF1D018-2FD5-554B-C852-EED3920C4181}"/>
          </ac:spMkLst>
        </pc:spChg>
      </pc:sldChg>
      <pc:sldChg chg="modSp">
        <pc:chgData name="Carlos Miglinski" userId="31b42f8782254bec" providerId="Windows Live" clId="Web-{1AEFC191-6B5A-4B80-9F39-AF9FBFBE9BD6}" dt="2023-09-19T16:45:47.421" v="289" actId="20577"/>
        <pc:sldMkLst>
          <pc:docMk/>
          <pc:sldMk cId="15938548" sldId="258"/>
        </pc:sldMkLst>
        <pc:spChg chg="mod">
          <ac:chgData name="Carlos Miglinski" userId="31b42f8782254bec" providerId="Windows Live" clId="Web-{1AEFC191-6B5A-4B80-9F39-AF9FBFBE9BD6}" dt="2023-09-19T16:45:47.421" v="289" actId="20577"/>
          <ac:spMkLst>
            <pc:docMk/>
            <pc:sldMk cId="15938548" sldId="258"/>
            <ac:spMk id="3" creationId="{016BE89D-DE8F-1C43-459D-71E4A4CC5F12}"/>
          </ac:spMkLst>
        </pc:spChg>
      </pc:sldChg>
      <pc:sldChg chg="addSp delSp modSp">
        <pc:chgData name="Carlos Miglinski" userId="31b42f8782254bec" providerId="Windows Live" clId="Web-{1AEFC191-6B5A-4B80-9F39-AF9FBFBE9BD6}" dt="2023-09-19T16:40:01.286" v="238"/>
        <pc:sldMkLst>
          <pc:docMk/>
          <pc:sldMk cId="3724618344" sldId="262"/>
        </pc:sldMkLst>
        <pc:spChg chg="del mod">
          <ac:chgData name="Carlos Miglinski" userId="31b42f8782254bec" providerId="Windows Live" clId="Web-{1AEFC191-6B5A-4B80-9F39-AF9FBFBE9BD6}" dt="2023-09-19T16:28:28.095" v="106"/>
          <ac:spMkLst>
            <pc:docMk/>
            <pc:sldMk cId="3724618344" sldId="262"/>
            <ac:spMk id="3" creationId="{C0D7C9AC-235E-F73F-FF2A-2AC6ABDD1B6B}"/>
          </ac:spMkLst>
        </pc:spChg>
        <pc:spChg chg="mod">
          <ac:chgData name="Carlos Miglinski" userId="31b42f8782254bec" providerId="Windows Live" clId="Web-{1AEFC191-6B5A-4B80-9F39-AF9FBFBE9BD6}" dt="2023-09-19T16:28:10.016" v="105" actId="20577"/>
          <ac:spMkLst>
            <pc:docMk/>
            <pc:sldMk cId="3724618344" sldId="262"/>
            <ac:spMk id="5" creationId="{D76E89F0-DB2E-FA99-B9E3-BB0E071234B2}"/>
          </ac:spMkLst>
        </pc:spChg>
        <pc:spChg chg="add mod">
          <ac:chgData name="Carlos Miglinski" userId="31b42f8782254bec" providerId="Windows Live" clId="Web-{1AEFC191-6B5A-4B80-9F39-AF9FBFBE9BD6}" dt="2023-09-19T16:33:21.759" v="169" actId="1076"/>
          <ac:spMkLst>
            <pc:docMk/>
            <pc:sldMk cId="3724618344" sldId="262"/>
            <ac:spMk id="7" creationId="{58C67044-3626-900C-33EB-9ED4889C1968}"/>
          </ac:spMkLst>
        </pc:spChg>
        <pc:spChg chg="add mod">
          <ac:chgData name="Carlos Miglinski" userId="31b42f8782254bec" providerId="Windows Live" clId="Web-{1AEFC191-6B5A-4B80-9F39-AF9FBFBE9BD6}" dt="2023-09-19T16:34:37.683" v="183" actId="1076"/>
          <ac:spMkLst>
            <pc:docMk/>
            <pc:sldMk cId="3724618344" sldId="262"/>
            <ac:spMk id="10" creationId="{EB5100A4-62DD-43C6-AC5A-D856CE0198AA}"/>
          </ac:spMkLst>
        </pc:spChg>
        <pc:spChg chg="add del">
          <ac:chgData name="Carlos Miglinski" userId="31b42f8782254bec" providerId="Windows Live" clId="Web-{1AEFC191-6B5A-4B80-9F39-AF9FBFBE9BD6}" dt="2023-09-19T16:34:46.105" v="185"/>
          <ac:spMkLst>
            <pc:docMk/>
            <pc:sldMk cId="3724618344" sldId="262"/>
            <ac:spMk id="11" creationId="{23F829A1-EBAB-2F87-7053-D7133B2B6468}"/>
          </ac:spMkLst>
        </pc:spChg>
        <pc:spChg chg="add del">
          <ac:chgData name="Carlos Miglinski" userId="31b42f8782254bec" providerId="Windows Live" clId="Web-{1AEFC191-6B5A-4B80-9F39-AF9FBFBE9BD6}" dt="2023-09-19T16:34:54.856" v="187"/>
          <ac:spMkLst>
            <pc:docMk/>
            <pc:sldMk cId="3724618344" sldId="262"/>
            <ac:spMk id="12" creationId="{26BB2F59-2BDB-645D-0F13-CA907E0F9E94}"/>
          </ac:spMkLst>
        </pc:spChg>
        <pc:spChg chg="add mod">
          <ac:chgData name="Carlos Miglinski" userId="31b42f8782254bec" providerId="Windows Live" clId="Web-{1AEFC191-6B5A-4B80-9F39-AF9FBFBE9BD6}" dt="2023-09-19T16:36:35.765" v="210" actId="1076"/>
          <ac:spMkLst>
            <pc:docMk/>
            <pc:sldMk cId="3724618344" sldId="262"/>
            <ac:spMk id="16" creationId="{F95AAF5C-7E59-BBBC-A361-702162D19154}"/>
          </ac:spMkLst>
        </pc:spChg>
        <pc:spChg chg="add mod">
          <ac:chgData name="Carlos Miglinski" userId="31b42f8782254bec" providerId="Windows Live" clId="Web-{1AEFC191-6B5A-4B80-9F39-AF9FBFBE9BD6}" dt="2023-09-19T16:36:49.843" v="212" actId="1076"/>
          <ac:spMkLst>
            <pc:docMk/>
            <pc:sldMk cId="3724618344" sldId="262"/>
            <ac:spMk id="17" creationId="{C5DF101E-6395-79E7-65B0-78511676AF49}"/>
          </ac:spMkLst>
        </pc:spChg>
        <pc:spChg chg="add mod">
          <ac:chgData name="Carlos Miglinski" userId="31b42f8782254bec" providerId="Windows Live" clId="Web-{1AEFC191-6B5A-4B80-9F39-AF9FBFBE9BD6}" dt="2023-09-19T16:38:49.112" v="222" actId="1076"/>
          <ac:spMkLst>
            <pc:docMk/>
            <pc:sldMk cId="3724618344" sldId="262"/>
            <ac:spMk id="18" creationId="{5622C043-BE1C-5CAB-1E9B-79340E8128BF}"/>
          </ac:spMkLst>
        </pc:spChg>
        <pc:spChg chg="add mod">
          <ac:chgData name="Carlos Miglinski" userId="31b42f8782254bec" providerId="Windows Live" clId="Web-{1AEFC191-6B5A-4B80-9F39-AF9FBFBE9BD6}" dt="2023-09-19T16:39:27.660" v="226" actId="1076"/>
          <ac:spMkLst>
            <pc:docMk/>
            <pc:sldMk cId="3724618344" sldId="262"/>
            <ac:spMk id="20" creationId="{733F6C3B-09C2-18E9-DBE6-89A2DA30A36E}"/>
          </ac:spMkLst>
        </pc:spChg>
        <pc:spChg chg="add del">
          <ac:chgData name="Carlos Miglinski" userId="31b42f8782254bec" providerId="Windows Live" clId="Web-{1AEFC191-6B5A-4B80-9F39-AF9FBFBE9BD6}" dt="2023-09-19T16:39:40.911" v="228"/>
          <ac:spMkLst>
            <pc:docMk/>
            <pc:sldMk cId="3724618344" sldId="262"/>
            <ac:spMk id="21" creationId="{A9331607-3B81-AF58-5B93-CD9BBB5A7C80}"/>
          </ac:spMkLst>
        </pc:spChg>
        <pc:graphicFrameChg chg="add mod ord modGraphic">
          <ac:chgData name="Carlos Miglinski" userId="31b42f8782254bec" providerId="Windows Live" clId="Web-{1AEFC191-6B5A-4B80-9F39-AF9FBFBE9BD6}" dt="2023-09-19T16:34:09.104" v="175"/>
          <ac:graphicFrameMkLst>
            <pc:docMk/>
            <pc:sldMk cId="3724618344" sldId="262"/>
            <ac:graphicFrameMk id="4" creationId="{BDABE78A-2AB9-47BD-D03F-1D703101D264}"/>
          </ac:graphicFrameMkLst>
        </pc:graphicFrameChg>
        <pc:graphicFrameChg chg="add mod modGraphic">
          <ac:chgData name="Carlos Miglinski" userId="31b42f8782254bec" providerId="Windows Live" clId="Web-{1AEFC191-6B5A-4B80-9F39-AF9FBFBE9BD6}" dt="2023-09-19T16:34:27.417" v="181"/>
          <ac:graphicFrameMkLst>
            <pc:docMk/>
            <pc:sldMk cId="3724618344" sldId="262"/>
            <ac:graphicFrameMk id="9" creationId="{377E52EF-8663-BE92-F773-77ECD2E09D40}"/>
          </ac:graphicFrameMkLst>
        </pc:graphicFrameChg>
        <pc:graphicFrameChg chg="add mod">
          <ac:chgData name="Carlos Miglinski" userId="31b42f8782254bec" providerId="Windows Live" clId="Web-{1AEFC191-6B5A-4B80-9F39-AF9FBFBE9BD6}" dt="2023-09-19T16:35:12.059" v="189" actId="1076"/>
          <ac:graphicFrameMkLst>
            <pc:docMk/>
            <pc:sldMk cId="3724618344" sldId="262"/>
            <ac:graphicFrameMk id="13" creationId="{4F7F2CA1-72E1-4149-DA29-FF1D617A23BA}"/>
          </ac:graphicFrameMkLst>
        </pc:graphicFrameChg>
        <pc:graphicFrameChg chg="add mod modGraphic">
          <ac:chgData name="Carlos Miglinski" userId="31b42f8782254bec" providerId="Windows Live" clId="Web-{1AEFC191-6B5A-4B80-9F39-AF9FBFBE9BD6}" dt="2023-09-19T16:36:27.374" v="209"/>
          <ac:graphicFrameMkLst>
            <pc:docMk/>
            <pc:sldMk cId="3724618344" sldId="262"/>
            <ac:graphicFrameMk id="14" creationId="{FB291BFA-840E-2A05-F4D4-4F703A287BED}"/>
          </ac:graphicFrameMkLst>
        </pc:graphicFrameChg>
        <pc:graphicFrameChg chg="add mod modGraphic">
          <ac:chgData name="Carlos Miglinski" userId="31b42f8782254bec" providerId="Windows Live" clId="Web-{1AEFC191-6B5A-4B80-9F39-AF9FBFBE9BD6}" dt="2023-09-19T16:37:11.141" v="220"/>
          <ac:graphicFrameMkLst>
            <pc:docMk/>
            <pc:sldMk cId="3724618344" sldId="262"/>
            <ac:graphicFrameMk id="15" creationId="{DE694F27-B836-3954-4E09-F1EFF7DB0DC4}"/>
          </ac:graphicFrameMkLst>
        </pc:graphicFrameChg>
        <pc:graphicFrameChg chg="add mod">
          <ac:chgData name="Carlos Miglinski" userId="31b42f8782254bec" providerId="Windows Live" clId="Web-{1AEFC191-6B5A-4B80-9F39-AF9FBFBE9BD6}" dt="2023-09-19T16:39:10.550" v="224" actId="1076"/>
          <ac:graphicFrameMkLst>
            <pc:docMk/>
            <pc:sldMk cId="3724618344" sldId="262"/>
            <ac:graphicFrameMk id="19" creationId="{08A4DC3D-92E0-DEDC-8B52-DE3A0044E083}"/>
          </ac:graphicFrameMkLst>
        </pc:graphicFrameChg>
        <pc:graphicFrameChg chg="add mod modGraphic">
          <ac:chgData name="Carlos Miglinski" userId="31b42f8782254bec" providerId="Windows Live" clId="Web-{1AEFC191-6B5A-4B80-9F39-AF9FBFBE9BD6}" dt="2023-09-19T16:40:01.286" v="238"/>
          <ac:graphicFrameMkLst>
            <pc:docMk/>
            <pc:sldMk cId="3724618344" sldId="262"/>
            <ac:graphicFrameMk id="22" creationId="{DC1DAE89-B0C1-9276-4A9D-DB616E07C7C1}"/>
          </ac:graphicFrameMkLst>
        </pc:graphicFrameChg>
        <pc:cxnChg chg="add del mod">
          <ac:chgData name="Carlos Miglinski" userId="31b42f8782254bec" providerId="Windows Live" clId="Web-{1AEFC191-6B5A-4B80-9F39-AF9FBFBE9BD6}" dt="2023-09-19T16:32:00.710" v="164"/>
          <ac:cxnSpMkLst>
            <pc:docMk/>
            <pc:sldMk cId="3724618344" sldId="262"/>
            <ac:cxnSpMk id="6" creationId="{D8785C57-E642-4E04-367F-F0C69266A267}"/>
          </ac:cxnSpMkLst>
        </pc:cxnChg>
      </pc:sldChg>
      <pc:sldChg chg="modSp">
        <pc:chgData name="Carlos Miglinski" userId="31b42f8782254bec" providerId="Windows Live" clId="Web-{1AEFC191-6B5A-4B80-9F39-AF9FBFBE9BD6}" dt="2023-09-19T16:45:06.279" v="286" actId="20577"/>
        <pc:sldMkLst>
          <pc:docMk/>
          <pc:sldMk cId="2073434130" sldId="263"/>
        </pc:sldMkLst>
        <pc:spChg chg="mod">
          <ac:chgData name="Carlos Miglinski" userId="31b42f8782254bec" providerId="Windows Live" clId="Web-{1AEFC191-6B5A-4B80-9F39-AF9FBFBE9BD6}" dt="2023-09-19T16:45:06.279" v="286" actId="20577"/>
          <ac:spMkLst>
            <pc:docMk/>
            <pc:sldMk cId="2073434130" sldId="263"/>
            <ac:spMk id="3" creationId="{47ACBCBD-1FE5-A01F-4702-2CB4DB1B1D6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>
                <a:cs typeface="Calibri Light"/>
              </a:rPr>
              <a:t>Estrutura</a:t>
            </a:r>
            <a:r>
              <a:rPr lang="de-DE">
                <a:cs typeface="Calibri Light"/>
              </a:rPr>
              <a:t> de </a:t>
            </a:r>
            <a:r>
              <a:rPr lang="de-DE" err="1">
                <a:cs typeface="Calibri Light"/>
              </a:rPr>
              <a:t>Dados</a:t>
            </a:r>
            <a:endParaRPr lang="de-DE" err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err="1">
                <a:cs typeface="Calibri"/>
              </a:rPr>
              <a:t>Ordenação</a:t>
            </a:r>
            <a:r>
              <a:rPr lang="de-DE">
                <a:cs typeface="Calibri"/>
              </a:rPr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6A385-6B65-2DEE-7D28-9E8A1EEDD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Ordenação por bolha </a:t>
            </a:r>
            <a:r>
              <a:rPr lang="pt-BR" err="1">
                <a:cs typeface="Calibri Light"/>
              </a:rPr>
              <a:t>BubbleSort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F1D018-2FD5-554B-C852-EED3920C4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O </a:t>
            </a:r>
            <a:r>
              <a:rPr lang="pt-BR" b="1" dirty="0" err="1"/>
              <a:t>Bubble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, ou </a:t>
            </a:r>
            <a:r>
              <a:rPr lang="pt-BR" b="1" dirty="0"/>
              <a:t>ordenação por bolha</a:t>
            </a:r>
            <a:r>
              <a:rPr lang="pt-BR" dirty="0"/>
              <a:t>, é um dos algoritmos de ordenação mais simples e possivelmente o mais conhecido. O algoritmo funciona comparando repetidamente pares de elementos adjacentes e trocando-os de posição para colocá-los em ordem crescente.</a:t>
            </a:r>
          </a:p>
          <a:p>
            <a:r>
              <a:rPr lang="pt-BR" dirty="0"/>
              <a:t>No melhor cenário, o algoritmo realiza </a:t>
            </a:r>
            <a:r>
              <a:rPr lang="pt-BR" b="1" dirty="0"/>
              <a:t>n</a:t>
            </a:r>
            <a:r>
              <a:rPr lang="pt-BR" dirty="0"/>
              <a:t> operações relevantes, onde </a:t>
            </a:r>
            <a:r>
              <a:rPr lang="pt-BR" b="1" dirty="0"/>
              <a:t>n</a:t>
            </a:r>
            <a:r>
              <a:rPr lang="pt-BR" dirty="0"/>
              <a:t> representa o número de elementos do vetor. No pior cenário, são necessárias </a:t>
            </a:r>
            <a:r>
              <a:rPr lang="pt-BR" b="1" dirty="0"/>
              <a:t>n²</a:t>
            </a:r>
            <a:r>
              <a:rPr lang="pt-BR" dirty="0"/>
              <a:t> operações.</a:t>
            </a:r>
          </a:p>
          <a:p>
            <a:pPr marL="0" indent="0">
              <a:buNone/>
            </a:pPr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530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4B9BF-284E-0495-1BEB-3A6DB57D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Comparação e Troca de Pares Adjacentes: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B5087D-328D-C145-5991-1AF8A2AF4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 algoritmo inicia comparando o primeiro elemento do </a:t>
            </a:r>
            <a:r>
              <a:rPr lang="pt-BR" dirty="0" err="1"/>
              <a:t>array</a:t>
            </a:r>
            <a:r>
              <a:rPr lang="pt-BR" dirty="0"/>
              <a:t> com o segundo. Se o primeiro elemento for maior que o segundo (ou seja, estiver fora de ordem), eles são trocados. O algoritmo então compara o segundo elemento com o terceiro e continua fazendo comparações e trocas de elementos adjacentes ao longo do </a:t>
            </a:r>
            <a:r>
              <a:rPr lang="pt-BR" dirty="0" err="1"/>
              <a:t>array</a:t>
            </a:r>
            <a:r>
              <a:rPr lang="pt-BR" dirty="0"/>
              <a:t>. À medida que o algoritmo percorre o </a:t>
            </a:r>
            <a:r>
              <a:rPr lang="pt-BR" dirty="0" err="1"/>
              <a:t>array</a:t>
            </a:r>
            <a:r>
              <a:rPr lang="pt-BR" dirty="0"/>
              <a:t>, os elementos maiores “borbulham” para a direita, daí o nome “</a:t>
            </a:r>
            <a:r>
              <a:rPr lang="pt-BR" dirty="0" err="1"/>
              <a:t>Bubble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”.</a:t>
            </a:r>
            <a:endParaRPr lang="pt-B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5126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0A6E1-5171-AB35-16B7-619782CE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Passagens Múltiplas: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DB74FC-8B1B-FF55-EAD4-CE05FFC6E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 processo descrito  constitui uma única “passagem” pelo </a:t>
            </a:r>
            <a:r>
              <a:rPr lang="pt-BR" dirty="0" err="1"/>
              <a:t>array</a:t>
            </a:r>
            <a:r>
              <a:rPr lang="pt-BR" dirty="0"/>
              <a:t>. Durante cada passagem, o maior elemento não ordenado “sobe” até a posição correta no final do </a:t>
            </a:r>
            <a:r>
              <a:rPr lang="pt-BR" dirty="0" err="1"/>
              <a:t>array</a:t>
            </a:r>
            <a:r>
              <a:rPr lang="pt-BR" dirty="0"/>
              <a:t>. O número de passagens necessárias depende do número de elementos e do grau de desordem no </a:t>
            </a:r>
            <a:r>
              <a:rPr lang="pt-BR" dirty="0" err="1"/>
              <a:t>array</a:t>
            </a:r>
            <a:r>
              <a:rPr lang="pt-BR" dirty="0"/>
              <a:t>. Em geral, são necessárias </a:t>
            </a:r>
            <a:r>
              <a:rPr lang="pt-BR" b="1" dirty="0"/>
              <a:t>n-1</a:t>
            </a:r>
            <a:r>
              <a:rPr lang="pt-BR" dirty="0"/>
              <a:t> passagens para ordenar um </a:t>
            </a:r>
            <a:r>
              <a:rPr lang="pt-BR" dirty="0" err="1"/>
              <a:t>array</a:t>
            </a:r>
            <a:r>
              <a:rPr lang="pt-BR" dirty="0"/>
              <a:t> com </a:t>
            </a:r>
            <a:r>
              <a:rPr lang="pt-BR" b="1" dirty="0"/>
              <a:t>n</a:t>
            </a:r>
            <a:r>
              <a:rPr lang="pt-BR" dirty="0"/>
              <a:t> elementos.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81788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D9D37-7305-AEDB-F3A2-AB64F0DE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Verificação de Trocas: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9B1CE8-2642-571A-7B4E-03FC5C9A6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Após cada passagem pelo </a:t>
            </a:r>
            <a:r>
              <a:rPr lang="pt-BR" dirty="0" err="1"/>
              <a:t>array</a:t>
            </a:r>
            <a:r>
              <a:rPr lang="pt-BR" dirty="0"/>
              <a:t>, o algoritmo verifica se houve alguma troca de elementos. Se nenhuma troca ocorrer durante uma passagem completa, isso indica que o </a:t>
            </a:r>
            <a:r>
              <a:rPr lang="pt-BR" dirty="0" err="1"/>
              <a:t>array</a:t>
            </a:r>
            <a:r>
              <a:rPr lang="pt-BR" dirty="0"/>
              <a:t> está ordenado, permitindo que o algoritmo seja encerrado antes de completar todas as passagens restantes.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720342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A26C8-81EF-4B9C-A8B2-039365D5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Conclusão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4EC3F5-1D19-6500-B5E6-E3F4536C2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 </a:t>
            </a:r>
            <a:r>
              <a:rPr lang="pt-BR" b="1" dirty="0" err="1"/>
              <a:t>Bubble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é um algoritmo de ordenação </a:t>
            </a:r>
            <a:r>
              <a:rPr lang="pt-BR" b="1" dirty="0" err="1"/>
              <a:t>in-place</a:t>
            </a:r>
            <a:r>
              <a:rPr lang="pt-BR" dirty="0"/>
              <a:t>, o que significa que ele ordena os elementos diretamente no </a:t>
            </a:r>
            <a:r>
              <a:rPr lang="pt-BR" dirty="0" err="1"/>
              <a:t>array</a:t>
            </a:r>
            <a:r>
              <a:rPr lang="pt-BR" dirty="0"/>
              <a:t> de entrada, sem a necessidade de alocação de memória adicional. No entanto, sua complexidade de tempo é quadrática (O(n2)), o que faz com que seu desempenho se deteriore rapidamente à medida que o número de elementos a serem ordenados aumenta. Por esse motivo, o </a:t>
            </a:r>
            <a:r>
              <a:rPr lang="pt-BR" b="1" dirty="0" err="1"/>
              <a:t>Bubble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é raramente utilizado em situações práticas para ordenar grandes conjuntos de dados. Ele é geralmente preferido para fins didáticos ou quando se lida com pequenos conjuntos de dados, onde a simplicidade do algoritmo é mais importante do que o desempenho</a:t>
            </a:r>
            <a:endParaRPr lang="pt-B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747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078FC-12C1-B539-2CE2-26C9CBEE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Exemplo </a:t>
            </a:r>
            <a:r>
              <a:rPr lang="pt-BR" err="1">
                <a:cs typeface="Calibri Light"/>
              </a:rPr>
              <a:t>bubble</a:t>
            </a:r>
            <a:r>
              <a:rPr lang="pt-BR">
                <a:cs typeface="Calibri Light"/>
              </a:rPr>
              <a:t> </a:t>
            </a:r>
            <a:r>
              <a:rPr lang="pt-BR" err="1">
                <a:cs typeface="Calibri Light"/>
              </a:rPr>
              <a:t>sort</a:t>
            </a:r>
            <a:endParaRPr lang="pt-BR" err="1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DABE78A-2AB9-47BD-D03F-1D703101D2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444497"/>
              </p:ext>
            </p:extLst>
          </p:nvPr>
        </p:nvGraphicFramePr>
        <p:xfrm>
          <a:off x="1082616" y="2285701"/>
          <a:ext cx="479992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984">
                  <a:extLst>
                    <a:ext uri="{9D8B030D-6E8A-4147-A177-3AD203B41FA5}">
                      <a16:colId xmlns:a16="http://schemas.microsoft.com/office/drawing/2014/main" val="590926816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117475159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457802883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274479591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33704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19981"/>
                  </a:ext>
                </a:extLst>
              </a:tr>
            </a:tbl>
          </a:graphicData>
        </a:graphic>
      </p:graphicFrame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76E89F0-DB2E-FA99-B9E3-BB0E071234B2}"/>
              </a:ext>
            </a:extLst>
          </p:cNvPr>
          <p:cNvSpPr txBox="1">
            <a:spLocks/>
          </p:cNvSpPr>
          <p:nvPr/>
        </p:nvSpPr>
        <p:spPr>
          <a:xfrm>
            <a:off x="6094562" y="1891761"/>
            <a:ext cx="398828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>
              <a:ea typeface="+mn-lt"/>
              <a:cs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>
              <a:cs typeface="Calibri" panose="020F0502020204030204"/>
            </a:endParaRPr>
          </a:p>
        </p:txBody>
      </p:sp>
      <p:sp>
        <p:nvSpPr>
          <p:cNvPr id="7" name="Seta: Curva para Baixo 6">
            <a:extLst>
              <a:ext uri="{FF2B5EF4-FFF2-40B4-BE49-F238E27FC236}">
                <a16:creationId xmlns:a16="http://schemas.microsoft.com/office/drawing/2014/main" id="{58C67044-3626-900C-33EB-9ED4889C1968}"/>
              </a:ext>
            </a:extLst>
          </p:cNvPr>
          <p:cNvSpPr/>
          <p:nvPr/>
        </p:nvSpPr>
        <p:spPr>
          <a:xfrm>
            <a:off x="1565618" y="1645449"/>
            <a:ext cx="1222075" cy="64698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aphicFrame>
        <p:nvGraphicFramePr>
          <p:cNvPr id="9" name="Espaço Reservado para Conteúdo 3">
            <a:extLst>
              <a:ext uri="{FF2B5EF4-FFF2-40B4-BE49-F238E27FC236}">
                <a16:creationId xmlns:a16="http://schemas.microsoft.com/office/drawing/2014/main" id="{377E52EF-8663-BE92-F773-77ECD2E09D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6876372"/>
              </p:ext>
            </p:extLst>
          </p:nvPr>
        </p:nvGraphicFramePr>
        <p:xfrm>
          <a:off x="1076865" y="3645799"/>
          <a:ext cx="479992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984">
                  <a:extLst>
                    <a:ext uri="{9D8B030D-6E8A-4147-A177-3AD203B41FA5}">
                      <a16:colId xmlns:a16="http://schemas.microsoft.com/office/drawing/2014/main" val="590926816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117475159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457802883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274479591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33704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19981"/>
                  </a:ext>
                </a:extLst>
              </a:tr>
            </a:tbl>
          </a:graphicData>
        </a:graphic>
      </p:graphicFrame>
      <p:sp>
        <p:nvSpPr>
          <p:cNvPr id="10" name="Seta: Curva para Baixo 9">
            <a:extLst>
              <a:ext uri="{FF2B5EF4-FFF2-40B4-BE49-F238E27FC236}">
                <a16:creationId xmlns:a16="http://schemas.microsoft.com/office/drawing/2014/main" id="{EB5100A4-62DD-43C6-AC5A-D856CE0198AA}"/>
              </a:ext>
            </a:extLst>
          </p:cNvPr>
          <p:cNvSpPr/>
          <p:nvPr/>
        </p:nvSpPr>
        <p:spPr>
          <a:xfrm>
            <a:off x="2442636" y="2996920"/>
            <a:ext cx="1222075" cy="64698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aphicFrame>
        <p:nvGraphicFramePr>
          <p:cNvPr id="13" name="Espaço Reservado para Conteúdo 3">
            <a:extLst>
              <a:ext uri="{FF2B5EF4-FFF2-40B4-BE49-F238E27FC236}">
                <a16:creationId xmlns:a16="http://schemas.microsoft.com/office/drawing/2014/main" id="{4F7F2CA1-72E1-4149-DA29-FF1D617A23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9530688"/>
              </p:ext>
            </p:extLst>
          </p:nvPr>
        </p:nvGraphicFramePr>
        <p:xfrm>
          <a:off x="1076864" y="4954138"/>
          <a:ext cx="479992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984">
                  <a:extLst>
                    <a:ext uri="{9D8B030D-6E8A-4147-A177-3AD203B41FA5}">
                      <a16:colId xmlns:a16="http://schemas.microsoft.com/office/drawing/2014/main" val="590926816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117475159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457802883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274479591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33704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19981"/>
                  </a:ext>
                </a:extLst>
              </a:tr>
            </a:tbl>
          </a:graphicData>
        </a:graphic>
      </p:graphicFrame>
      <p:graphicFrame>
        <p:nvGraphicFramePr>
          <p:cNvPr id="14" name="Espaço Reservado para Conteúdo 3">
            <a:extLst>
              <a:ext uri="{FF2B5EF4-FFF2-40B4-BE49-F238E27FC236}">
                <a16:creationId xmlns:a16="http://schemas.microsoft.com/office/drawing/2014/main" id="{FB291BFA-840E-2A05-F4D4-4F703A287B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0834450"/>
              </p:ext>
            </p:extLst>
          </p:nvPr>
        </p:nvGraphicFramePr>
        <p:xfrm>
          <a:off x="6842186" y="2294327"/>
          <a:ext cx="479992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984">
                  <a:extLst>
                    <a:ext uri="{9D8B030D-6E8A-4147-A177-3AD203B41FA5}">
                      <a16:colId xmlns:a16="http://schemas.microsoft.com/office/drawing/2014/main" val="590926816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117475159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457802883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274479591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33704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19981"/>
                  </a:ext>
                </a:extLst>
              </a:tr>
            </a:tbl>
          </a:graphicData>
        </a:graphic>
      </p:graphicFrame>
      <p:graphicFrame>
        <p:nvGraphicFramePr>
          <p:cNvPr id="15" name="Espaço Reservado para Conteúdo 3">
            <a:extLst>
              <a:ext uri="{FF2B5EF4-FFF2-40B4-BE49-F238E27FC236}">
                <a16:creationId xmlns:a16="http://schemas.microsoft.com/office/drawing/2014/main" id="{DE694F27-B836-3954-4E09-F1EFF7DB0D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1805244"/>
              </p:ext>
            </p:extLst>
          </p:nvPr>
        </p:nvGraphicFramePr>
        <p:xfrm>
          <a:off x="6842185" y="3645798"/>
          <a:ext cx="479992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984">
                  <a:extLst>
                    <a:ext uri="{9D8B030D-6E8A-4147-A177-3AD203B41FA5}">
                      <a16:colId xmlns:a16="http://schemas.microsoft.com/office/drawing/2014/main" val="590926816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117475159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457802883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274479591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33704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19981"/>
                  </a:ext>
                </a:extLst>
              </a:tr>
            </a:tbl>
          </a:graphicData>
        </a:graphic>
      </p:graphicFrame>
      <p:sp>
        <p:nvSpPr>
          <p:cNvPr id="16" name="Seta: Curva para Baixo 15">
            <a:extLst>
              <a:ext uri="{FF2B5EF4-FFF2-40B4-BE49-F238E27FC236}">
                <a16:creationId xmlns:a16="http://schemas.microsoft.com/office/drawing/2014/main" id="{F95AAF5C-7E59-BBBC-A361-702162D19154}"/>
              </a:ext>
            </a:extLst>
          </p:cNvPr>
          <p:cNvSpPr/>
          <p:nvPr/>
        </p:nvSpPr>
        <p:spPr>
          <a:xfrm>
            <a:off x="3420296" y="4305259"/>
            <a:ext cx="1222075" cy="64698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7" name="Seta: Curva para Baixo 16">
            <a:extLst>
              <a:ext uri="{FF2B5EF4-FFF2-40B4-BE49-F238E27FC236}">
                <a16:creationId xmlns:a16="http://schemas.microsoft.com/office/drawing/2014/main" id="{C5DF101E-6395-79E7-65B0-78511676AF49}"/>
              </a:ext>
            </a:extLst>
          </p:cNvPr>
          <p:cNvSpPr/>
          <p:nvPr/>
        </p:nvSpPr>
        <p:spPr>
          <a:xfrm>
            <a:off x="10134522" y="1645447"/>
            <a:ext cx="1222075" cy="64698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Curva para Baixo 17">
            <a:extLst>
              <a:ext uri="{FF2B5EF4-FFF2-40B4-BE49-F238E27FC236}">
                <a16:creationId xmlns:a16="http://schemas.microsoft.com/office/drawing/2014/main" id="{5622C043-BE1C-5CAB-1E9B-79340E8128BF}"/>
              </a:ext>
            </a:extLst>
          </p:cNvPr>
          <p:cNvSpPr/>
          <p:nvPr/>
        </p:nvSpPr>
        <p:spPr>
          <a:xfrm>
            <a:off x="7244672" y="2996918"/>
            <a:ext cx="1222075" cy="64698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aphicFrame>
        <p:nvGraphicFramePr>
          <p:cNvPr id="19" name="Espaço Reservado para Conteúdo 3">
            <a:extLst>
              <a:ext uri="{FF2B5EF4-FFF2-40B4-BE49-F238E27FC236}">
                <a16:creationId xmlns:a16="http://schemas.microsoft.com/office/drawing/2014/main" id="{08A4DC3D-92E0-DEDC-8B52-DE3A0044E0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8661240"/>
              </p:ext>
            </p:extLst>
          </p:nvPr>
        </p:nvGraphicFramePr>
        <p:xfrm>
          <a:off x="6842184" y="5026024"/>
          <a:ext cx="479992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984">
                  <a:extLst>
                    <a:ext uri="{9D8B030D-6E8A-4147-A177-3AD203B41FA5}">
                      <a16:colId xmlns:a16="http://schemas.microsoft.com/office/drawing/2014/main" val="590926816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117475159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457802883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274479591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33704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19981"/>
                  </a:ext>
                </a:extLst>
              </a:tr>
            </a:tbl>
          </a:graphicData>
        </a:graphic>
      </p:graphicFrame>
      <p:sp>
        <p:nvSpPr>
          <p:cNvPr id="20" name="Seta: Curva para Baixo 19">
            <a:extLst>
              <a:ext uri="{FF2B5EF4-FFF2-40B4-BE49-F238E27FC236}">
                <a16:creationId xmlns:a16="http://schemas.microsoft.com/office/drawing/2014/main" id="{733F6C3B-09C2-18E9-DBE6-89A2DA30A36E}"/>
              </a:ext>
            </a:extLst>
          </p:cNvPr>
          <p:cNvSpPr/>
          <p:nvPr/>
        </p:nvSpPr>
        <p:spPr>
          <a:xfrm>
            <a:off x="8251087" y="4305257"/>
            <a:ext cx="1222075" cy="64698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aphicFrame>
        <p:nvGraphicFramePr>
          <p:cNvPr id="22" name="Espaço Reservado para Conteúdo 3">
            <a:extLst>
              <a:ext uri="{FF2B5EF4-FFF2-40B4-BE49-F238E27FC236}">
                <a16:creationId xmlns:a16="http://schemas.microsoft.com/office/drawing/2014/main" id="{DC1DAE89-B0C1-9276-4A9D-DB616E07C7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6167259"/>
              </p:ext>
            </p:extLst>
          </p:nvPr>
        </p:nvGraphicFramePr>
        <p:xfrm>
          <a:off x="6842183" y="5888665"/>
          <a:ext cx="479992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984">
                  <a:extLst>
                    <a:ext uri="{9D8B030D-6E8A-4147-A177-3AD203B41FA5}">
                      <a16:colId xmlns:a16="http://schemas.microsoft.com/office/drawing/2014/main" val="590926816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117475159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457802883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274479591"/>
                    </a:ext>
                  </a:extLst>
                </a:gridCol>
                <a:gridCol w="959984">
                  <a:extLst>
                    <a:ext uri="{9D8B030D-6E8A-4147-A177-3AD203B41FA5}">
                      <a16:colId xmlns:a16="http://schemas.microsoft.com/office/drawing/2014/main" val="233704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19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618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F06BE-F446-B666-3148-7616DF65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Algoritmo </a:t>
            </a:r>
            <a:r>
              <a:rPr lang="pt-BR" err="1">
                <a:cs typeface="Calibri Light"/>
              </a:rPr>
              <a:t>bubble</a:t>
            </a:r>
            <a:r>
              <a:rPr lang="pt-BR">
                <a:cs typeface="Calibri Light"/>
              </a:rPr>
              <a:t> </a:t>
            </a:r>
            <a:r>
              <a:rPr lang="pt-BR" err="1">
                <a:cs typeface="Calibri Light"/>
              </a:rPr>
              <a:t>sort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ACBCBD-1FE5-A01F-4702-2CB4DB1B1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292"/>
            <a:ext cx="10515600" cy="452067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pt-BR" err="1">
                <a:ea typeface="Calibri"/>
                <a:cs typeface="Calibri"/>
              </a:rPr>
              <a:t>void</a:t>
            </a:r>
            <a:r>
              <a:rPr lang="pt-BR">
                <a:ea typeface="Calibri"/>
                <a:cs typeface="Calibri"/>
              </a:rPr>
              <a:t> </a:t>
            </a:r>
            <a:r>
              <a:rPr lang="pt-BR" err="1">
                <a:ea typeface="Calibri"/>
                <a:cs typeface="Calibri"/>
              </a:rPr>
              <a:t>bubbleSort</a:t>
            </a:r>
            <a:r>
              <a:rPr lang="pt-BR">
                <a:ea typeface="Calibri"/>
                <a:cs typeface="Calibri"/>
              </a:rPr>
              <a:t>(</a:t>
            </a:r>
            <a:r>
              <a:rPr lang="pt-BR" err="1">
                <a:ea typeface="Calibri"/>
                <a:cs typeface="Calibri"/>
              </a:rPr>
              <a:t>int</a:t>
            </a:r>
            <a:r>
              <a:rPr lang="pt-BR">
                <a:ea typeface="Calibri"/>
                <a:cs typeface="Calibri"/>
              </a:rPr>
              <a:t> </a:t>
            </a:r>
            <a:r>
              <a:rPr lang="pt-BR" err="1">
                <a:ea typeface="Calibri"/>
                <a:cs typeface="Calibri"/>
              </a:rPr>
              <a:t>arr</a:t>
            </a:r>
            <a:r>
              <a:rPr lang="pt-BR">
                <a:ea typeface="Calibri"/>
                <a:cs typeface="Calibri"/>
              </a:rPr>
              <a:t>[], </a:t>
            </a:r>
            <a:r>
              <a:rPr lang="pt-BR" err="1">
                <a:ea typeface="Calibri"/>
                <a:cs typeface="Calibri"/>
              </a:rPr>
              <a:t>int</a:t>
            </a:r>
            <a:r>
              <a:rPr lang="pt-BR">
                <a:ea typeface="Calibri"/>
                <a:cs typeface="Calibri"/>
              </a:rPr>
              <a:t> tamanho){</a:t>
            </a:r>
            <a:endParaRPr lang="pt-BR"/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</a:t>
            </a:r>
            <a:r>
              <a:rPr lang="pt-BR" err="1">
                <a:ea typeface="Calibri"/>
                <a:cs typeface="Calibri"/>
              </a:rPr>
              <a:t>int</a:t>
            </a:r>
            <a:r>
              <a:rPr lang="pt-BR">
                <a:ea typeface="Calibri"/>
                <a:cs typeface="Calibri"/>
              </a:rPr>
              <a:t> troca;        </a:t>
            </a:r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    for (</a:t>
            </a:r>
            <a:r>
              <a:rPr lang="pt-BR" err="1">
                <a:ea typeface="Calibri"/>
                <a:cs typeface="Calibri"/>
              </a:rPr>
              <a:t>int</a:t>
            </a:r>
            <a:r>
              <a:rPr lang="pt-BR">
                <a:ea typeface="Calibri"/>
                <a:cs typeface="Calibri"/>
              </a:rPr>
              <a:t> i = 0; i &lt; tamanho - 1; i++){</a:t>
            </a:r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    troca = 0; </a:t>
            </a:r>
            <a:endParaRPr lang="en-US"/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    for (</a:t>
            </a:r>
            <a:r>
              <a:rPr lang="pt-BR" err="1">
                <a:ea typeface="Calibri"/>
                <a:cs typeface="Calibri"/>
              </a:rPr>
              <a:t>int</a:t>
            </a:r>
            <a:r>
              <a:rPr lang="pt-BR">
                <a:ea typeface="Calibri"/>
                <a:cs typeface="Calibri"/>
              </a:rPr>
              <a:t> j = 0; j &lt; tamanho - i - 1; j++){</a:t>
            </a:r>
            <a:endParaRPr lang="pt-BR"/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        </a:t>
            </a:r>
            <a:r>
              <a:rPr lang="pt-BR" err="1">
                <a:ea typeface="Calibri"/>
                <a:cs typeface="Calibri"/>
              </a:rPr>
              <a:t>if</a:t>
            </a:r>
            <a:r>
              <a:rPr lang="pt-BR">
                <a:ea typeface="Calibri"/>
                <a:cs typeface="Calibri"/>
              </a:rPr>
              <a:t> (</a:t>
            </a:r>
            <a:r>
              <a:rPr lang="pt-BR" err="1">
                <a:ea typeface="Calibri"/>
                <a:cs typeface="Calibri"/>
              </a:rPr>
              <a:t>arr</a:t>
            </a:r>
            <a:r>
              <a:rPr lang="pt-BR">
                <a:ea typeface="Calibri"/>
                <a:cs typeface="Calibri"/>
              </a:rPr>
              <a:t>[j] &gt; </a:t>
            </a:r>
            <a:r>
              <a:rPr lang="pt-BR" err="1">
                <a:ea typeface="Calibri"/>
                <a:cs typeface="Calibri"/>
              </a:rPr>
              <a:t>arr</a:t>
            </a:r>
            <a:r>
              <a:rPr lang="pt-BR">
                <a:ea typeface="Calibri"/>
                <a:cs typeface="Calibri"/>
              </a:rPr>
              <a:t>[j + 1]){</a:t>
            </a:r>
            <a:endParaRPr lang="pt-BR"/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            </a:t>
            </a:r>
            <a:r>
              <a:rPr lang="pt-BR" err="1">
                <a:ea typeface="Calibri"/>
                <a:cs typeface="Calibri"/>
              </a:rPr>
              <a:t>int</a:t>
            </a:r>
            <a:r>
              <a:rPr lang="pt-BR">
                <a:ea typeface="Calibri"/>
                <a:cs typeface="Calibri"/>
              </a:rPr>
              <a:t> </a:t>
            </a:r>
            <a:r>
              <a:rPr lang="pt-BR" err="1">
                <a:ea typeface="Calibri"/>
                <a:cs typeface="Calibri"/>
              </a:rPr>
              <a:t>temp</a:t>
            </a:r>
            <a:r>
              <a:rPr lang="pt-BR">
                <a:ea typeface="Calibri"/>
                <a:cs typeface="Calibri"/>
              </a:rPr>
              <a:t> = </a:t>
            </a:r>
            <a:r>
              <a:rPr lang="pt-BR" err="1">
                <a:ea typeface="Calibri"/>
                <a:cs typeface="Calibri"/>
              </a:rPr>
              <a:t>arr</a:t>
            </a:r>
            <a:r>
              <a:rPr lang="pt-BR">
                <a:ea typeface="Calibri"/>
                <a:cs typeface="Calibri"/>
              </a:rPr>
              <a:t>[j];     </a:t>
            </a:r>
            <a:r>
              <a:rPr lang="pt-BR" err="1">
                <a:ea typeface="Calibri"/>
                <a:cs typeface="Calibri"/>
              </a:rPr>
              <a:t>arr</a:t>
            </a:r>
            <a:r>
              <a:rPr lang="pt-BR">
                <a:ea typeface="Calibri"/>
                <a:cs typeface="Calibri"/>
              </a:rPr>
              <a:t>[j] = </a:t>
            </a:r>
            <a:r>
              <a:rPr lang="pt-BR" err="1">
                <a:ea typeface="Calibri"/>
                <a:cs typeface="Calibri"/>
              </a:rPr>
              <a:t>arr</a:t>
            </a:r>
            <a:r>
              <a:rPr lang="pt-BR">
                <a:ea typeface="Calibri"/>
                <a:cs typeface="Calibri"/>
              </a:rPr>
              <a:t>[j + 1];</a:t>
            </a:r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            </a:t>
            </a:r>
            <a:r>
              <a:rPr lang="pt-BR" err="1">
                <a:ea typeface="Calibri"/>
                <a:cs typeface="Calibri"/>
              </a:rPr>
              <a:t>arr</a:t>
            </a:r>
            <a:r>
              <a:rPr lang="pt-BR">
                <a:ea typeface="Calibri"/>
                <a:cs typeface="Calibri"/>
              </a:rPr>
              <a:t>[j + 1] = </a:t>
            </a:r>
            <a:r>
              <a:rPr lang="pt-BR" err="1">
                <a:ea typeface="Calibri"/>
                <a:cs typeface="Calibri"/>
              </a:rPr>
              <a:t>temp</a:t>
            </a:r>
            <a:r>
              <a:rPr lang="pt-BR">
                <a:ea typeface="Calibri"/>
                <a:cs typeface="Calibri"/>
              </a:rPr>
              <a:t>; troca = 1; </a:t>
            </a:r>
            <a:endParaRPr lang="pt-BR"/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        }</a:t>
            </a:r>
            <a:endParaRPr lang="pt-BR"/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    }</a:t>
            </a:r>
            <a:endParaRPr lang="pt-BR"/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    </a:t>
            </a:r>
            <a:r>
              <a:rPr lang="pt-BR" err="1">
                <a:ea typeface="Calibri"/>
                <a:cs typeface="Calibri"/>
              </a:rPr>
              <a:t>if</a:t>
            </a:r>
            <a:r>
              <a:rPr lang="pt-BR">
                <a:ea typeface="Calibri"/>
                <a:cs typeface="Calibri"/>
              </a:rPr>
              <a:t> (troca == 0) break;</a:t>
            </a:r>
            <a:endParaRPr lang="pt-BR"/>
          </a:p>
          <a:p>
            <a:pPr>
              <a:buNone/>
            </a:pPr>
            <a:r>
              <a:rPr lang="pt-BR">
                <a:ea typeface="Calibri"/>
                <a:cs typeface="Calibri"/>
              </a:rPr>
              <a:t>    }}</a:t>
            </a:r>
            <a:endParaRPr lang="pt-BR"/>
          </a:p>
          <a:p>
            <a:pPr>
              <a:buNone/>
            </a:pPr>
            <a:endParaRPr lang="pt-BR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343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B4ADB-C4CF-781D-2A15-B84273E76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Ordenação por seleção 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6BE89D-DE8F-1C43-459D-71E4A4CC5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 </a:t>
            </a:r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 é um algoritmo de ordenação simples e intuitivo. Ele funciona selecionando repetidamente o menor (ou maior, dependendo da ordem desejada) elemento do </a:t>
            </a:r>
            <a:r>
              <a:rPr lang="pt-BR" dirty="0" err="1"/>
              <a:t>array</a:t>
            </a:r>
            <a:r>
              <a:rPr lang="pt-BR" dirty="0"/>
              <a:t> não ordenado e movendo-o para a posição correta no </a:t>
            </a:r>
            <a:r>
              <a:rPr lang="pt-BR" dirty="0" err="1"/>
              <a:t>array</a:t>
            </a:r>
            <a:r>
              <a:rPr lang="pt-BR" dirty="0"/>
              <a:t> ordenado. Esse processo é repetido até que todo o </a:t>
            </a:r>
            <a:r>
              <a:rPr lang="pt-BR" dirty="0" err="1"/>
              <a:t>array</a:t>
            </a:r>
            <a:r>
              <a:rPr lang="pt-BR" dirty="0"/>
              <a:t> esteja ordenado.</a:t>
            </a:r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38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FC132-BB1B-7E47-02DF-3AF7DCD44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Divisão do Array: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EA34A9-C0D5-5B36-2B0D-DD98AD968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 </a:t>
            </a:r>
            <a:r>
              <a:rPr lang="pt-BR" dirty="0" err="1"/>
              <a:t>array</a:t>
            </a:r>
            <a:r>
              <a:rPr lang="pt-BR" dirty="0"/>
              <a:t> é dividido em duas partes: a parte ordenada e a parte não ordenada. Inicialmente, a parte ordenada está vazia, enquanto a parte não ordenada contém todos os elementos.</a:t>
            </a:r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115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4D942-705F-2714-1764-328C73E2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Busca do Elemento Mínimo: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0307E7-D951-AC6A-9E41-F3AAB460C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 algoritmo inicia procurando o menor elemento na parte não ordenada do </a:t>
            </a:r>
            <a:r>
              <a:rPr lang="pt-BR" dirty="0" err="1"/>
              <a:t>array</a:t>
            </a:r>
            <a:r>
              <a:rPr lang="pt-BR" dirty="0"/>
              <a:t>. Para isso, percorre a parte não ordenada, comparando cada elemento com o menor valor conhecido até o momento. Se um elemento menor for encontrado, ele passa a ser o novo mínimo.</a:t>
            </a:r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8390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0A237-E6EF-DCB5-6428-0224C1D4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Troca do Elemento Mínimo: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3B4C00-4457-3E71-DD1F-4C2AD64B1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Após encontrar o menor elemento na parte não ordenada, o algoritmo o move para a primeira posição dessa seção, que corresponde à próxima posição na parte ordenada. Isso efetivamente expande a parte ordenada do </a:t>
            </a:r>
            <a:r>
              <a:rPr lang="pt-BR" dirty="0" err="1"/>
              <a:t>array</a:t>
            </a:r>
            <a:r>
              <a:rPr lang="pt-BR" dirty="0"/>
              <a:t> e reduz a parte não ordenada em um elemento.</a:t>
            </a:r>
            <a:endParaRPr lang="pt-BR" dirty="0">
              <a:cs typeface="Calibri"/>
            </a:endParaRPr>
          </a:p>
          <a:p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6242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B4DBE-3B70-824F-03A8-18126379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Repetição: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EDDCE1-9AF1-5990-D986-21582C3EA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cs typeface="Calibri"/>
              </a:rPr>
              <a:t>Após a conclusão de todas as iterações, 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estará completamente ordenado na ordem desejada (crescente ou decrescente), dependendo de como o algoritmo foi implementado.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810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FBF8F-A803-08D0-CAD6-5280AD6F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Conclusão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70534D-6235-D388-71D5-5A0ABBEF7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 </a:t>
            </a:r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é um algoritmo de ordenação </a:t>
            </a:r>
            <a:r>
              <a:rPr lang="pt-BR" b="1" dirty="0" err="1"/>
              <a:t>in-place</a:t>
            </a:r>
            <a:r>
              <a:rPr lang="pt-BR" dirty="0"/>
              <a:t>, o que significa que ele ordena os elementos diretamente no </a:t>
            </a:r>
            <a:r>
              <a:rPr lang="pt-BR" dirty="0" err="1"/>
              <a:t>array</a:t>
            </a:r>
            <a:r>
              <a:rPr lang="pt-BR" dirty="0"/>
              <a:t> de entrada, sem a necessidade de alocação de memória adicional. No entanto, sua complexidade de tempo é quadrática (O(n2)), onde </a:t>
            </a:r>
            <a:r>
              <a:rPr lang="pt-BR" b="1" dirty="0"/>
              <a:t>n</a:t>
            </a:r>
            <a:r>
              <a:rPr lang="pt-BR" dirty="0"/>
              <a:t> é o número de elementos no </a:t>
            </a:r>
            <a:r>
              <a:rPr lang="pt-BR" dirty="0" err="1"/>
              <a:t>array</a:t>
            </a:r>
            <a:r>
              <a:rPr lang="pt-BR" dirty="0"/>
              <a:t>. Portanto, o </a:t>
            </a:r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não é eficiente para ordenar grandes conjuntos de dados, mas pode ser uma boa escolha para pequenos conjuntos de dados ou quando a simplicidade do algoritmo é mais importante do que o desempenho.</a:t>
            </a:r>
          </a:p>
        </p:txBody>
      </p:sp>
    </p:spTree>
    <p:extLst>
      <p:ext uri="{BB962C8B-B14F-4D97-AF65-F5344CB8AC3E}">
        <p14:creationId xmlns:p14="http://schemas.microsoft.com/office/powerpoint/2010/main" val="2212080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0EF8D-EA54-F484-5139-6ACEC038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Vantagens/Desvantagens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5AC82D-1E36-3B22-7CA4-0AF3D72BC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pt-BR" dirty="0">
                <a:ea typeface="+mn-lt"/>
                <a:cs typeface="+mn-lt"/>
              </a:rPr>
              <a:t>Vantagens</a:t>
            </a:r>
            <a:endParaRPr lang="en-US" dirty="0">
              <a:ea typeface="+mn-lt"/>
              <a:cs typeface="+mn-lt"/>
            </a:endParaRPr>
          </a:p>
          <a:p>
            <a:r>
              <a:rPr lang="pt-BR" dirty="0">
                <a:cs typeface="Calibri"/>
              </a:rPr>
              <a:t>Ele é um algoritmo simples de ser implementado em comparação aos demais.</a:t>
            </a:r>
            <a:endParaRPr lang="pt-BR" dirty="0">
              <a:ea typeface="+mn-lt"/>
              <a:cs typeface="+mn-lt"/>
            </a:endParaRPr>
          </a:p>
          <a:p>
            <a:r>
              <a:rPr lang="pt-BR" dirty="0">
                <a:cs typeface="Calibri"/>
              </a:rPr>
              <a:t>Não necessita de um vetor auxiliar (</a:t>
            </a:r>
            <a:r>
              <a:rPr lang="pt-BR" dirty="0" err="1">
                <a:cs typeface="Calibri"/>
              </a:rPr>
              <a:t>in-place</a:t>
            </a:r>
            <a:r>
              <a:rPr lang="pt-BR" dirty="0">
                <a:cs typeface="Calibri"/>
              </a:rPr>
              <a:t>).</a:t>
            </a:r>
            <a:endParaRPr lang="pt-BR" dirty="0">
              <a:ea typeface="+mn-lt"/>
              <a:cs typeface="+mn-lt"/>
            </a:endParaRPr>
          </a:p>
          <a:p>
            <a:r>
              <a:rPr lang="pt-BR" dirty="0">
                <a:cs typeface="Calibri"/>
              </a:rPr>
              <a:t>Por não usar um vetor auxiliar para realizar a ordenação, ele ocupa menos memória.</a:t>
            </a:r>
            <a:endParaRPr lang="pt-BR" dirty="0">
              <a:ea typeface="+mn-lt"/>
              <a:cs typeface="+mn-lt"/>
            </a:endParaRPr>
          </a:p>
          <a:p>
            <a:r>
              <a:rPr lang="pt-BR" dirty="0">
                <a:cs typeface="Calibri"/>
              </a:rPr>
              <a:t>Ele é uns dos mais velozes na ordenação de vetores de tamanhos pequenos.</a:t>
            </a:r>
            <a:endParaRPr lang="pt-BR" dirty="0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Desvantagens</a:t>
            </a:r>
            <a:endParaRPr lang="en-US" dirty="0">
              <a:ea typeface="+mn-lt"/>
              <a:cs typeface="+mn-lt"/>
            </a:endParaRPr>
          </a:p>
          <a:p>
            <a:r>
              <a:rPr lang="pt-BR" dirty="0">
                <a:cs typeface="Calibri"/>
              </a:rPr>
              <a:t>Ele é um dos mais lentos para vetores de tamanhos grandes.</a:t>
            </a:r>
            <a:endParaRPr lang="pt-BR" dirty="0">
              <a:ea typeface="+mn-lt"/>
              <a:cs typeface="+mn-lt"/>
            </a:endParaRPr>
          </a:p>
          <a:p>
            <a:r>
              <a:rPr lang="pt-BR" dirty="0">
                <a:cs typeface="Calibri"/>
              </a:rPr>
              <a:t>Ele não é estável.</a:t>
            </a:r>
            <a:endParaRPr lang="pt-BR" dirty="0">
              <a:ea typeface="+mn-lt"/>
              <a:cs typeface="+mn-lt"/>
            </a:endParaRPr>
          </a:p>
          <a:p>
            <a:r>
              <a:rPr lang="pt-BR" dirty="0">
                <a:cs typeface="Calibri"/>
              </a:rPr>
              <a:t>Ele faz sempre (n</a:t>
            </a:r>
            <a:r>
              <a:rPr lang="pt-BR" baseline="30000" dirty="0">
                <a:cs typeface="Calibri"/>
              </a:rPr>
              <a:t>2</a:t>
            </a:r>
            <a:r>
              <a:rPr lang="pt-BR" dirty="0">
                <a:cs typeface="Calibri"/>
              </a:rPr>
              <a:t> – n) /2  comparações, independentemente do vetor estar ordenado ou não.</a:t>
            </a:r>
            <a:endParaRPr lang="pt-BR" dirty="0">
              <a:ea typeface="+mn-lt"/>
              <a:cs typeface="+mn-lt"/>
            </a:endParaRPr>
          </a:p>
          <a:p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0195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9E600-FDC1-1B3F-96DF-4367F86F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Exemplo </a:t>
            </a:r>
            <a:r>
              <a:rPr lang="pt-BR" err="1">
                <a:cs typeface="Calibri Light"/>
              </a:rPr>
              <a:t>selection</a:t>
            </a:r>
            <a:r>
              <a:rPr lang="pt-BR">
                <a:cs typeface="Calibri Light"/>
              </a:rPr>
              <a:t> </a:t>
            </a:r>
            <a:r>
              <a:rPr lang="pt-BR" err="1">
                <a:cs typeface="Calibri Light"/>
              </a:rPr>
              <a:t>sort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26B3D3-2E63-D509-4FC3-1A13561DB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64" y="1653097"/>
            <a:ext cx="469277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9 - 7 - 8 - 1 - 2 - 0 – 4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I     |--------j------------|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0 - 7 - 8 - 1 - 2 - 9 – 4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  I    |-------j---------|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0 - 1 - 8 - 7 - 2 - 9 – 4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        I    |------j-----|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0 - 1 - 2 -7 - 8 - 9 – 4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             I    |---j----|</a:t>
            </a:r>
          </a:p>
          <a:p>
            <a:pPr>
              <a:buNone/>
            </a:pPr>
            <a:endParaRPr lang="pt-BR">
              <a:ea typeface="+mn-lt"/>
              <a:cs typeface="+mn-lt"/>
            </a:endParaRPr>
          </a:p>
          <a:p>
            <a:pPr marL="0" indent="0">
              <a:buNone/>
            </a:pPr>
            <a:endParaRPr lang="pt-BR">
              <a:cs typeface="Calibri"/>
            </a:endParaRPr>
          </a:p>
          <a:p>
            <a:endParaRPr lang="pt-BR">
              <a:cs typeface="Calibri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47436B30-4063-503C-B027-C995442E534B}"/>
              </a:ext>
            </a:extLst>
          </p:cNvPr>
          <p:cNvSpPr txBox="1">
            <a:spLocks/>
          </p:cNvSpPr>
          <p:nvPr/>
        </p:nvSpPr>
        <p:spPr>
          <a:xfrm>
            <a:off x="6468373" y="1604214"/>
            <a:ext cx="469277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>
              <a:ea typeface="+mn-lt"/>
              <a:cs typeface="+mn-lt"/>
            </a:endParaRPr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0 - 1 - 2 - 4 - 8 - 9 – 7</a:t>
            </a:r>
          </a:p>
          <a:p>
            <a:pPr>
              <a:buNone/>
            </a:pPr>
            <a:r>
              <a:rPr lang="pt-BR">
                <a:cs typeface="Calibri" panose="020F0502020204030204"/>
              </a:rPr>
              <a:t>                       I    |-j--|</a:t>
            </a:r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0 - 1 - 2 - 4 - 7 - 9 – 8</a:t>
            </a:r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                    I      j</a:t>
            </a:r>
            <a:endParaRPr lang="pt-BR">
              <a:cs typeface="Calibri"/>
            </a:endParaRPr>
          </a:p>
          <a:p>
            <a:pPr>
              <a:buFont typeface="Arial" panose="020B0604020202020204" pitchFamily="34" charset="0"/>
              <a:buNone/>
            </a:pPr>
            <a:r>
              <a:rPr lang="pt-BR">
                <a:ea typeface="+mn-lt"/>
                <a:cs typeface="+mn-lt"/>
              </a:rPr>
              <a:t>0 - 1 - 2 - 4 - 7 - 8 - 9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endParaRPr lang="pt-BR">
              <a:cs typeface="Calibri"/>
            </a:endParaRPr>
          </a:p>
          <a:p>
            <a:endParaRPr lang="pt-B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6404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A2EA3-311D-38BE-7320-3E547035B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Algoritmo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C4F74F-50B6-D5AF-9267-7A46777C9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26" y="1710606"/>
            <a:ext cx="4132053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pt-BR" err="1">
                <a:ea typeface="+mn-lt"/>
                <a:cs typeface="+mn-lt"/>
              </a:rPr>
              <a:t>void</a:t>
            </a:r>
            <a:r>
              <a:rPr lang="pt-BR">
                <a:ea typeface="+mn-lt"/>
                <a:cs typeface="+mn-lt"/>
              </a:rPr>
              <a:t> </a:t>
            </a:r>
            <a:r>
              <a:rPr lang="pt-BR" err="1">
                <a:ea typeface="+mn-lt"/>
                <a:cs typeface="+mn-lt"/>
              </a:rPr>
              <a:t>selection_sort</a:t>
            </a:r>
            <a:r>
              <a:rPr lang="pt-BR">
                <a:ea typeface="+mn-lt"/>
                <a:cs typeface="+mn-lt"/>
              </a:rPr>
              <a:t>(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num[], 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</a:t>
            </a:r>
            <a:r>
              <a:rPr lang="pt-BR" err="1">
                <a:ea typeface="+mn-lt"/>
                <a:cs typeface="+mn-lt"/>
              </a:rPr>
              <a:t>tam</a:t>
            </a:r>
            <a:r>
              <a:rPr lang="pt-BR">
                <a:ea typeface="+mn-lt"/>
                <a:cs typeface="+mn-lt"/>
              </a:rPr>
              <a:t>) { 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i, j, min, </a:t>
            </a:r>
            <a:r>
              <a:rPr lang="pt-BR" err="1">
                <a:ea typeface="+mn-lt"/>
                <a:cs typeface="+mn-lt"/>
              </a:rPr>
              <a:t>aux</a:t>
            </a:r>
            <a:r>
              <a:rPr lang="pt-BR">
                <a:ea typeface="+mn-lt"/>
                <a:cs typeface="+mn-lt"/>
              </a:rPr>
              <a:t>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for (i = 0; i &lt; (tam-1); i++) 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{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min = i;</a:t>
            </a:r>
            <a:endParaRPr lang="pt-BR">
              <a:cs typeface="Calibri"/>
            </a:endParaRPr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for (j = (i+1); j &lt; </a:t>
            </a:r>
            <a:r>
              <a:rPr lang="pt-BR" err="1">
                <a:ea typeface="+mn-lt"/>
                <a:cs typeface="+mn-lt"/>
              </a:rPr>
              <a:t>tam</a:t>
            </a:r>
            <a:r>
              <a:rPr lang="pt-BR">
                <a:ea typeface="+mn-lt"/>
                <a:cs typeface="+mn-lt"/>
              </a:rPr>
              <a:t>; j++) {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</a:t>
            </a:r>
            <a:r>
              <a:rPr lang="pt-BR" err="1">
                <a:ea typeface="+mn-lt"/>
                <a:cs typeface="+mn-lt"/>
              </a:rPr>
              <a:t>if</a:t>
            </a:r>
            <a:r>
              <a:rPr lang="pt-BR">
                <a:ea typeface="+mn-lt"/>
                <a:cs typeface="+mn-lt"/>
              </a:rPr>
              <a:t>(num[j] &lt; num[min]) 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 min = j;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}</a:t>
            </a:r>
            <a:endParaRPr lang="pt-BR"/>
          </a:p>
          <a:p>
            <a:pPr>
              <a:buNone/>
            </a:pPr>
            <a:endParaRPr lang="pt-BR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D1085BA-122D-0754-C5DC-9C2804C24DA1}"/>
              </a:ext>
            </a:extLst>
          </p:cNvPr>
          <p:cNvSpPr txBox="1">
            <a:spLocks/>
          </p:cNvSpPr>
          <p:nvPr/>
        </p:nvSpPr>
        <p:spPr>
          <a:xfrm>
            <a:off x="5792899" y="1544351"/>
            <a:ext cx="413205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pt-BR"/>
          </a:p>
          <a:p>
            <a:pPr>
              <a:buFont typeface="Arial" panose="020B0604020202020204" pitchFamily="34" charset="0"/>
              <a:buNone/>
            </a:pPr>
            <a:r>
              <a:rPr lang="pt-BR">
                <a:ea typeface="+mn-lt"/>
                <a:cs typeface="+mn-lt"/>
              </a:rPr>
              <a:t>     </a:t>
            </a:r>
            <a:r>
              <a:rPr lang="pt-BR" err="1">
                <a:ea typeface="+mn-lt"/>
                <a:cs typeface="+mn-lt"/>
              </a:rPr>
              <a:t>if</a:t>
            </a:r>
            <a:r>
              <a:rPr lang="pt-BR">
                <a:ea typeface="+mn-lt"/>
                <a:cs typeface="+mn-lt"/>
              </a:rPr>
              <a:t> (i != min) {</a:t>
            </a:r>
            <a:endParaRPr lang="pt-BR"/>
          </a:p>
          <a:p>
            <a:pPr>
              <a:buFont typeface="Arial" panose="020B0604020202020204" pitchFamily="34" charset="0"/>
              <a:buNone/>
            </a:pPr>
            <a:r>
              <a:rPr lang="pt-BR">
                <a:ea typeface="+mn-lt"/>
                <a:cs typeface="+mn-lt"/>
              </a:rPr>
              <a:t>       </a:t>
            </a:r>
            <a:r>
              <a:rPr lang="pt-BR" err="1">
                <a:ea typeface="+mn-lt"/>
                <a:cs typeface="+mn-lt"/>
              </a:rPr>
              <a:t>aux</a:t>
            </a:r>
            <a:r>
              <a:rPr lang="pt-BR">
                <a:ea typeface="+mn-lt"/>
                <a:cs typeface="+mn-lt"/>
              </a:rPr>
              <a:t> = num[i];</a:t>
            </a:r>
            <a:endParaRPr lang="pt-BR"/>
          </a:p>
          <a:p>
            <a:pPr>
              <a:buFont typeface="Arial" panose="020B0604020202020204" pitchFamily="34" charset="0"/>
              <a:buNone/>
            </a:pPr>
            <a:r>
              <a:rPr lang="pt-BR">
                <a:ea typeface="+mn-lt"/>
                <a:cs typeface="+mn-lt"/>
              </a:rPr>
              <a:t>       num[i] = num[min];</a:t>
            </a:r>
            <a:endParaRPr lang="pt-BR"/>
          </a:p>
          <a:p>
            <a:pPr>
              <a:buFont typeface="Arial" panose="020B0604020202020204" pitchFamily="34" charset="0"/>
              <a:buNone/>
            </a:pPr>
            <a:r>
              <a:rPr lang="pt-BR">
                <a:ea typeface="+mn-lt"/>
                <a:cs typeface="+mn-lt"/>
              </a:rPr>
              <a:t>       num[min] = </a:t>
            </a:r>
            <a:r>
              <a:rPr lang="pt-BR" err="1">
                <a:ea typeface="+mn-lt"/>
                <a:cs typeface="+mn-lt"/>
              </a:rPr>
              <a:t>aux</a:t>
            </a:r>
            <a:r>
              <a:rPr lang="pt-BR">
                <a:ea typeface="+mn-lt"/>
                <a:cs typeface="+mn-lt"/>
              </a:rPr>
              <a:t>;</a:t>
            </a:r>
            <a:endParaRPr lang="pt-BR"/>
          </a:p>
          <a:p>
            <a:pPr>
              <a:buFont typeface="Arial" panose="020B0604020202020204" pitchFamily="34" charset="0"/>
              <a:buNone/>
            </a:pPr>
            <a:r>
              <a:rPr lang="pt-BR">
                <a:ea typeface="+mn-lt"/>
                <a:cs typeface="+mn-lt"/>
              </a:rPr>
              <a:t>     }</a:t>
            </a:r>
            <a:endParaRPr lang="pt-BR"/>
          </a:p>
          <a:p>
            <a:pPr>
              <a:buFont typeface="Arial" panose="020B0604020202020204" pitchFamily="34" charset="0"/>
              <a:buNone/>
            </a:pPr>
            <a:r>
              <a:rPr lang="pt-BR">
                <a:ea typeface="+mn-lt"/>
                <a:cs typeface="+mn-lt"/>
              </a:rPr>
              <a:t>  }</a:t>
            </a:r>
            <a:endParaRPr lang="pt-BR"/>
          </a:p>
          <a:p>
            <a:pPr>
              <a:buFont typeface="Arial" panose="020B0604020202020204" pitchFamily="34" charset="0"/>
              <a:buNone/>
            </a:pPr>
            <a:r>
              <a:rPr lang="pt-BR">
                <a:ea typeface="+mn-lt"/>
                <a:cs typeface="+mn-lt"/>
              </a:rPr>
              <a:t>}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03303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90BCE-B005-D018-AD5B-FFDA763C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cs typeface="Calibri Light"/>
              </a:rPr>
              <a:t>Insertion</a:t>
            </a:r>
            <a:r>
              <a:rPr lang="pt-BR">
                <a:cs typeface="Calibri Light"/>
              </a:rPr>
              <a:t> </a:t>
            </a:r>
            <a:r>
              <a:rPr lang="pt-BR" err="1">
                <a:cs typeface="Calibri Light"/>
              </a:rPr>
              <a:t>sort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BB7D10-BB07-096B-6589-1981F5B04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err="1">
                <a:cs typeface="Calibri" panose="020F0502020204030204"/>
              </a:rPr>
              <a:t>Insertion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Sort</a:t>
            </a:r>
            <a:r>
              <a:rPr lang="pt-BR">
                <a:cs typeface="Calibri" panose="020F0502020204030204"/>
              </a:rPr>
              <a:t>, ou ordenação por inserção, é um algoritmo de ordenação que, dado uma estrutura (como um </a:t>
            </a:r>
            <a:r>
              <a:rPr lang="pt-BR" err="1">
                <a:cs typeface="Calibri" panose="020F0502020204030204"/>
              </a:rPr>
              <a:t>array</a:t>
            </a:r>
            <a:r>
              <a:rPr lang="pt-BR">
                <a:cs typeface="Calibri" panose="020F0502020204030204"/>
              </a:rPr>
              <a:t> ou lista), constrói uma matriz final adicionando um elemento de cada vez, através de inserções sucessivas. Assim como outros algoritmos de ordenação quadrática, ele é bastante eficiente para problemas com pequenas entradas, sendo o mais eficiente entre os algoritmos dessa categoria.</a:t>
            </a:r>
            <a:endParaRPr lang="pt-BR"/>
          </a:p>
          <a:p>
            <a:pPr marL="0" indent="0">
              <a:buNone/>
            </a:pPr>
            <a:r>
              <a:rPr lang="pt-BR" dirty="0">
                <a:cs typeface="Calibri" panose="020F0502020204030204"/>
              </a:rPr>
              <a:t>Podemos comparar o </a:t>
            </a:r>
            <a:r>
              <a:rPr lang="pt-BR" dirty="0" err="1">
                <a:cs typeface="Calibri" panose="020F0502020204030204"/>
              </a:rPr>
              <a:t>Insertion</a:t>
            </a:r>
            <a:r>
              <a:rPr lang="pt-BR" dirty="0">
                <a:cs typeface="Calibri" panose="020F0502020204030204"/>
              </a:rPr>
              <a:t> </a:t>
            </a:r>
            <a:r>
              <a:rPr lang="pt-BR" dirty="0" err="1">
                <a:cs typeface="Calibri" panose="020F0502020204030204"/>
              </a:rPr>
              <a:t>Sort</a:t>
            </a:r>
            <a:r>
              <a:rPr lang="pt-BR" dirty="0">
                <a:cs typeface="Calibri" panose="020F0502020204030204"/>
              </a:rPr>
              <a:t> com a maneira como algumas pessoas organizam um baralho de cartas durante um jogo. Imagine que você está jogando cartas e tem as cartas na mão já ordenadas. Ao receber uma nova carta, você deve colocá-la na posição correta em sua mão, de forma que todas as cartas permaneçam ordenadas.</a:t>
            </a:r>
            <a:endParaRPr lang="pt-BR" dirty="0"/>
          </a:p>
          <a:p>
            <a:pPr marL="0" indent="0">
              <a:buNone/>
            </a:pPr>
            <a:endParaRPr lang="pt-BR" dirty="0">
              <a:cs typeface="Calibri" panose="020F0502020204030204"/>
            </a:endParaRPr>
          </a:p>
          <a:p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0869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16E2D-6227-D951-D020-BAE7A660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Divisão do </a:t>
            </a:r>
            <a:r>
              <a:rPr lang="pt-BR" err="1">
                <a:cs typeface="Calibri Light"/>
              </a:rPr>
              <a:t>Array</a:t>
            </a:r>
            <a:r>
              <a:rPr lang="pt-BR">
                <a:cs typeface="Calibri Light"/>
              </a:rPr>
              <a:t>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16C0CB-65AB-2C91-9B36-9BE05355D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cs typeface="Calibri"/>
              </a:rPr>
              <a:t>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é dividido em duas partes: a parte ordenada e a parte não ordenada.</a:t>
            </a:r>
          </a:p>
          <a:p>
            <a:r>
              <a:rPr lang="pt-BR">
                <a:cs typeface="Calibri"/>
              </a:rPr>
              <a:t>Inicialmente, a parte ordenada contém apenas o primeiro elemento do array, enquanto a parte não ordenada contém os elementos restantes.</a:t>
            </a:r>
            <a:endParaRPr lang="pt-BR"/>
          </a:p>
          <a:p>
            <a:pPr marL="0" indent="0">
              <a:buNone/>
            </a:pPr>
            <a:endParaRPr lang="pt-B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6883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F5235-376D-27E1-6C88-813C7747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Seleção de Elemento da Parte Não Ordenada: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1D89D0-ABAC-7684-B485-0811004E3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cs typeface="Calibri"/>
              </a:rPr>
              <a:t>O algoritmo seleciona um elemento da parte não ordenada para inseri-lo na parte ordenada.</a:t>
            </a:r>
            <a:endParaRPr lang="pt-BR"/>
          </a:p>
          <a:p>
            <a:pPr marL="0" indent="0">
              <a:buNone/>
            </a:pPr>
            <a:r>
              <a:rPr lang="pt-BR" dirty="0">
                <a:cs typeface="Calibri"/>
              </a:rPr>
              <a:t>Inicialmente, esse elemento é o segundo do </a:t>
            </a:r>
            <a:r>
              <a:rPr lang="pt-BR" dirty="0" err="1">
                <a:cs typeface="Calibri"/>
              </a:rPr>
              <a:t>array</a:t>
            </a:r>
            <a:r>
              <a:rPr lang="pt-BR" dirty="0">
                <a:cs typeface="Calibri"/>
              </a:rPr>
              <a:t> (índice 1).</a:t>
            </a:r>
            <a:endParaRPr lang="pt-BR" dirty="0"/>
          </a:p>
          <a:p>
            <a:pPr marL="0" indent="0">
              <a:buNone/>
            </a:pPr>
            <a:endParaRPr lang="pt-BR" dirty="0">
              <a:cs typeface="Calibri"/>
            </a:endParaRPr>
          </a:p>
          <a:p>
            <a:endParaRPr lang="pt-B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652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4ADBD-0190-AD65-7A19-FE4CD09E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Inserção na Parte Ordenada: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E34FF0-3147-BCA9-C30F-267290FF1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cs typeface="Calibri"/>
              </a:rPr>
              <a:t>O elemento selecionado na etapa anterior é comparado com os elementos na parte ordenada.</a:t>
            </a:r>
          </a:p>
          <a:p>
            <a:r>
              <a:rPr lang="pt-BR">
                <a:cs typeface="Calibri"/>
              </a:rPr>
              <a:t>O algoritmo move os elementos na parte ordenada que são maiores do que o elemento selecionado para a direita, criando espaço para inserir o elemento selecionado na posição correta na parte ordenada.</a:t>
            </a:r>
            <a:endParaRPr lang="pt-BR"/>
          </a:p>
          <a:p>
            <a:endParaRPr lang="pt-B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8473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59023-F7B9-7270-C558-29FFA0E0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Repetição: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41D241-A8E4-4396-CC18-B6594B4D0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cs typeface="Calibri"/>
              </a:rPr>
              <a:t>Os passos 2 e 3 são repetidos até que todos os elementos na parte não ordenada tenham sido inseridos na parte ordenada.</a:t>
            </a:r>
          </a:p>
          <a:p>
            <a:r>
              <a:rPr lang="pt-BR">
                <a:cs typeface="Calibri"/>
              </a:rPr>
              <a:t>A cada iteração, a parte ordenada cresce em um elemento, enquanto a parte não ordenada diminui em um elemento.</a:t>
            </a:r>
            <a:endParaRPr lang="pt-BR"/>
          </a:p>
          <a:p>
            <a:pPr marL="0" indent="0">
              <a:buNone/>
            </a:pPr>
            <a:endParaRPr lang="pt-B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6853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5891F-3B03-6BB6-9016-B4A3488E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Conclusão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59B484-D633-7112-3B1C-2BC8DB85C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cs typeface="Calibri" panose="020F0502020204030204"/>
              </a:rPr>
              <a:t>O </a:t>
            </a:r>
            <a:r>
              <a:rPr lang="pt-BR" err="1">
                <a:cs typeface="Calibri" panose="020F0502020204030204"/>
              </a:rPr>
              <a:t>Insertion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Sort</a:t>
            </a:r>
            <a:r>
              <a:rPr lang="pt-BR">
                <a:cs typeface="Calibri" panose="020F0502020204030204"/>
              </a:rPr>
              <a:t> é um algoritmo de ordenação </a:t>
            </a:r>
            <a:r>
              <a:rPr lang="pt-BR" err="1">
                <a:cs typeface="Calibri" panose="020F0502020204030204"/>
              </a:rPr>
              <a:t>in-place</a:t>
            </a:r>
            <a:r>
              <a:rPr lang="pt-BR">
                <a:cs typeface="Calibri" panose="020F0502020204030204"/>
              </a:rPr>
              <a:t>, o que significa que ele ordena os elementos no próprio </a:t>
            </a:r>
            <a:r>
              <a:rPr lang="pt-BR" err="1">
                <a:cs typeface="Calibri" panose="020F0502020204030204"/>
              </a:rPr>
              <a:t>array</a:t>
            </a:r>
            <a:r>
              <a:rPr lang="pt-BR">
                <a:cs typeface="Calibri" panose="020F0502020204030204"/>
              </a:rPr>
              <a:t> de entrada, sem a necessidade de alocação de memória adicional. Sua complexidade de tempo é O(n^2) no pior caso, o que o torna menos eficiente em comparação com algoritmos de ordenação mais avançados, como o Merge </a:t>
            </a:r>
            <a:r>
              <a:rPr lang="pt-BR" err="1">
                <a:cs typeface="Calibri" panose="020F0502020204030204"/>
              </a:rPr>
              <a:t>Sort</a:t>
            </a:r>
            <a:r>
              <a:rPr lang="pt-BR">
                <a:cs typeface="Calibri" panose="020F0502020204030204"/>
              </a:rPr>
              <a:t> ou o Quick </a:t>
            </a:r>
            <a:r>
              <a:rPr lang="pt-BR" err="1">
                <a:cs typeface="Calibri" panose="020F0502020204030204"/>
              </a:rPr>
              <a:t>Sort</a:t>
            </a:r>
            <a:r>
              <a:rPr lang="pt-BR">
                <a:cs typeface="Calibri" panose="020F0502020204030204"/>
              </a:rPr>
              <a:t>, para grandes conjuntos de dados. No entanto, o </a:t>
            </a:r>
            <a:r>
              <a:rPr lang="pt-BR" err="1">
                <a:cs typeface="Calibri" panose="020F0502020204030204"/>
              </a:rPr>
              <a:t>Insertion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Sort</a:t>
            </a:r>
            <a:r>
              <a:rPr lang="pt-BR">
                <a:cs typeface="Calibri" panose="020F0502020204030204"/>
              </a:rPr>
              <a:t> pode superar esses algoritmos em cenários de pequenos conjuntos de dados ou quando o </a:t>
            </a:r>
            <a:r>
              <a:rPr lang="pt-BR" err="1">
                <a:cs typeface="Calibri" panose="020F0502020204030204"/>
              </a:rPr>
              <a:t>array</a:t>
            </a:r>
            <a:r>
              <a:rPr lang="pt-BR">
                <a:cs typeface="Calibri" panose="020F0502020204030204"/>
              </a:rPr>
              <a:t> já está parcialmente ordenado, pois seu desempenho é linear (O(n)) nessas situações.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2810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13E26-6546-76AE-4845-8132F0D52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Algoritmo </a:t>
            </a:r>
            <a:r>
              <a:rPr lang="pt-BR" err="1">
                <a:cs typeface="Calibri Light"/>
              </a:rPr>
              <a:t>insertion</a:t>
            </a:r>
            <a:r>
              <a:rPr lang="pt-BR">
                <a:cs typeface="Calibri Light"/>
              </a:rPr>
              <a:t> </a:t>
            </a:r>
            <a:r>
              <a:rPr lang="pt-BR" err="1">
                <a:cs typeface="Calibri Light"/>
              </a:rPr>
              <a:t>sort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F87784-687D-63DC-C9D9-5374A6B78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pt-BR" err="1">
                <a:ea typeface="+mn-lt"/>
                <a:cs typeface="+mn-lt"/>
              </a:rPr>
              <a:t>void</a:t>
            </a:r>
            <a:r>
              <a:rPr lang="pt-BR">
                <a:ea typeface="+mn-lt"/>
                <a:cs typeface="+mn-lt"/>
              </a:rPr>
              <a:t> </a:t>
            </a:r>
            <a:r>
              <a:rPr lang="pt-BR" err="1">
                <a:ea typeface="+mn-lt"/>
                <a:cs typeface="+mn-lt"/>
              </a:rPr>
              <a:t>insertionSort</a:t>
            </a:r>
            <a:r>
              <a:rPr lang="pt-BR">
                <a:ea typeface="+mn-lt"/>
                <a:cs typeface="+mn-lt"/>
              </a:rPr>
              <a:t>(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v[]){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</a:t>
            </a:r>
            <a:r>
              <a:rPr lang="pt-BR" err="1">
                <a:ea typeface="+mn-lt"/>
                <a:cs typeface="+mn-lt"/>
              </a:rPr>
              <a:t>i,j,x</a:t>
            </a:r>
            <a:r>
              <a:rPr lang="pt-BR">
                <a:ea typeface="+mn-lt"/>
                <a:cs typeface="+mn-lt"/>
              </a:rPr>
              <a:t>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for (i=1;i&lt;</a:t>
            </a:r>
            <a:r>
              <a:rPr lang="pt-BR" err="1">
                <a:ea typeface="+mn-lt"/>
                <a:cs typeface="+mn-lt"/>
              </a:rPr>
              <a:t>MAX;i</a:t>
            </a:r>
            <a:r>
              <a:rPr lang="pt-BR">
                <a:ea typeface="+mn-lt"/>
                <a:cs typeface="+mn-lt"/>
              </a:rPr>
              <a:t>++){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x=v[i];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j=i-1;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</a:t>
            </a:r>
            <a:r>
              <a:rPr lang="pt-BR" err="1">
                <a:ea typeface="+mn-lt"/>
                <a:cs typeface="+mn-lt"/>
              </a:rPr>
              <a:t>while</a:t>
            </a:r>
            <a:r>
              <a:rPr lang="pt-BR">
                <a:ea typeface="+mn-lt"/>
                <a:cs typeface="+mn-lt"/>
              </a:rPr>
              <a:t>((j&gt;=0) &amp;&amp; (x&lt;v[j])) {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    v[j+1]=v[j];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    j=j-1;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}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v[j+1]=x;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}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}</a:t>
            </a:r>
            <a:endParaRPr lang="pt-BR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57717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07DC2-BAA0-A807-77D3-A430B725C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Quick </a:t>
            </a:r>
            <a:r>
              <a:rPr lang="pt-BR" err="1">
                <a:cs typeface="Calibri Light"/>
              </a:rPr>
              <a:t>Sort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9CE14-461D-94FB-6B06-8AF5B14E2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cs typeface="Calibri"/>
              </a:rPr>
              <a:t>O Quick </a:t>
            </a:r>
            <a:r>
              <a:rPr lang="pt-BR" dirty="0" err="1">
                <a:cs typeface="Calibri"/>
              </a:rPr>
              <a:t>Sort</a:t>
            </a:r>
            <a:r>
              <a:rPr lang="pt-BR" dirty="0">
                <a:cs typeface="Calibri"/>
              </a:rPr>
              <a:t> é um algoritmo de ordenação altamente eficiente que utiliza a estratégia de “dividir para conquistar” para ordenar um </a:t>
            </a:r>
            <a:r>
              <a:rPr lang="pt-BR" dirty="0" err="1">
                <a:cs typeface="Calibri"/>
              </a:rPr>
              <a:t>array</a:t>
            </a:r>
            <a:r>
              <a:rPr lang="pt-BR" dirty="0">
                <a:cs typeface="Calibri"/>
              </a:rPr>
              <a:t> de elementos. Desenvolvido por Tony </a:t>
            </a:r>
            <a:r>
              <a:rPr lang="pt-BR" dirty="0" err="1">
                <a:cs typeface="Calibri"/>
              </a:rPr>
              <a:t>Hoare</a:t>
            </a:r>
            <a:r>
              <a:rPr lang="pt-BR" dirty="0">
                <a:cs typeface="Calibri"/>
              </a:rPr>
              <a:t> em 1960, ele é amplamente utilizado em computação devido à sua eficácia. O Quick </a:t>
            </a:r>
            <a:r>
              <a:rPr lang="pt-BR" dirty="0" err="1">
                <a:cs typeface="Calibri"/>
              </a:rPr>
              <a:t>Sort</a:t>
            </a:r>
            <a:r>
              <a:rPr lang="pt-BR" dirty="0">
                <a:cs typeface="Calibri"/>
              </a:rPr>
              <a:t> é conhecido por seu excelente desempenho médio em comparação com outros algoritmos de ordenação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284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64FCE-415D-11D0-F209-84D6CAE9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Escolha do Pivô: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96F508-29DA-0E1C-59B6-92B3480F9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cs typeface="Calibri" panose="020F0502020204030204"/>
              </a:rPr>
              <a:t>Q algoritmo começa escolhendo um elemento do </a:t>
            </a:r>
            <a:r>
              <a:rPr lang="pt-BR" dirty="0" err="1">
                <a:cs typeface="Calibri" panose="020F0502020204030204"/>
              </a:rPr>
              <a:t>array</a:t>
            </a:r>
            <a:r>
              <a:rPr lang="pt-BR" dirty="0">
                <a:cs typeface="Calibri" panose="020F0502020204030204"/>
              </a:rPr>
              <a:t> como pivô. Esse pivô serve como referência para particionar o </a:t>
            </a:r>
            <a:r>
              <a:rPr lang="pt-BR" dirty="0" err="1">
                <a:cs typeface="Calibri" panose="020F0502020204030204"/>
              </a:rPr>
              <a:t>array</a:t>
            </a:r>
            <a:r>
              <a:rPr lang="pt-BR" dirty="0">
                <a:cs typeface="Calibri" panose="020F0502020204030204"/>
              </a:rPr>
              <a:t> em duas partes: uma com elementos menores que o pivô e outra com elementos maiores.</a:t>
            </a:r>
            <a:endParaRPr lang="pt-BR" dirty="0"/>
          </a:p>
          <a:p>
            <a:pPr marL="0" indent="0">
              <a:buNone/>
            </a:pPr>
            <a:r>
              <a:rPr lang="pt-BR" dirty="0">
                <a:cs typeface="Calibri" panose="020F0502020204030204"/>
              </a:rPr>
              <a:t>A escolha do pivô pode ser feita de várias maneiras, sendo a mais comum selecionar o elemento do meio do </a:t>
            </a:r>
            <a:r>
              <a:rPr lang="pt-BR" dirty="0" err="1">
                <a:cs typeface="Calibri" panose="020F0502020204030204"/>
              </a:rPr>
              <a:t>array</a:t>
            </a:r>
            <a:endParaRPr lang="pt-BR" dirty="0" err="1"/>
          </a:p>
          <a:p>
            <a:pPr marL="0" indent="0">
              <a:buNone/>
            </a:pPr>
            <a:endParaRPr lang="pt-BR" dirty="0">
              <a:cs typeface="Calibri" panose="020F0502020204030204"/>
            </a:endParaRPr>
          </a:p>
          <a:p>
            <a:pPr marL="0" indent="0">
              <a:buNone/>
            </a:pPr>
            <a:endParaRPr lang="pt-B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34621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64FCE-415D-11D0-F209-84D6CAE9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Particionamento: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96F508-29DA-0E1C-59B6-92B3480F9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cs typeface="Calibri"/>
              </a:rPr>
              <a:t>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é particionado em duas partes com base no pivô escolhido. Todos os elementos menores que o pivô são movidos para a esquerda, enquanto os elementos maiores são movidos para a direita.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/>
              </a:rPr>
              <a:t>O objetivo é garantir que, após o particionamento, o pivô esteja em sua posição final, com todos os elementos à esquerda menores e todos os elementos à direita maiores.</a:t>
            </a:r>
            <a:endParaRPr lang="pt-BR"/>
          </a:p>
          <a:p>
            <a:pPr marL="0" indent="0">
              <a:buNone/>
            </a:pPr>
            <a:endParaRPr lang="pt-BR" dirty="0">
              <a:cs typeface="Calibri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50044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EEDD6-E4D7-DACA-C771-8DDB1AF4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Recursão: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ACE88A-BB6D-7C1F-51EC-46DD3566F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cs typeface="Calibri"/>
              </a:rPr>
              <a:t>Após o particionamento, o array é dividido em duas partes menores: uma à esquerda do pivô e outra à direita.</a:t>
            </a:r>
            <a:endParaRPr lang="pt-BR"/>
          </a:p>
          <a:p>
            <a:pPr marL="0" indent="0">
              <a:buNone/>
            </a:pPr>
            <a:r>
              <a:rPr lang="pt-BR" dirty="0">
                <a:cs typeface="Calibri"/>
              </a:rPr>
              <a:t>O Quick </a:t>
            </a:r>
            <a:r>
              <a:rPr lang="pt-BR" dirty="0" err="1">
                <a:cs typeface="Calibri"/>
              </a:rPr>
              <a:t>Sort</a:t>
            </a:r>
            <a:r>
              <a:rPr lang="pt-BR" dirty="0">
                <a:cs typeface="Calibri"/>
              </a:rPr>
              <a:t> é então aplicado recursivamente a ambas as partes. Ou seja, o processo de escolher um pivô, particionar e ordenar é repetido recursivamente para cada uma das partes separadamente.</a:t>
            </a:r>
            <a:endParaRPr lang="pt-BR" dirty="0"/>
          </a:p>
          <a:p>
            <a:pPr marL="0" indent="0">
              <a:buNone/>
            </a:pPr>
            <a:endParaRPr lang="pt-BR" dirty="0">
              <a:cs typeface="Calibri"/>
            </a:endParaRPr>
          </a:p>
          <a:p>
            <a:pPr marL="0" indent="0">
              <a:buNone/>
            </a:pPr>
            <a:endParaRPr lang="pt-B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1599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3CCF5-F74F-0BDA-30FA-D52131B2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Combinação: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A7EFDD-1460-E687-2556-5E4FF35E5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cs typeface="Calibri"/>
              </a:rPr>
              <a:t>Quando a recursão termina, todas as partes do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estarão ordenadas.</a:t>
            </a:r>
          </a:p>
          <a:p>
            <a:r>
              <a:rPr lang="pt-BR">
                <a:cs typeface="Calibri"/>
              </a:rPr>
              <a:t>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completo estará ordenado quando todas as partes recursivamente ordenadas forem combinadas.</a:t>
            </a:r>
            <a:endParaRPr lang="pt-BR"/>
          </a:p>
          <a:p>
            <a:pPr marL="0" indent="0">
              <a:buNone/>
            </a:pPr>
            <a:endParaRPr lang="pt-B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9133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8DB60-878E-2367-4973-7BD6DCDA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Conclusão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038A73-0657-B99D-6313-EF5DDA06D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cs typeface="Calibri"/>
              </a:rPr>
              <a:t>O Quick </a:t>
            </a:r>
            <a:r>
              <a:rPr lang="pt-BR" err="1">
                <a:cs typeface="Calibri"/>
              </a:rPr>
              <a:t>Sort</a:t>
            </a:r>
            <a:r>
              <a:rPr lang="pt-BR" dirty="0">
                <a:cs typeface="Calibri"/>
              </a:rPr>
              <a:t> é um algoritmo de ordenação </a:t>
            </a:r>
            <a:r>
              <a:rPr lang="pt-BR" err="1">
                <a:cs typeface="Calibri"/>
              </a:rPr>
              <a:t>in-place</a:t>
            </a:r>
            <a:r>
              <a:rPr lang="pt-BR" dirty="0">
                <a:cs typeface="Calibri"/>
              </a:rPr>
              <a:t>, o que significa que ele ordena os elementos diretamente no </a:t>
            </a:r>
            <a:r>
              <a:rPr lang="pt-BR" err="1">
                <a:cs typeface="Calibri"/>
              </a:rPr>
              <a:t>array</a:t>
            </a:r>
            <a:r>
              <a:rPr lang="pt-BR" dirty="0">
                <a:cs typeface="Calibri"/>
              </a:rPr>
              <a:t> de entrada, sem a necessidade de alocação de memória adicional. Sua complexidade de tempo média é O(</a:t>
            </a:r>
            <a:r>
              <a:rPr lang="pt-BR">
                <a:cs typeface="Calibri"/>
              </a:rPr>
              <a:t>n log n</a:t>
            </a:r>
            <a:r>
              <a:rPr lang="pt-BR" dirty="0">
                <a:cs typeface="Calibri"/>
              </a:rPr>
              <a:t>), tornando-o muito eficiente na maioria dos casos. No entanto, em seu pior caso, o Quick </a:t>
            </a:r>
            <a:r>
              <a:rPr lang="pt-BR" err="1">
                <a:cs typeface="Calibri"/>
              </a:rPr>
              <a:t>Sort</a:t>
            </a:r>
            <a:r>
              <a:rPr lang="pt-BR" dirty="0">
                <a:cs typeface="Calibri"/>
              </a:rPr>
              <a:t> pode ter uma complexidade de tempo quadrática (O(n2)). Isso, porém, é raro na prática, especialmente quando a escolha do pivô é feita de maneira adequada, como selecionar o pivô aleatoriamente ou utilizando abordagens que escolhem pivôs medianos.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7816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6731E-276B-5329-8F63-5D0F44FA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Algoritmo </a:t>
            </a:r>
            <a:r>
              <a:rPr lang="pt-BR" err="1">
                <a:cs typeface="Calibri Light"/>
              </a:rPr>
              <a:t>quicksort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E7B0E-CD45-BFF6-B0A5-411A5D4DB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529" y="1606550"/>
            <a:ext cx="4733926" cy="457041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pt-BR" err="1">
                <a:ea typeface="+mn-lt"/>
                <a:cs typeface="+mn-lt"/>
              </a:rPr>
              <a:t>void</a:t>
            </a:r>
            <a:r>
              <a:rPr lang="pt-BR">
                <a:ea typeface="+mn-lt"/>
                <a:cs typeface="+mn-lt"/>
              </a:rPr>
              <a:t> </a:t>
            </a:r>
            <a:r>
              <a:rPr lang="pt-BR" err="1">
                <a:ea typeface="+mn-lt"/>
                <a:cs typeface="+mn-lt"/>
              </a:rPr>
              <a:t>quicksort</a:t>
            </a:r>
            <a:r>
              <a:rPr lang="pt-BR">
                <a:ea typeface="+mn-lt"/>
                <a:cs typeface="+mn-lt"/>
              </a:rPr>
              <a:t>(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 </a:t>
            </a:r>
            <a:r>
              <a:rPr lang="pt-BR" err="1">
                <a:ea typeface="+mn-lt"/>
                <a:cs typeface="+mn-lt"/>
              </a:rPr>
              <a:t>values</a:t>
            </a:r>
            <a:r>
              <a:rPr lang="pt-BR">
                <a:ea typeface="+mn-lt"/>
                <a:cs typeface="+mn-lt"/>
              </a:rPr>
              <a:t>[], 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 </a:t>
            </a:r>
            <a:r>
              <a:rPr lang="pt-BR" err="1">
                <a:ea typeface="+mn-lt"/>
                <a:cs typeface="+mn-lt"/>
              </a:rPr>
              <a:t>began</a:t>
            </a:r>
            <a:r>
              <a:rPr lang="pt-BR">
                <a:ea typeface="+mn-lt"/>
                <a:cs typeface="+mn-lt"/>
              </a:rPr>
              <a:t>, 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 </a:t>
            </a:r>
            <a:r>
              <a:rPr lang="pt-BR" err="1">
                <a:ea typeface="+mn-lt"/>
                <a:cs typeface="+mn-lt"/>
              </a:rPr>
              <a:t>end</a:t>
            </a:r>
            <a:r>
              <a:rPr lang="pt-BR">
                <a:ea typeface="+mn-lt"/>
                <a:cs typeface="+mn-lt"/>
              </a:rPr>
              <a:t>){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 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 i, j, </a:t>
            </a:r>
            <a:r>
              <a:rPr lang="pt-BR" err="1">
                <a:ea typeface="+mn-lt"/>
                <a:cs typeface="+mn-lt"/>
              </a:rPr>
              <a:t>pivo</a:t>
            </a:r>
            <a:r>
              <a:rPr lang="pt-BR">
                <a:ea typeface="+mn-lt"/>
                <a:cs typeface="+mn-lt"/>
              </a:rPr>
              <a:t>, </a:t>
            </a:r>
            <a:r>
              <a:rPr lang="pt-BR" err="1">
                <a:ea typeface="+mn-lt"/>
                <a:cs typeface="+mn-lt"/>
              </a:rPr>
              <a:t>aux</a:t>
            </a:r>
            <a:r>
              <a:rPr lang="pt-BR">
                <a:ea typeface="+mn-lt"/>
                <a:cs typeface="+mn-lt"/>
              </a:rPr>
              <a:t>;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i = </a:t>
            </a:r>
            <a:r>
              <a:rPr lang="pt-BR" err="1">
                <a:ea typeface="+mn-lt"/>
                <a:cs typeface="+mn-lt"/>
              </a:rPr>
              <a:t>began</a:t>
            </a:r>
            <a:r>
              <a:rPr lang="pt-BR">
                <a:ea typeface="+mn-lt"/>
                <a:cs typeface="+mn-lt"/>
              </a:rPr>
              <a:t>;     j = end-1;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 </a:t>
            </a:r>
            <a:r>
              <a:rPr lang="pt-BR" err="1">
                <a:ea typeface="+mn-lt"/>
                <a:cs typeface="+mn-lt"/>
              </a:rPr>
              <a:t>pivo</a:t>
            </a:r>
            <a:r>
              <a:rPr lang="pt-BR">
                <a:ea typeface="+mn-lt"/>
                <a:cs typeface="+mn-lt"/>
              </a:rPr>
              <a:t> = </a:t>
            </a:r>
            <a:r>
              <a:rPr lang="pt-BR" err="1">
                <a:ea typeface="+mn-lt"/>
                <a:cs typeface="+mn-lt"/>
              </a:rPr>
              <a:t>values</a:t>
            </a:r>
            <a:r>
              <a:rPr lang="pt-BR">
                <a:ea typeface="+mn-lt"/>
                <a:cs typeface="+mn-lt"/>
              </a:rPr>
              <a:t>[(</a:t>
            </a:r>
            <a:r>
              <a:rPr lang="pt-BR" err="1">
                <a:ea typeface="+mn-lt"/>
                <a:cs typeface="+mn-lt"/>
              </a:rPr>
              <a:t>began</a:t>
            </a:r>
            <a:r>
              <a:rPr lang="pt-BR">
                <a:ea typeface="+mn-lt"/>
                <a:cs typeface="+mn-lt"/>
              </a:rPr>
              <a:t> + </a:t>
            </a:r>
            <a:r>
              <a:rPr lang="pt-BR" err="1">
                <a:ea typeface="+mn-lt"/>
                <a:cs typeface="+mn-lt"/>
              </a:rPr>
              <a:t>end</a:t>
            </a:r>
            <a:r>
              <a:rPr lang="pt-BR">
                <a:ea typeface="+mn-lt"/>
                <a:cs typeface="+mn-lt"/>
              </a:rPr>
              <a:t>) / 2];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 </a:t>
            </a:r>
            <a:r>
              <a:rPr lang="pt-BR" err="1">
                <a:ea typeface="+mn-lt"/>
                <a:cs typeface="+mn-lt"/>
              </a:rPr>
              <a:t>while</a:t>
            </a:r>
            <a:r>
              <a:rPr lang="pt-BR">
                <a:ea typeface="+mn-lt"/>
                <a:cs typeface="+mn-lt"/>
              </a:rPr>
              <a:t>(i &lt;= j)    {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    </a:t>
            </a:r>
            <a:r>
              <a:rPr lang="pt-BR" err="1">
                <a:ea typeface="+mn-lt"/>
                <a:cs typeface="+mn-lt"/>
              </a:rPr>
              <a:t>while</a:t>
            </a:r>
            <a:r>
              <a:rPr lang="pt-BR">
                <a:ea typeface="+mn-lt"/>
                <a:cs typeface="+mn-lt"/>
              </a:rPr>
              <a:t>(</a:t>
            </a:r>
            <a:r>
              <a:rPr lang="pt-BR" err="1">
                <a:ea typeface="+mn-lt"/>
                <a:cs typeface="+mn-lt"/>
              </a:rPr>
              <a:t>values</a:t>
            </a:r>
            <a:r>
              <a:rPr lang="pt-BR">
                <a:ea typeface="+mn-lt"/>
                <a:cs typeface="+mn-lt"/>
              </a:rPr>
              <a:t>[i] &lt; </a:t>
            </a:r>
            <a:r>
              <a:rPr lang="pt-BR" err="1">
                <a:ea typeface="+mn-lt"/>
                <a:cs typeface="+mn-lt"/>
              </a:rPr>
              <a:t>pivo</a:t>
            </a:r>
            <a:r>
              <a:rPr lang="pt-BR">
                <a:ea typeface="+mn-lt"/>
                <a:cs typeface="+mn-lt"/>
              </a:rPr>
              <a:t> &amp;&amp; i &lt; </a:t>
            </a:r>
            <a:r>
              <a:rPr lang="pt-BR" err="1">
                <a:ea typeface="+mn-lt"/>
                <a:cs typeface="+mn-lt"/>
              </a:rPr>
              <a:t>end</a:t>
            </a:r>
            <a:r>
              <a:rPr lang="pt-BR">
                <a:ea typeface="+mn-lt"/>
                <a:cs typeface="+mn-lt"/>
              </a:rPr>
              <a:t>){ i++; }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    </a:t>
            </a:r>
            <a:r>
              <a:rPr lang="pt-BR" err="1">
                <a:ea typeface="+mn-lt"/>
                <a:cs typeface="+mn-lt"/>
              </a:rPr>
              <a:t>while</a:t>
            </a:r>
            <a:r>
              <a:rPr lang="pt-BR">
                <a:ea typeface="+mn-lt"/>
                <a:cs typeface="+mn-lt"/>
              </a:rPr>
              <a:t>(</a:t>
            </a:r>
            <a:r>
              <a:rPr lang="pt-BR" err="1">
                <a:ea typeface="+mn-lt"/>
                <a:cs typeface="+mn-lt"/>
              </a:rPr>
              <a:t>values</a:t>
            </a:r>
            <a:r>
              <a:rPr lang="pt-BR">
                <a:ea typeface="+mn-lt"/>
                <a:cs typeface="+mn-lt"/>
              </a:rPr>
              <a:t>[j] &gt; </a:t>
            </a:r>
            <a:r>
              <a:rPr lang="pt-BR" err="1">
                <a:ea typeface="+mn-lt"/>
                <a:cs typeface="+mn-lt"/>
              </a:rPr>
              <a:t>pivo</a:t>
            </a:r>
            <a:r>
              <a:rPr lang="pt-BR">
                <a:ea typeface="+mn-lt"/>
                <a:cs typeface="+mn-lt"/>
              </a:rPr>
              <a:t> &amp;&amp; j &gt; </a:t>
            </a:r>
            <a:r>
              <a:rPr lang="pt-BR" err="1">
                <a:ea typeface="+mn-lt"/>
                <a:cs typeface="+mn-lt"/>
              </a:rPr>
              <a:t>began</a:t>
            </a:r>
            <a:r>
              <a:rPr lang="pt-BR">
                <a:ea typeface="+mn-lt"/>
                <a:cs typeface="+mn-lt"/>
              </a:rPr>
              <a:t>)  { j--;}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    </a:t>
            </a:r>
            <a:r>
              <a:rPr lang="pt-BR" err="1">
                <a:ea typeface="+mn-lt"/>
                <a:cs typeface="+mn-lt"/>
              </a:rPr>
              <a:t>if</a:t>
            </a:r>
            <a:r>
              <a:rPr lang="pt-BR">
                <a:ea typeface="+mn-lt"/>
                <a:cs typeface="+mn-lt"/>
              </a:rPr>
              <a:t>(i &lt;= j){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        </a:t>
            </a:r>
            <a:r>
              <a:rPr lang="pt-BR" err="1">
                <a:ea typeface="+mn-lt"/>
                <a:cs typeface="+mn-lt"/>
              </a:rPr>
              <a:t>aux</a:t>
            </a:r>
            <a:r>
              <a:rPr lang="pt-BR">
                <a:ea typeface="+mn-lt"/>
                <a:cs typeface="+mn-lt"/>
              </a:rPr>
              <a:t> = </a:t>
            </a:r>
            <a:r>
              <a:rPr lang="pt-BR" err="1">
                <a:ea typeface="+mn-lt"/>
                <a:cs typeface="+mn-lt"/>
              </a:rPr>
              <a:t>values</a:t>
            </a:r>
            <a:r>
              <a:rPr lang="pt-BR">
                <a:ea typeface="+mn-lt"/>
                <a:cs typeface="+mn-lt"/>
              </a:rPr>
              <a:t>[i];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        </a:t>
            </a:r>
            <a:r>
              <a:rPr lang="pt-BR" err="1">
                <a:ea typeface="+mn-lt"/>
                <a:cs typeface="+mn-lt"/>
              </a:rPr>
              <a:t>values</a:t>
            </a:r>
            <a:r>
              <a:rPr lang="pt-BR">
                <a:ea typeface="+mn-lt"/>
                <a:cs typeface="+mn-lt"/>
              </a:rPr>
              <a:t>[i] = </a:t>
            </a:r>
            <a:r>
              <a:rPr lang="pt-BR" err="1">
                <a:ea typeface="+mn-lt"/>
                <a:cs typeface="+mn-lt"/>
              </a:rPr>
              <a:t>values</a:t>
            </a:r>
            <a:r>
              <a:rPr lang="pt-BR">
                <a:ea typeface="+mn-lt"/>
                <a:cs typeface="+mn-lt"/>
              </a:rPr>
              <a:t>[j];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        </a:t>
            </a:r>
            <a:r>
              <a:rPr lang="pt-BR" err="1">
                <a:ea typeface="+mn-lt"/>
                <a:cs typeface="+mn-lt"/>
              </a:rPr>
              <a:t>values</a:t>
            </a:r>
            <a:r>
              <a:rPr lang="pt-BR">
                <a:ea typeface="+mn-lt"/>
                <a:cs typeface="+mn-lt"/>
              </a:rPr>
              <a:t>[j] = </a:t>
            </a:r>
            <a:r>
              <a:rPr lang="pt-BR" err="1">
                <a:ea typeface="+mn-lt"/>
                <a:cs typeface="+mn-lt"/>
              </a:rPr>
              <a:t>aux</a:t>
            </a:r>
            <a:r>
              <a:rPr lang="pt-BR">
                <a:ea typeface="+mn-lt"/>
                <a:cs typeface="+mn-lt"/>
              </a:rPr>
              <a:t>;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            i++;         </a:t>
            </a:r>
            <a:endParaRPr lang="pt-BR">
              <a:cs typeface="Calibri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7764F9C-B013-E180-DEEF-F5636913839C}"/>
              </a:ext>
            </a:extLst>
          </p:cNvPr>
          <p:cNvSpPr txBox="1">
            <a:spLocks/>
          </p:cNvSpPr>
          <p:nvPr/>
        </p:nvSpPr>
        <p:spPr>
          <a:xfrm>
            <a:off x="5863070" y="1506970"/>
            <a:ext cx="425767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  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    j--; </a:t>
            </a:r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}</a:t>
            </a:r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}</a:t>
            </a:r>
            <a:endParaRPr lang="pt-BR">
              <a:ea typeface="+mn-lt"/>
              <a:cs typeface="+mn-lt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</a:t>
            </a:r>
            <a:r>
              <a:rPr lang="pt-BR" err="1">
                <a:cs typeface="Calibri" panose="020F0502020204030204"/>
              </a:rPr>
              <a:t>if</a:t>
            </a:r>
            <a:r>
              <a:rPr lang="pt-BR">
                <a:cs typeface="Calibri" panose="020F0502020204030204"/>
              </a:rPr>
              <a:t>(j &gt; </a:t>
            </a:r>
            <a:r>
              <a:rPr lang="pt-BR" err="1">
                <a:cs typeface="Calibri" panose="020F0502020204030204"/>
              </a:rPr>
              <a:t>began</a:t>
            </a:r>
            <a:r>
              <a:rPr lang="pt-BR">
                <a:cs typeface="Calibri" panose="020F0502020204030204"/>
              </a:rPr>
              <a:t>)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</a:t>
            </a:r>
            <a:r>
              <a:rPr lang="pt-BR" err="1">
                <a:cs typeface="Calibri" panose="020F0502020204030204"/>
              </a:rPr>
              <a:t>quicksort</a:t>
            </a:r>
            <a:r>
              <a:rPr lang="pt-BR">
                <a:cs typeface="Calibri" panose="020F0502020204030204"/>
              </a:rPr>
              <a:t>(</a:t>
            </a:r>
            <a:r>
              <a:rPr lang="pt-BR" err="1">
                <a:cs typeface="Calibri" panose="020F0502020204030204"/>
              </a:rPr>
              <a:t>values</a:t>
            </a:r>
            <a:r>
              <a:rPr lang="pt-BR">
                <a:cs typeface="Calibri" panose="020F0502020204030204"/>
              </a:rPr>
              <a:t>, </a:t>
            </a:r>
            <a:r>
              <a:rPr lang="pt-BR" err="1">
                <a:cs typeface="Calibri" panose="020F0502020204030204"/>
              </a:rPr>
              <a:t>began</a:t>
            </a:r>
            <a:r>
              <a:rPr lang="pt-BR">
                <a:cs typeface="Calibri" panose="020F0502020204030204"/>
              </a:rPr>
              <a:t>, j+1);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</a:t>
            </a:r>
            <a:r>
              <a:rPr lang="pt-BR" err="1">
                <a:cs typeface="Calibri" panose="020F0502020204030204"/>
              </a:rPr>
              <a:t>if</a:t>
            </a:r>
            <a:r>
              <a:rPr lang="pt-BR">
                <a:cs typeface="Calibri" panose="020F0502020204030204"/>
              </a:rPr>
              <a:t>(i &lt; </a:t>
            </a:r>
            <a:r>
              <a:rPr lang="pt-BR" err="1">
                <a:cs typeface="Calibri" panose="020F0502020204030204"/>
              </a:rPr>
              <a:t>end</a:t>
            </a:r>
            <a:r>
              <a:rPr lang="pt-BR">
                <a:cs typeface="Calibri" panose="020F0502020204030204"/>
              </a:rPr>
              <a:t>)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</a:t>
            </a:r>
            <a:r>
              <a:rPr lang="pt-BR" err="1">
                <a:cs typeface="Calibri" panose="020F0502020204030204"/>
              </a:rPr>
              <a:t>quicksort</a:t>
            </a:r>
            <a:r>
              <a:rPr lang="pt-BR">
                <a:cs typeface="Calibri" panose="020F0502020204030204"/>
              </a:rPr>
              <a:t>(</a:t>
            </a:r>
            <a:r>
              <a:rPr lang="pt-BR" err="1">
                <a:cs typeface="Calibri" panose="020F0502020204030204"/>
              </a:rPr>
              <a:t>values</a:t>
            </a:r>
            <a:r>
              <a:rPr lang="pt-BR">
                <a:cs typeface="Calibri" panose="020F0502020204030204"/>
              </a:rPr>
              <a:t>, i, </a:t>
            </a:r>
            <a:r>
              <a:rPr lang="pt-BR" err="1">
                <a:cs typeface="Calibri" panose="020F0502020204030204"/>
              </a:rPr>
              <a:t>end</a:t>
            </a:r>
            <a:r>
              <a:rPr lang="pt-BR">
                <a:cs typeface="Calibri" panose="020F0502020204030204"/>
              </a:rPr>
              <a:t>);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}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br>
              <a:rPr lang="en-US"/>
            </a:b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528058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52E65-3C20-F984-1E7D-0175790D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cs typeface="Calibri Light"/>
              </a:rPr>
              <a:t>Heap</a:t>
            </a:r>
            <a:r>
              <a:rPr lang="pt-BR">
                <a:cs typeface="Calibri Light"/>
              </a:rPr>
              <a:t> Sort</a:t>
            </a:r>
            <a:endParaRPr lang="pt-BR">
              <a:ea typeface="Calibri Light"/>
              <a:cs typeface="Calibri Ligh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7E8A05-E488-113C-F494-E19E7C8A9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O algoritmo </a:t>
            </a:r>
            <a:r>
              <a:rPr lang="pt-BR" err="1">
                <a:ea typeface="Calibri"/>
                <a:cs typeface="Calibri"/>
              </a:rPr>
              <a:t>Heap</a:t>
            </a:r>
            <a:r>
              <a:rPr lang="pt-BR">
                <a:ea typeface="Calibri"/>
                <a:cs typeface="Calibri"/>
              </a:rPr>
              <a:t> </a:t>
            </a:r>
            <a:r>
              <a:rPr lang="pt-BR" err="1">
                <a:ea typeface="Calibri"/>
                <a:cs typeface="Calibri"/>
              </a:rPr>
              <a:t>Sort</a:t>
            </a:r>
            <a:r>
              <a:rPr lang="pt-BR">
                <a:ea typeface="Calibri"/>
                <a:cs typeface="Calibri"/>
              </a:rPr>
              <a:t> é um algoritmo de ordenação baseado em estruturas de dados conhecidas como "</a:t>
            </a:r>
            <a:r>
              <a:rPr lang="pt-BR" err="1">
                <a:ea typeface="Calibri"/>
                <a:cs typeface="Calibri"/>
              </a:rPr>
              <a:t>heaps</a:t>
            </a:r>
            <a:r>
              <a:rPr lang="pt-BR">
                <a:ea typeface="Calibri"/>
                <a:cs typeface="Calibri"/>
              </a:rPr>
              <a:t>" (montes, em português). Ele é um algoritmo de classificação por comparação e tem uma complexidade de tempo de O(n log n), tornando-o eficiente para grandes conjuntos de dados.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67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DEF6D-FE1B-DCED-BD0E-E5B32FBF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Construção do </a:t>
            </a:r>
            <a:r>
              <a:rPr lang="pt-BR" err="1">
                <a:ea typeface="Calibri Light"/>
                <a:cs typeface="Calibri Light"/>
              </a:rPr>
              <a:t>Heap</a:t>
            </a:r>
            <a:r>
              <a:rPr lang="pt-BR">
                <a:ea typeface="Calibri Light"/>
                <a:cs typeface="Calibri Light"/>
              </a:rPr>
              <a:t> Máximo: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5D167C-DFD3-EB64-E60B-C4074E30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endParaRPr lang="pt-BR">
              <a:ea typeface="Calibri" panose="020F0502020204030204"/>
              <a:cs typeface="Calibri" panose="020F0502020204030204"/>
            </a:endParaRPr>
          </a:p>
          <a:p>
            <a:pPr marL="457200" indent="-457200"/>
            <a:r>
              <a:rPr lang="pt-BR" sz="3600">
                <a:ea typeface="Calibri"/>
                <a:cs typeface="Calibri"/>
              </a:rPr>
              <a:t>A primeira etapa do </a:t>
            </a:r>
            <a:r>
              <a:rPr lang="pt-BR" sz="3600" err="1">
                <a:ea typeface="Calibri"/>
                <a:cs typeface="Calibri"/>
              </a:rPr>
              <a:t>Heap</a:t>
            </a:r>
            <a:r>
              <a:rPr lang="pt-BR" sz="3600">
                <a:ea typeface="Calibri"/>
                <a:cs typeface="Calibri"/>
              </a:rPr>
              <a:t> </a:t>
            </a:r>
            <a:r>
              <a:rPr lang="pt-BR" sz="3600" err="1">
                <a:ea typeface="Calibri"/>
                <a:cs typeface="Calibri"/>
              </a:rPr>
              <a:t>Sort</a:t>
            </a:r>
            <a:r>
              <a:rPr lang="pt-BR" sz="3600">
                <a:ea typeface="Calibri"/>
                <a:cs typeface="Calibri"/>
              </a:rPr>
              <a:t> envolve a construção de um "</a:t>
            </a:r>
            <a:r>
              <a:rPr lang="pt-BR" sz="3600" err="1">
                <a:ea typeface="Calibri"/>
                <a:cs typeface="Calibri"/>
              </a:rPr>
              <a:t>heap</a:t>
            </a:r>
            <a:r>
              <a:rPr lang="pt-BR" sz="3600">
                <a:ea typeface="Calibri"/>
                <a:cs typeface="Calibri"/>
              </a:rPr>
              <a:t> máximo" (</a:t>
            </a:r>
            <a:r>
              <a:rPr lang="pt-BR" sz="3600" err="1">
                <a:ea typeface="Calibri"/>
                <a:cs typeface="Calibri"/>
              </a:rPr>
              <a:t>max-heap</a:t>
            </a:r>
            <a:r>
              <a:rPr lang="pt-BR" sz="3600">
                <a:ea typeface="Calibri"/>
                <a:cs typeface="Calibri"/>
              </a:rPr>
              <a:t>). Um </a:t>
            </a:r>
            <a:r>
              <a:rPr lang="pt-BR" sz="3600" err="1">
                <a:ea typeface="Calibri"/>
                <a:cs typeface="Calibri"/>
              </a:rPr>
              <a:t>heap</a:t>
            </a:r>
            <a:r>
              <a:rPr lang="pt-BR" sz="3600">
                <a:ea typeface="Calibri"/>
                <a:cs typeface="Calibri"/>
              </a:rPr>
              <a:t> máximo é uma árvore binária especial em que o valor de cada nó pai é maior ou igual aos valores de seus nós filhos.</a:t>
            </a:r>
          </a:p>
          <a:p>
            <a:pPr marL="457200" indent="-457200"/>
            <a:r>
              <a:rPr lang="pt-BR" sz="3600">
                <a:ea typeface="Calibri"/>
                <a:cs typeface="Calibri"/>
              </a:rPr>
              <a:t>O processo de construção do </a:t>
            </a:r>
            <a:r>
              <a:rPr lang="pt-BR" sz="3600" err="1">
                <a:ea typeface="Calibri"/>
                <a:cs typeface="Calibri"/>
              </a:rPr>
              <a:t>heap</a:t>
            </a:r>
            <a:r>
              <a:rPr lang="pt-BR" sz="3600">
                <a:ea typeface="Calibri"/>
                <a:cs typeface="Calibri"/>
              </a:rPr>
              <a:t> máximo começa com a transformação do </a:t>
            </a:r>
            <a:r>
              <a:rPr lang="pt-BR" sz="3600" err="1">
                <a:ea typeface="Calibri"/>
                <a:cs typeface="Calibri"/>
              </a:rPr>
              <a:t>array</a:t>
            </a:r>
            <a:r>
              <a:rPr lang="pt-BR" sz="3600">
                <a:ea typeface="Calibri"/>
                <a:cs typeface="Calibri"/>
              </a:rPr>
              <a:t> de entrada em um </a:t>
            </a:r>
            <a:r>
              <a:rPr lang="pt-BR" sz="3600" err="1">
                <a:ea typeface="Calibri"/>
                <a:cs typeface="Calibri"/>
              </a:rPr>
              <a:t>heap</a:t>
            </a:r>
            <a:r>
              <a:rPr lang="pt-BR" sz="3600">
                <a:ea typeface="Calibri"/>
                <a:cs typeface="Calibri"/>
              </a:rPr>
              <a:t> máximo. Isso é feito percorrendo o </a:t>
            </a:r>
            <a:r>
              <a:rPr lang="pt-BR" sz="3600" err="1">
                <a:ea typeface="Calibri"/>
                <a:cs typeface="Calibri"/>
              </a:rPr>
              <a:t>array</a:t>
            </a:r>
            <a:r>
              <a:rPr lang="pt-BR" sz="3600">
                <a:ea typeface="Calibri"/>
                <a:cs typeface="Calibri"/>
              </a:rPr>
              <a:t> da esquerda para a direita e, para cada elemento, garantindo que a propriedade do </a:t>
            </a:r>
            <a:r>
              <a:rPr lang="pt-BR" sz="3600" err="1">
                <a:ea typeface="Calibri"/>
                <a:cs typeface="Calibri"/>
              </a:rPr>
              <a:t>heap</a:t>
            </a:r>
            <a:r>
              <a:rPr lang="pt-BR" sz="3600">
                <a:ea typeface="Calibri"/>
                <a:cs typeface="Calibri"/>
              </a:rPr>
              <a:t> seja mantida. Se um elemento for maior do que seus filhos, ele é trocado com o filho de maior valor.</a:t>
            </a:r>
          </a:p>
          <a:p>
            <a:pPr marL="457200" indent="-457200"/>
            <a:r>
              <a:rPr lang="pt-BR" sz="3600">
                <a:ea typeface="Calibri"/>
                <a:cs typeface="Calibri"/>
              </a:rPr>
              <a:t>Esse processo é repetido até que o </a:t>
            </a:r>
            <a:r>
              <a:rPr lang="pt-BR" sz="3600" err="1">
                <a:ea typeface="Calibri"/>
                <a:cs typeface="Calibri"/>
              </a:rPr>
              <a:t>array</a:t>
            </a:r>
            <a:r>
              <a:rPr lang="pt-BR" sz="3600">
                <a:ea typeface="Calibri"/>
                <a:cs typeface="Calibri"/>
              </a:rPr>
              <a:t> seja completamente transformado em um </a:t>
            </a:r>
            <a:r>
              <a:rPr lang="pt-BR" sz="3600" err="1">
                <a:ea typeface="Calibri"/>
                <a:cs typeface="Calibri"/>
              </a:rPr>
              <a:t>heap</a:t>
            </a:r>
            <a:r>
              <a:rPr lang="pt-BR" sz="3600">
                <a:ea typeface="Calibri"/>
                <a:cs typeface="Calibri"/>
              </a:rPr>
              <a:t> máximo.</a:t>
            </a:r>
          </a:p>
        </p:txBody>
      </p:sp>
    </p:spTree>
    <p:extLst>
      <p:ext uri="{BB962C8B-B14F-4D97-AF65-F5344CB8AC3E}">
        <p14:creationId xmlns:p14="http://schemas.microsoft.com/office/powerpoint/2010/main" val="7014011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06E2F-FE8D-4AEB-42CA-6F05A99C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Extração e Ordenação: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0C8DA1-DAB6-9231-567A-EDEDE526E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Calibri"/>
                <a:cs typeface="Calibri"/>
              </a:rPr>
              <a:t>Após a construção do </a:t>
            </a:r>
            <a:r>
              <a:rPr lang="pt-BR" err="1">
                <a:ea typeface="Calibri"/>
                <a:cs typeface="Calibri"/>
              </a:rPr>
              <a:t>heap</a:t>
            </a:r>
            <a:r>
              <a:rPr lang="pt-BR">
                <a:ea typeface="Calibri"/>
                <a:cs typeface="Calibri"/>
              </a:rPr>
              <a:t> máximo, o maior elemento (que está na raiz do </a:t>
            </a:r>
            <a:r>
              <a:rPr lang="pt-BR" err="1">
                <a:ea typeface="Calibri"/>
                <a:cs typeface="Calibri"/>
              </a:rPr>
              <a:t>heap</a:t>
            </a:r>
            <a:r>
              <a:rPr lang="pt-BR">
                <a:ea typeface="Calibri"/>
                <a:cs typeface="Calibri"/>
              </a:rPr>
              <a:t>) é trocado com o último elemento do </a:t>
            </a:r>
            <a:r>
              <a:rPr lang="pt-BR" err="1">
                <a:ea typeface="Calibri"/>
                <a:cs typeface="Calibri"/>
              </a:rPr>
              <a:t>array</a:t>
            </a:r>
            <a:r>
              <a:rPr lang="pt-BR">
                <a:ea typeface="Calibri"/>
                <a:cs typeface="Calibri"/>
              </a:rPr>
              <a:t>, colocando o maior elemento em sua posição final no </a:t>
            </a:r>
            <a:r>
              <a:rPr lang="pt-BR" err="1">
                <a:ea typeface="Calibri"/>
                <a:cs typeface="Calibri"/>
              </a:rPr>
              <a:t>array</a:t>
            </a:r>
            <a:r>
              <a:rPr lang="pt-BR">
                <a:ea typeface="Calibri"/>
                <a:cs typeface="Calibri"/>
              </a:rPr>
              <a:t> ordenado.</a:t>
            </a:r>
          </a:p>
          <a:p>
            <a:r>
              <a:rPr lang="pt-BR">
                <a:ea typeface="Calibri"/>
                <a:cs typeface="Calibri"/>
              </a:rPr>
              <a:t>O tamanho do heap é reduzido em 1, excluindo efetivamente o último elemento (que já está na posição correta) do heap.</a:t>
            </a:r>
            <a:endParaRPr lang="pt-BR"/>
          </a:p>
          <a:p>
            <a:r>
              <a:rPr lang="pt-BR">
                <a:ea typeface="Calibri"/>
                <a:cs typeface="Calibri"/>
              </a:rPr>
              <a:t>O </a:t>
            </a:r>
            <a:r>
              <a:rPr lang="pt-BR" err="1">
                <a:ea typeface="Calibri"/>
                <a:cs typeface="Calibri"/>
              </a:rPr>
              <a:t>heap</a:t>
            </a:r>
            <a:r>
              <a:rPr lang="pt-BR">
                <a:ea typeface="Calibri"/>
                <a:cs typeface="Calibri"/>
              </a:rPr>
              <a:t> máximo é então ajustado novamente, garantindo que o maior elemento do </a:t>
            </a:r>
            <a:r>
              <a:rPr lang="pt-BR" err="1">
                <a:ea typeface="Calibri"/>
                <a:cs typeface="Calibri"/>
              </a:rPr>
              <a:t>heap</a:t>
            </a:r>
            <a:r>
              <a:rPr lang="pt-BR">
                <a:ea typeface="Calibri"/>
                <a:cs typeface="Calibri"/>
              </a:rPr>
              <a:t> esteja na raiz.</a:t>
            </a:r>
            <a:endParaRPr lang="pt-BR"/>
          </a:p>
          <a:p>
            <a:r>
              <a:rPr lang="pt-BR">
                <a:ea typeface="Calibri"/>
                <a:cs typeface="Calibri"/>
              </a:rPr>
              <a:t>Esse processo de extração, redução do tamanho do </a:t>
            </a:r>
            <a:r>
              <a:rPr lang="pt-BR" err="1">
                <a:ea typeface="Calibri"/>
                <a:cs typeface="Calibri"/>
              </a:rPr>
              <a:t>heap</a:t>
            </a:r>
            <a:r>
              <a:rPr lang="pt-BR">
                <a:ea typeface="Calibri"/>
                <a:cs typeface="Calibri"/>
              </a:rPr>
              <a:t> e ajuste é repetido até que todo o </a:t>
            </a:r>
            <a:r>
              <a:rPr lang="pt-BR" err="1">
                <a:ea typeface="Calibri"/>
                <a:cs typeface="Calibri"/>
              </a:rPr>
              <a:t>array</a:t>
            </a:r>
            <a:r>
              <a:rPr lang="pt-BR">
                <a:ea typeface="Calibri"/>
                <a:cs typeface="Calibri"/>
              </a:rPr>
              <a:t> esteja ordenado.</a:t>
            </a:r>
            <a:endParaRPr lang="pt-BR"/>
          </a:p>
          <a:p>
            <a:endParaRPr lang="pt-BR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08332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1176B-9797-9D31-28E0-9266244B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Conclusão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862856-4803-69DE-170A-53A90BA87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Calibri"/>
                <a:cs typeface="Calibri"/>
              </a:rPr>
              <a:t>O </a:t>
            </a:r>
            <a:r>
              <a:rPr lang="pt-BR" err="1">
                <a:ea typeface="Calibri"/>
                <a:cs typeface="Calibri"/>
              </a:rPr>
              <a:t>Heap</a:t>
            </a:r>
            <a:r>
              <a:rPr lang="pt-BR">
                <a:ea typeface="Calibri"/>
                <a:cs typeface="Calibri"/>
              </a:rPr>
              <a:t> </a:t>
            </a:r>
            <a:r>
              <a:rPr lang="pt-BR" err="1">
                <a:ea typeface="Calibri"/>
                <a:cs typeface="Calibri"/>
              </a:rPr>
              <a:t>Sort</a:t>
            </a:r>
            <a:r>
              <a:rPr lang="pt-BR">
                <a:ea typeface="Calibri"/>
                <a:cs typeface="Calibri"/>
              </a:rPr>
              <a:t> é um algoritmo de ordenação </a:t>
            </a:r>
            <a:r>
              <a:rPr lang="pt-BR" err="1">
                <a:ea typeface="Calibri"/>
                <a:cs typeface="Calibri"/>
              </a:rPr>
              <a:t>in-place</a:t>
            </a:r>
            <a:r>
              <a:rPr lang="pt-BR">
                <a:ea typeface="Calibri"/>
                <a:cs typeface="Calibri"/>
              </a:rPr>
              <a:t>, o que significa que ele ordena os elementos no próprio </a:t>
            </a:r>
            <a:r>
              <a:rPr lang="pt-BR" err="1">
                <a:ea typeface="Calibri"/>
                <a:cs typeface="Calibri"/>
              </a:rPr>
              <a:t>array</a:t>
            </a:r>
            <a:r>
              <a:rPr lang="pt-BR">
                <a:ea typeface="Calibri"/>
                <a:cs typeface="Calibri"/>
              </a:rPr>
              <a:t> de entrada, sem a necessidade de alocação de memória adicional. Além disso, sua complexidade de tempo é sempre O(n log n), independentemente do estado inicial dos dados, tornando-o eficiente para muitas situações.</a:t>
            </a:r>
          </a:p>
          <a:p>
            <a:r>
              <a:rPr lang="pt-BR">
                <a:ea typeface="Calibri"/>
                <a:cs typeface="Calibri"/>
              </a:rPr>
              <a:t>No entanto, vale lembrar que o Heap Sort não é tão rápido quanto alguns outros algoritmos de ordenação em conjuntos de dados pequenos, devido ao seu custo de construção inicial do heap máximo.</a:t>
            </a:r>
            <a:endParaRPr lang="pt-BR"/>
          </a:p>
          <a:p>
            <a:endParaRPr lang="pt-BR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86138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52E65-3C20-F984-1E7D-0175790D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cs typeface="Calibri Light"/>
              </a:rPr>
              <a:t>Heapsort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7E8A05-E488-113C-F494-E19E7C8A9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O algoritmo </a:t>
            </a:r>
            <a:r>
              <a:rPr lang="pt-BR" b="1" dirty="0" err="1">
                <a:ea typeface="+mn-lt"/>
                <a:cs typeface="+mn-lt"/>
              </a:rPr>
              <a:t>heapsort</a:t>
            </a:r>
            <a:r>
              <a:rPr lang="pt-BR" dirty="0">
                <a:ea typeface="+mn-lt"/>
                <a:cs typeface="+mn-lt"/>
              </a:rPr>
              <a:t> é um algoritmo de ordenação generalista, e faz parte da família de algoritmos de ordenação por seleção.</a:t>
            </a:r>
          </a:p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Tem um desempenho em tempo de execução muito bom em conjuntos ordenados aleatoriamente, tem um uso de memória bem comportado e o seu desempenho em pior cenário é praticamente igual ao desempenho em cenário médio.</a:t>
            </a:r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098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C33EE-34AF-B6E0-FB95-ABAB70A3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Algoritmo </a:t>
            </a:r>
            <a:r>
              <a:rPr lang="pt-BR" err="1">
                <a:cs typeface="Calibri Light"/>
              </a:rPr>
              <a:t>heapsort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63844-68AD-D34F-BF3E-8CAE2CC55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56100" cy="435133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pt-BR" err="1">
                <a:cs typeface="Calibri" panose="020F0502020204030204"/>
              </a:rPr>
              <a:t>void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heapsort</a:t>
            </a:r>
            <a:r>
              <a:rPr lang="pt-BR">
                <a:cs typeface="Calibri" panose="020F0502020204030204"/>
              </a:rPr>
              <a:t>(</a:t>
            </a:r>
            <a:r>
              <a:rPr lang="pt-BR" err="1">
                <a:cs typeface="Calibri" panose="020F0502020204030204"/>
              </a:rPr>
              <a:t>int</a:t>
            </a:r>
            <a:r>
              <a:rPr lang="pt-BR">
                <a:cs typeface="Calibri" panose="020F0502020204030204"/>
              </a:rPr>
              <a:t> a[], </a:t>
            </a:r>
            <a:r>
              <a:rPr lang="pt-BR" err="1">
                <a:cs typeface="Calibri" panose="020F0502020204030204"/>
              </a:rPr>
              <a:t>int</a:t>
            </a:r>
            <a:r>
              <a:rPr lang="pt-BR">
                <a:cs typeface="Calibri" panose="020F0502020204030204"/>
              </a:rPr>
              <a:t> n) {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</a:t>
            </a:r>
            <a:r>
              <a:rPr lang="pt-BR" err="1">
                <a:cs typeface="Calibri" panose="020F0502020204030204"/>
              </a:rPr>
              <a:t>int</a:t>
            </a:r>
            <a:r>
              <a:rPr lang="pt-BR">
                <a:cs typeface="Calibri" panose="020F0502020204030204"/>
              </a:rPr>
              <a:t> i = n / 2, pai, filho, t;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</a:t>
            </a:r>
            <a:r>
              <a:rPr lang="pt-BR" err="1">
                <a:cs typeface="Calibri" panose="020F0502020204030204"/>
              </a:rPr>
              <a:t>while</a:t>
            </a:r>
            <a:r>
              <a:rPr lang="pt-BR">
                <a:cs typeface="Calibri" panose="020F0502020204030204"/>
              </a:rPr>
              <a:t>(</a:t>
            </a:r>
            <a:r>
              <a:rPr lang="pt-BR" err="1">
                <a:cs typeface="Calibri" panose="020F0502020204030204"/>
              </a:rPr>
              <a:t>true</a:t>
            </a:r>
            <a:r>
              <a:rPr lang="pt-BR">
                <a:cs typeface="Calibri" panose="020F0502020204030204"/>
              </a:rPr>
              <a:t>) {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</a:t>
            </a:r>
            <a:r>
              <a:rPr lang="pt-BR" err="1">
                <a:cs typeface="Calibri" panose="020F0502020204030204"/>
              </a:rPr>
              <a:t>if</a:t>
            </a:r>
            <a:r>
              <a:rPr lang="pt-BR">
                <a:cs typeface="Calibri" panose="020F0502020204030204"/>
              </a:rPr>
              <a:t> (i &gt; 0) {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    i--;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    t = a[i];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} </a:t>
            </a:r>
            <a:r>
              <a:rPr lang="pt-BR" err="1">
                <a:cs typeface="Calibri" panose="020F0502020204030204"/>
              </a:rPr>
              <a:t>else</a:t>
            </a:r>
            <a:r>
              <a:rPr lang="pt-BR">
                <a:cs typeface="Calibri" panose="020F0502020204030204"/>
              </a:rPr>
              <a:t> {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    n--;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    </a:t>
            </a:r>
            <a:r>
              <a:rPr lang="pt-BR" err="1">
                <a:cs typeface="Calibri" panose="020F0502020204030204"/>
              </a:rPr>
              <a:t>if</a:t>
            </a:r>
            <a:r>
              <a:rPr lang="pt-BR">
                <a:cs typeface="Calibri" panose="020F0502020204030204"/>
              </a:rPr>
              <a:t> (n &lt;= 0) </a:t>
            </a:r>
            <a:r>
              <a:rPr lang="pt-BR" err="1">
                <a:cs typeface="Calibri" panose="020F0502020204030204"/>
              </a:rPr>
              <a:t>return</a:t>
            </a:r>
            <a:r>
              <a:rPr lang="pt-BR">
                <a:cs typeface="Calibri" panose="020F0502020204030204"/>
              </a:rPr>
              <a:t>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    t = a[n];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    a[n] = a[0];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}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pai = i;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filho = i * 2 + 1;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61E95C4-88E5-B9E6-902B-8AB2DB0E67FF}"/>
              </a:ext>
            </a:extLst>
          </p:cNvPr>
          <p:cNvSpPr txBox="1">
            <a:spLocks/>
          </p:cNvSpPr>
          <p:nvPr/>
        </p:nvSpPr>
        <p:spPr>
          <a:xfrm>
            <a:off x="6060017" y="1618192"/>
            <a:ext cx="43561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</a:t>
            </a:r>
            <a:r>
              <a:rPr lang="pt-BR" err="1">
                <a:cs typeface="Calibri" panose="020F0502020204030204"/>
              </a:rPr>
              <a:t>while</a:t>
            </a:r>
            <a:r>
              <a:rPr lang="pt-BR">
                <a:cs typeface="Calibri" panose="020F0502020204030204"/>
              </a:rPr>
              <a:t> (filho &lt; n) {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  </a:t>
            </a:r>
            <a:r>
              <a:rPr lang="pt-BR" err="1">
                <a:cs typeface="Calibri" panose="020F0502020204030204"/>
              </a:rPr>
              <a:t>if</a:t>
            </a:r>
            <a:r>
              <a:rPr lang="pt-BR">
                <a:cs typeface="Calibri" panose="020F0502020204030204"/>
              </a:rPr>
              <a:t> ((filho + 1 &lt; n)  &amp;&amp;  (a[filho + 1] &gt; a[filho]))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      filho++;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  </a:t>
            </a:r>
            <a:r>
              <a:rPr lang="pt-BR" err="1">
                <a:cs typeface="Calibri" panose="020F0502020204030204"/>
              </a:rPr>
              <a:t>if</a:t>
            </a:r>
            <a:r>
              <a:rPr lang="pt-BR">
                <a:cs typeface="Calibri" panose="020F0502020204030204"/>
              </a:rPr>
              <a:t> (a[filho] &gt; t) {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     a[pai] = a[filho];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     pai = filho;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     filho = pai * 2 + 1;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  } </a:t>
            </a:r>
            <a:r>
              <a:rPr lang="pt-BR" err="1">
                <a:cs typeface="Calibri" panose="020F0502020204030204"/>
              </a:rPr>
              <a:t>else</a:t>
            </a:r>
            <a:r>
              <a:rPr lang="pt-BR">
                <a:cs typeface="Calibri" panose="020F0502020204030204"/>
              </a:rPr>
              <a:t> {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     break;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    }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}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   a[pai] = t;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   }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r>
              <a:rPr lang="pt-BR">
                <a:cs typeface="Calibri" panose="020F0502020204030204"/>
              </a:rPr>
              <a:t>}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50676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0770D-F5AB-0C27-588C-A87F32345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>
                <a:cs typeface="Calibri Light"/>
              </a:rPr>
              <a:t>MergeSort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DA2857-535E-D334-5BF8-A5FD2EECD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O </a:t>
            </a:r>
            <a:r>
              <a:rPr lang="pt-BR" b="1" i="1" dirty="0">
                <a:ea typeface="+mn-lt"/>
                <a:cs typeface="+mn-lt"/>
              </a:rPr>
              <a:t>merge </a:t>
            </a:r>
            <a:r>
              <a:rPr lang="pt-BR" b="1" i="1" dirty="0" err="1">
                <a:ea typeface="+mn-lt"/>
                <a:cs typeface="+mn-lt"/>
              </a:rPr>
              <a:t>sort</a:t>
            </a:r>
            <a:r>
              <a:rPr lang="pt-BR" dirty="0">
                <a:ea typeface="+mn-lt"/>
                <a:cs typeface="+mn-lt"/>
              </a:rPr>
              <a:t>, ou ordenação por mistura, é um exemplo de algoritmo de ordenação por comparação do tipo dividir-para-conquistar.</a:t>
            </a:r>
            <a:endParaRPr lang="pt-BR" dirty="0">
              <a:cs typeface="Calibri" panose="020F0502020204030204"/>
            </a:endParaRPr>
          </a:p>
          <a:p>
            <a:r>
              <a:rPr lang="pt-BR" dirty="0">
                <a:ea typeface="+mn-lt"/>
                <a:cs typeface="+mn-lt"/>
              </a:rPr>
              <a:t>Sua ideia básica consiste em Dividir (o problema em vários subproblemas e resolver esses subproblemas através da recursividade) e Conquistar (após todos os subproblemas terem sido resolvidos ocorre a conquista que é a união das resoluções dos subproblemas). Como o algoritmo </a:t>
            </a:r>
            <a:r>
              <a:rPr lang="pt-BR" i="1" dirty="0">
                <a:ea typeface="+mn-lt"/>
                <a:cs typeface="+mn-lt"/>
              </a:rPr>
              <a:t>Merge </a:t>
            </a:r>
            <a:r>
              <a:rPr lang="pt-BR" i="1" dirty="0" err="1">
                <a:ea typeface="+mn-lt"/>
                <a:cs typeface="+mn-lt"/>
              </a:rPr>
              <a:t>Sort</a:t>
            </a:r>
            <a:r>
              <a:rPr lang="pt-BR" dirty="0">
                <a:ea typeface="+mn-lt"/>
                <a:cs typeface="+mn-lt"/>
              </a:rPr>
              <a:t> usa a recursividade, há um alto consumo de memória e tempo de execução, tornando esta técnica não muito eficiente em alguns problemas.</a:t>
            </a:r>
            <a:endParaRPr lang="pt-BR" dirty="0"/>
          </a:p>
          <a:p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6604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97E12-FB3C-8C37-02A1-E24D0F88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Merge </a:t>
            </a:r>
            <a:r>
              <a:rPr lang="pt-BR" err="1">
                <a:cs typeface="Calibri Light"/>
              </a:rPr>
              <a:t>Sort</a:t>
            </a:r>
            <a:endParaRPr lang="pt-BR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44074B-CA5F-BC1F-8B09-76EEDE617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cs typeface="Calibri" panose="020F0502020204030204"/>
              </a:rPr>
              <a:t>O Merge </a:t>
            </a:r>
            <a:r>
              <a:rPr lang="pt-BR" err="1">
                <a:cs typeface="Calibri" panose="020F0502020204030204"/>
              </a:rPr>
              <a:t>Sort</a:t>
            </a:r>
            <a:r>
              <a:rPr lang="pt-BR">
                <a:cs typeface="Calibri" panose="020F0502020204030204"/>
              </a:rPr>
              <a:t> é um algoritmo de ordenação eficiente e estável que utiliza a estratégia "dividir para conquistar" para ordenar um </a:t>
            </a:r>
            <a:r>
              <a:rPr lang="pt-BR" err="1">
                <a:cs typeface="Calibri" panose="020F0502020204030204"/>
              </a:rPr>
              <a:t>array</a:t>
            </a:r>
            <a:r>
              <a:rPr lang="pt-BR">
                <a:cs typeface="Calibri" panose="020F0502020204030204"/>
              </a:rPr>
              <a:t> de elementos. Ele é conhecido por sua complexidade de tempo consistente e é uma escolha popular para ordenar grandes conjuntos de dados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547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DA030-1202-AF6E-457E-83B59921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Divisão do </a:t>
            </a:r>
            <a:r>
              <a:rPr lang="pt-BR" err="1">
                <a:cs typeface="Calibri Light"/>
              </a:rPr>
              <a:t>Array</a:t>
            </a:r>
            <a:r>
              <a:rPr lang="pt-BR">
                <a:cs typeface="Calibri Light"/>
              </a:rPr>
              <a:t>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50E8C7-2F34-98EC-3B7F-EFC7FA121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cs typeface="Calibri"/>
              </a:rPr>
              <a:t>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original é dividido em duas metades aproximadamente iguais. Isso é feito de forma recursiva até que cada </a:t>
            </a:r>
            <a:r>
              <a:rPr lang="pt-BR" err="1">
                <a:cs typeface="Calibri"/>
              </a:rPr>
              <a:t>subarray</a:t>
            </a:r>
            <a:r>
              <a:rPr lang="pt-BR">
                <a:cs typeface="Calibri"/>
              </a:rPr>
              <a:t> contenha apenas um elemento (que, por definição, está ordenado).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7464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85E87-7955-05A2-28E7-DC6746FF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Ordenação das Metades: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5A2EE-6515-0826-8FF4-17FFB6C1E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cs typeface="Calibri"/>
              </a:rPr>
              <a:t>Em seguida, o Merge </a:t>
            </a:r>
            <a:r>
              <a:rPr lang="pt-BR" err="1">
                <a:cs typeface="Calibri"/>
              </a:rPr>
              <a:t>Sort</a:t>
            </a:r>
            <a:r>
              <a:rPr lang="pt-BR">
                <a:cs typeface="Calibri"/>
              </a:rPr>
              <a:t> começa a mesclar os </a:t>
            </a:r>
            <a:r>
              <a:rPr lang="pt-BR" err="1">
                <a:cs typeface="Calibri"/>
              </a:rPr>
              <a:t>subarrays</a:t>
            </a:r>
            <a:r>
              <a:rPr lang="pt-BR">
                <a:cs typeface="Calibri"/>
              </a:rPr>
              <a:t> em pares. Ele compara os elementos dos </a:t>
            </a:r>
            <a:r>
              <a:rPr lang="pt-BR" err="1">
                <a:cs typeface="Calibri"/>
              </a:rPr>
              <a:t>subarrays</a:t>
            </a:r>
            <a:r>
              <a:rPr lang="pt-BR">
                <a:cs typeface="Calibri"/>
              </a:rPr>
              <a:t> e combina-os em uma única </a:t>
            </a:r>
            <a:r>
              <a:rPr lang="pt-BR" err="1">
                <a:cs typeface="Calibri"/>
              </a:rPr>
              <a:t>subarray</a:t>
            </a:r>
            <a:r>
              <a:rPr lang="pt-BR">
                <a:cs typeface="Calibri"/>
              </a:rPr>
              <a:t> ordenada.</a:t>
            </a:r>
          </a:p>
          <a:p>
            <a:r>
              <a:rPr lang="pt-BR">
                <a:cs typeface="Calibri"/>
              </a:rPr>
              <a:t>O processo de mesclagem é repetido de forma recursiva até que tenhamos apenas um único array completamente ordenado.</a:t>
            </a:r>
            <a:endParaRPr lang="pt-BR"/>
          </a:p>
          <a:p>
            <a:pPr marL="0" indent="0">
              <a:buNone/>
            </a:pPr>
            <a:endParaRPr lang="pt-B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51635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D36BE-3332-B3F9-805D-3C5380FE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Mesclagem (Merge):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648D0F-E835-68AB-361A-8FFE38F1D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cs typeface="Calibri"/>
              </a:rPr>
              <a:t>Para mesclar dois </a:t>
            </a:r>
            <a:r>
              <a:rPr lang="pt-BR" err="1">
                <a:cs typeface="Calibri"/>
              </a:rPr>
              <a:t>subarrays</a:t>
            </a:r>
            <a:r>
              <a:rPr lang="pt-BR">
                <a:cs typeface="Calibri"/>
              </a:rPr>
              <a:t>, o Merge </a:t>
            </a:r>
            <a:r>
              <a:rPr lang="pt-BR" err="1">
                <a:cs typeface="Calibri"/>
              </a:rPr>
              <a:t>Sort</a:t>
            </a:r>
            <a:r>
              <a:rPr lang="pt-BR">
                <a:cs typeface="Calibri"/>
              </a:rPr>
              <a:t> compara os elementos de cada </a:t>
            </a:r>
            <a:r>
              <a:rPr lang="pt-BR" err="1">
                <a:cs typeface="Calibri"/>
              </a:rPr>
              <a:t>subarray</a:t>
            </a:r>
            <a:r>
              <a:rPr lang="pt-BR">
                <a:cs typeface="Calibri"/>
              </a:rPr>
              <a:t>, um por um, e move o elemento menor (ou maior, dependendo da ordem desejada) para um novo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temporário.</a:t>
            </a:r>
          </a:p>
          <a:p>
            <a:r>
              <a:rPr lang="pt-BR">
                <a:cs typeface="Calibri"/>
              </a:rPr>
              <a:t>O processo de mesclagem continua até que um dos subarrays esteja completamente esgotado.</a:t>
            </a:r>
            <a:endParaRPr lang="pt-BR"/>
          </a:p>
          <a:p>
            <a:r>
              <a:rPr lang="pt-BR">
                <a:cs typeface="Calibri"/>
              </a:rPr>
              <a:t>Qualquer elemento restante no </a:t>
            </a:r>
            <a:r>
              <a:rPr lang="pt-BR" err="1">
                <a:cs typeface="Calibri"/>
              </a:rPr>
              <a:t>subarray</a:t>
            </a:r>
            <a:r>
              <a:rPr lang="pt-BR">
                <a:cs typeface="Calibri"/>
              </a:rPr>
              <a:t> não vazio é simplesmente copiado para 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temporário, pois já está em ordem.</a:t>
            </a:r>
            <a:endParaRPr lang="pt-BR"/>
          </a:p>
          <a:p>
            <a:r>
              <a:rPr lang="pt-BR">
                <a:cs typeface="Calibri"/>
              </a:rPr>
              <a:t>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temporário é então copiado de volta para 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original, substituindo os valores antigos pelos valores ordenados.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2819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B8699-A7D7-D414-6407-58E2E996D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Repetição: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8B1287-F864-D61E-4B2B-1C18A33A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cs typeface="Calibri"/>
              </a:rPr>
              <a:t>Após a conclusão do algoritmo, o </a:t>
            </a:r>
            <a:r>
              <a:rPr lang="pt-BR" err="1">
                <a:cs typeface="Calibri"/>
              </a:rPr>
              <a:t>array</a:t>
            </a:r>
            <a:r>
              <a:rPr lang="pt-BR">
                <a:cs typeface="Calibri"/>
              </a:rPr>
              <a:t> estará completamente ordenado na ordem desejada (crescente ou decrescente), dependendo do critério de comparação utilizado durante a mesclagem.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88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DEDF6-5FDB-A0B1-504E-D17A01902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Conclusão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6197A8-2EC9-104D-BA84-1A2B70C03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cs typeface="Calibri" panose="020F0502020204030204"/>
              </a:rPr>
              <a:t>O Merge </a:t>
            </a:r>
            <a:r>
              <a:rPr lang="pt-BR" err="1">
                <a:cs typeface="Calibri" panose="020F0502020204030204"/>
              </a:rPr>
              <a:t>Sort</a:t>
            </a:r>
            <a:r>
              <a:rPr lang="pt-BR">
                <a:cs typeface="Calibri" panose="020F0502020204030204"/>
              </a:rPr>
              <a:t> é conhecido por ser um algoritmo de ordenação estável, o que significa que ele preserva a ordem relativa de elementos com chaves iguais. Ele também é eficiente em termos de desempenho, com uma complexidade de tempo média e pior caso de O(n log n), tornando-o adequado para ordenar grandes conjuntos de dados. No entanto, ele requer espaço adicional para armazenar os </a:t>
            </a:r>
            <a:r>
              <a:rPr lang="pt-BR" err="1">
                <a:cs typeface="Calibri" panose="020F0502020204030204"/>
              </a:rPr>
              <a:t>subarrays</a:t>
            </a:r>
            <a:r>
              <a:rPr lang="pt-BR">
                <a:cs typeface="Calibri" panose="020F0502020204030204"/>
              </a:rPr>
              <a:t> temporários durante o processo de mesclagem, o que pode ser um fator limitante em sistemas com restrições de memória.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3134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5EE7F-4F30-2AF9-483F-CBD8BB46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Algoritmo Merge </a:t>
            </a:r>
            <a:r>
              <a:rPr lang="pt-BR" err="1">
                <a:cs typeface="Calibri Light"/>
              </a:rPr>
              <a:t>sort</a:t>
            </a:r>
            <a:endParaRPr lang="pt-BR" err="1"/>
          </a:p>
        </p:txBody>
      </p:sp>
      <p:sp>
        <p:nvSpPr>
          <p:cNvPr id="23" name="Espaço Reservado para Conteúdo 22">
            <a:extLst>
              <a:ext uri="{FF2B5EF4-FFF2-40B4-BE49-F238E27FC236}">
                <a16:creationId xmlns:a16="http://schemas.microsoft.com/office/drawing/2014/main" id="{D5C3138D-A97F-AB3B-D9F2-1FEC947298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40000" lnSpcReduction="20000"/>
          </a:bodyPr>
          <a:lstStyle/>
          <a:p>
            <a:pPr>
              <a:buNone/>
            </a:pPr>
            <a:r>
              <a:rPr lang="pt-BR" err="1">
                <a:ea typeface="+mn-lt"/>
                <a:cs typeface="+mn-lt"/>
              </a:rPr>
              <a:t>void</a:t>
            </a:r>
            <a:r>
              <a:rPr lang="pt-BR">
                <a:ea typeface="+mn-lt"/>
                <a:cs typeface="+mn-lt"/>
              </a:rPr>
              <a:t> merge(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vetor[], 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</a:t>
            </a:r>
            <a:r>
              <a:rPr lang="pt-BR" err="1">
                <a:ea typeface="+mn-lt"/>
                <a:cs typeface="+mn-lt"/>
              </a:rPr>
              <a:t>comeco</a:t>
            </a:r>
            <a:r>
              <a:rPr lang="pt-BR">
                <a:ea typeface="+mn-lt"/>
                <a:cs typeface="+mn-lt"/>
              </a:rPr>
              <a:t>, 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meio, 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fim) {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com1 = </a:t>
            </a:r>
            <a:r>
              <a:rPr lang="pt-BR" err="1">
                <a:ea typeface="+mn-lt"/>
                <a:cs typeface="+mn-lt"/>
              </a:rPr>
              <a:t>comeco</a:t>
            </a:r>
            <a:r>
              <a:rPr lang="pt-BR">
                <a:ea typeface="+mn-lt"/>
                <a:cs typeface="+mn-lt"/>
              </a:rPr>
              <a:t>, com2 = meio+1, </a:t>
            </a:r>
            <a:r>
              <a:rPr lang="pt-BR" err="1">
                <a:ea typeface="+mn-lt"/>
                <a:cs typeface="+mn-lt"/>
              </a:rPr>
              <a:t>comAux</a:t>
            </a:r>
            <a:r>
              <a:rPr lang="pt-BR">
                <a:ea typeface="+mn-lt"/>
                <a:cs typeface="+mn-lt"/>
              </a:rPr>
              <a:t> = 0, </a:t>
            </a:r>
            <a:r>
              <a:rPr lang="pt-BR" err="1">
                <a:ea typeface="+mn-lt"/>
                <a:cs typeface="+mn-lt"/>
              </a:rPr>
              <a:t>tam</a:t>
            </a:r>
            <a:r>
              <a:rPr lang="pt-BR">
                <a:ea typeface="+mn-lt"/>
                <a:cs typeface="+mn-lt"/>
              </a:rPr>
              <a:t> = fim-comeco+1;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 *</a:t>
            </a:r>
            <a:r>
              <a:rPr lang="pt-BR" err="1">
                <a:ea typeface="+mn-lt"/>
                <a:cs typeface="+mn-lt"/>
              </a:rPr>
              <a:t>vetAux</a:t>
            </a:r>
            <a:r>
              <a:rPr lang="pt-BR">
                <a:ea typeface="+mn-lt"/>
                <a:cs typeface="+mn-lt"/>
              </a:rPr>
              <a:t>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</a:t>
            </a:r>
            <a:r>
              <a:rPr lang="pt-BR" err="1">
                <a:ea typeface="+mn-lt"/>
                <a:cs typeface="+mn-lt"/>
              </a:rPr>
              <a:t>vetAux</a:t>
            </a:r>
            <a:r>
              <a:rPr lang="pt-BR">
                <a:ea typeface="+mn-lt"/>
                <a:cs typeface="+mn-lt"/>
              </a:rPr>
              <a:t> = (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*)</a:t>
            </a:r>
            <a:r>
              <a:rPr lang="pt-BR" err="1">
                <a:ea typeface="+mn-lt"/>
                <a:cs typeface="+mn-lt"/>
              </a:rPr>
              <a:t>malloc</a:t>
            </a:r>
            <a:r>
              <a:rPr lang="pt-BR">
                <a:ea typeface="+mn-lt"/>
                <a:cs typeface="+mn-lt"/>
              </a:rPr>
              <a:t>(</a:t>
            </a:r>
            <a:r>
              <a:rPr lang="pt-BR" err="1">
                <a:ea typeface="+mn-lt"/>
                <a:cs typeface="+mn-lt"/>
              </a:rPr>
              <a:t>tam</a:t>
            </a:r>
            <a:r>
              <a:rPr lang="pt-BR">
                <a:ea typeface="+mn-lt"/>
                <a:cs typeface="+mn-lt"/>
              </a:rPr>
              <a:t> * </a:t>
            </a:r>
            <a:r>
              <a:rPr lang="pt-BR" err="1">
                <a:ea typeface="+mn-lt"/>
                <a:cs typeface="+mn-lt"/>
              </a:rPr>
              <a:t>sizeof</a:t>
            </a:r>
            <a:r>
              <a:rPr lang="pt-BR">
                <a:ea typeface="+mn-lt"/>
                <a:cs typeface="+mn-lt"/>
              </a:rPr>
              <a:t>(</a:t>
            </a:r>
            <a:r>
              <a:rPr lang="pt-BR" err="1">
                <a:ea typeface="+mn-lt"/>
                <a:cs typeface="+mn-lt"/>
              </a:rPr>
              <a:t>int</a:t>
            </a:r>
            <a:r>
              <a:rPr lang="pt-BR">
                <a:ea typeface="+mn-lt"/>
                <a:cs typeface="+mn-lt"/>
              </a:rPr>
              <a:t>));</a:t>
            </a:r>
            <a:endParaRPr lang="pt-BR"/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</a:t>
            </a:r>
            <a:r>
              <a:rPr lang="pt-BR" err="1">
                <a:ea typeface="+mn-lt"/>
                <a:cs typeface="+mn-lt"/>
              </a:rPr>
              <a:t>while</a:t>
            </a:r>
            <a:r>
              <a:rPr lang="pt-BR">
                <a:ea typeface="+mn-lt"/>
                <a:cs typeface="+mn-lt"/>
              </a:rPr>
              <a:t>(com1 &lt;= meio &amp;&amp; com2 &lt;= fim){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</a:t>
            </a:r>
            <a:r>
              <a:rPr lang="pt-BR" err="1">
                <a:ea typeface="+mn-lt"/>
                <a:cs typeface="+mn-lt"/>
              </a:rPr>
              <a:t>if</a:t>
            </a:r>
            <a:r>
              <a:rPr lang="pt-BR">
                <a:ea typeface="+mn-lt"/>
                <a:cs typeface="+mn-lt"/>
              </a:rPr>
              <a:t>(vetor[com1] &lt; vetor[com2]) {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    </a:t>
            </a:r>
            <a:r>
              <a:rPr lang="pt-BR" err="1">
                <a:ea typeface="+mn-lt"/>
                <a:cs typeface="+mn-lt"/>
              </a:rPr>
              <a:t>vetAux</a:t>
            </a:r>
            <a:r>
              <a:rPr lang="pt-BR">
                <a:ea typeface="+mn-lt"/>
                <a:cs typeface="+mn-lt"/>
              </a:rPr>
              <a:t>[</a:t>
            </a:r>
            <a:r>
              <a:rPr lang="pt-BR" err="1">
                <a:ea typeface="+mn-lt"/>
                <a:cs typeface="+mn-lt"/>
              </a:rPr>
              <a:t>comAux</a:t>
            </a:r>
            <a:r>
              <a:rPr lang="pt-BR">
                <a:ea typeface="+mn-lt"/>
                <a:cs typeface="+mn-lt"/>
              </a:rPr>
              <a:t>] = vetor[com1];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    com1++;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} </a:t>
            </a:r>
            <a:r>
              <a:rPr lang="pt-BR" err="1">
                <a:ea typeface="+mn-lt"/>
                <a:cs typeface="+mn-lt"/>
              </a:rPr>
              <a:t>else</a:t>
            </a:r>
            <a:r>
              <a:rPr lang="pt-BR">
                <a:ea typeface="+mn-lt"/>
                <a:cs typeface="+mn-lt"/>
              </a:rPr>
              <a:t> {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    </a:t>
            </a:r>
            <a:r>
              <a:rPr lang="pt-BR" err="1">
                <a:ea typeface="+mn-lt"/>
                <a:cs typeface="+mn-lt"/>
              </a:rPr>
              <a:t>vetAux</a:t>
            </a:r>
            <a:r>
              <a:rPr lang="pt-BR">
                <a:ea typeface="+mn-lt"/>
                <a:cs typeface="+mn-lt"/>
              </a:rPr>
              <a:t>[</a:t>
            </a:r>
            <a:r>
              <a:rPr lang="pt-BR" err="1">
                <a:ea typeface="+mn-lt"/>
                <a:cs typeface="+mn-lt"/>
              </a:rPr>
              <a:t>comAux</a:t>
            </a:r>
            <a:r>
              <a:rPr lang="pt-BR">
                <a:ea typeface="+mn-lt"/>
                <a:cs typeface="+mn-lt"/>
              </a:rPr>
              <a:t>] = vetor[com2];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    com2++;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}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    </a:t>
            </a:r>
            <a:r>
              <a:rPr lang="pt-BR" err="1">
                <a:ea typeface="+mn-lt"/>
                <a:cs typeface="+mn-lt"/>
              </a:rPr>
              <a:t>comAux</a:t>
            </a:r>
            <a:r>
              <a:rPr lang="pt-BR">
                <a:ea typeface="+mn-lt"/>
                <a:cs typeface="+mn-lt"/>
              </a:rPr>
              <a:t>++;</a:t>
            </a:r>
            <a:endParaRPr lang="pt-BR"/>
          </a:p>
          <a:p>
            <a:pPr>
              <a:buNone/>
            </a:pPr>
            <a:r>
              <a:rPr lang="pt-BR">
                <a:ea typeface="+mn-lt"/>
                <a:cs typeface="+mn-lt"/>
              </a:rPr>
              <a:t>    }</a:t>
            </a:r>
            <a:endParaRPr lang="pt-BR"/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24" name="Espaço Reservado para Conteúdo 23">
            <a:extLst>
              <a:ext uri="{FF2B5EF4-FFF2-40B4-BE49-F238E27FC236}">
                <a16:creationId xmlns:a16="http://schemas.microsoft.com/office/drawing/2014/main" id="{7C17F58E-12B1-9F5F-C564-4634019DEE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40000" lnSpcReduction="20000"/>
          </a:bodyPr>
          <a:lstStyle/>
          <a:p>
            <a:endParaRPr lang="pt-BR"/>
          </a:p>
          <a:p>
            <a:r>
              <a:rPr lang="pt-BR">
                <a:cs typeface="Calibri"/>
              </a:rPr>
              <a:t>    </a:t>
            </a:r>
            <a:r>
              <a:rPr lang="pt-BR" err="1">
                <a:cs typeface="Calibri"/>
              </a:rPr>
              <a:t>while</a:t>
            </a:r>
            <a:r>
              <a:rPr lang="pt-BR">
                <a:cs typeface="Calibri"/>
              </a:rPr>
              <a:t>(com1 &lt;= meio){  //Caso ainda haja elementos na primeira metade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    </a:t>
            </a:r>
            <a:r>
              <a:rPr lang="pt-BR" err="1">
                <a:cs typeface="Calibri"/>
              </a:rPr>
              <a:t>vetAux</a:t>
            </a:r>
            <a:r>
              <a:rPr lang="pt-BR">
                <a:cs typeface="Calibri"/>
              </a:rPr>
              <a:t>[</a:t>
            </a:r>
            <a:r>
              <a:rPr lang="pt-BR" err="1">
                <a:cs typeface="Calibri"/>
              </a:rPr>
              <a:t>comAux</a:t>
            </a:r>
            <a:r>
              <a:rPr lang="pt-BR">
                <a:cs typeface="Calibri"/>
              </a:rPr>
              <a:t>] = vetor[com1];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    </a:t>
            </a:r>
            <a:r>
              <a:rPr lang="pt-BR" err="1">
                <a:cs typeface="Calibri"/>
              </a:rPr>
              <a:t>comAux</a:t>
            </a:r>
            <a:r>
              <a:rPr lang="pt-BR">
                <a:cs typeface="Calibri"/>
              </a:rPr>
              <a:t>++;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    com1++;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}</a:t>
            </a:r>
            <a:endParaRPr lang="pt-BR">
              <a:ea typeface="+mn-lt"/>
              <a:cs typeface="+mn-lt"/>
            </a:endParaRPr>
          </a:p>
          <a:p>
            <a:r>
              <a:rPr lang="pt-BR">
                <a:ea typeface="+mn-lt"/>
                <a:cs typeface="+mn-lt"/>
              </a:rPr>
              <a:t> </a:t>
            </a:r>
            <a:r>
              <a:rPr lang="pt-BR">
                <a:cs typeface="Calibri"/>
              </a:rPr>
              <a:t>  </a:t>
            </a:r>
            <a:r>
              <a:rPr lang="pt-BR" err="1">
                <a:cs typeface="Calibri"/>
              </a:rPr>
              <a:t>while</a:t>
            </a:r>
            <a:r>
              <a:rPr lang="pt-BR">
                <a:cs typeface="Calibri"/>
              </a:rPr>
              <a:t>(com2 &lt;= fim) {   //Caso ainda haja elementos na segunda metade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    </a:t>
            </a:r>
            <a:r>
              <a:rPr lang="pt-BR" err="1">
                <a:cs typeface="Calibri"/>
              </a:rPr>
              <a:t>vetAux</a:t>
            </a:r>
            <a:r>
              <a:rPr lang="pt-BR">
                <a:cs typeface="Calibri"/>
              </a:rPr>
              <a:t>[</a:t>
            </a:r>
            <a:r>
              <a:rPr lang="pt-BR" err="1">
                <a:cs typeface="Calibri"/>
              </a:rPr>
              <a:t>comAux</a:t>
            </a:r>
            <a:r>
              <a:rPr lang="pt-BR">
                <a:cs typeface="Calibri"/>
              </a:rPr>
              <a:t>] = vetor[com2];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    </a:t>
            </a:r>
            <a:r>
              <a:rPr lang="pt-BR" err="1">
                <a:cs typeface="Calibri"/>
              </a:rPr>
              <a:t>comAux</a:t>
            </a:r>
            <a:r>
              <a:rPr lang="pt-BR">
                <a:cs typeface="Calibri"/>
              </a:rPr>
              <a:t>++;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    com2++;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}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for(</a:t>
            </a:r>
            <a:r>
              <a:rPr lang="pt-BR" err="1">
                <a:cs typeface="Calibri"/>
              </a:rPr>
              <a:t>comAux</a:t>
            </a:r>
            <a:r>
              <a:rPr lang="pt-BR">
                <a:cs typeface="Calibri"/>
              </a:rPr>
              <a:t> = </a:t>
            </a:r>
            <a:r>
              <a:rPr lang="pt-BR" err="1">
                <a:cs typeface="Calibri"/>
              </a:rPr>
              <a:t>comeco</a:t>
            </a:r>
            <a:r>
              <a:rPr lang="pt-BR">
                <a:cs typeface="Calibri"/>
              </a:rPr>
              <a:t>; </a:t>
            </a:r>
            <a:r>
              <a:rPr lang="pt-BR" err="1">
                <a:cs typeface="Calibri"/>
              </a:rPr>
              <a:t>comAux</a:t>
            </a:r>
            <a:r>
              <a:rPr lang="pt-BR">
                <a:cs typeface="Calibri"/>
              </a:rPr>
              <a:t> &lt;= fim; </a:t>
            </a:r>
            <a:r>
              <a:rPr lang="pt-BR" err="1">
                <a:cs typeface="Calibri"/>
              </a:rPr>
              <a:t>comAux</a:t>
            </a:r>
            <a:r>
              <a:rPr lang="pt-BR">
                <a:cs typeface="Calibri"/>
              </a:rPr>
              <a:t>++){    //Move os elementos de volta para o vetor original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    vetor[</a:t>
            </a:r>
            <a:r>
              <a:rPr lang="pt-BR" err="1">
                <a:cs typeface="Calibri"/>
              </a:rPr>
              <a:t>comAux</a:t>
            </a:r>
            <a:r>
              <a:rPr lang="pt-BR">
                <a:cs typeface="Calibri"/>
              </a:rPr>
              <a:t>] = </a:t>
            </a:r>
            <a:r>
              <a:rPr lang="pt-BR" err="1">
                <a:cs typeface="Calibri"/>
              </a:rPr>
              <a:t>vetAux</a:t>
            </a:r>
            <a:r>
              <a:rPr lang="pt-BR">
                <a:cs typeface="Calibri"/>
              </a:rPr>
              <a:t>[</a:t>
            </a:r>
            <a:r>
              <a:rPr lang="pt-BR" err="1">
                <a:cs typeface="Calibri"/>
              </a:rPr>
              <a:t>comAux-comeco</a:t>
            </a:r>
            <a:r>
              <a:rPr lang="pt-BR">
                <a:cs typeface="Calibri"/>
              </a:rPr>
              <a:t>];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 }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    </a:t>
            </a:r>
            <a:r>
              <a:rPr lang="pt-BR" err="1">
                <a:cs typeface="Calibri"/>
              </a:rPr>
              <a:t>free</a:t>
            </a:r>
            <a:r>
              <a:rPr lang="pt-BR">
                <a:cs typeface="Calibri"/>
              </a:rPr>
              <a:t>(</a:t>
            </a:r>
            <a:r>
              <a:rPr lang="pt-BR" err="1">
                <a:cs typeface="Calibri"/>
              </a:rPr>
              <a:t>vetAux</a:t>
            </a:r>
            <a:r>
              <a:rPr lang="pt-BR">
                <a:cs typeface="Calibri"/>
              </a:rPr>
              <a:t>);</a:t>
            </a:r>
            <a:endParaRPr lang="pt-BR">
              <a:ea typeface="+mn-lt"/>
              <a:cs typeface="+mn-lt"/>
            </a:endParaRPr>
          </a:p>
          <a:p>
            <a:r>
              <a:rPr lang="pt-BR">
                <a:cs typeface="Calibri"/>
              </a:rPr>
              <a:t>}</a:t>
            </a:r>
            <a:endParaRPr lang="pt-BR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58055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2191</Words>
  <Application>Microsoft Office PowerPoint</Application>
  <PresentationFormat>Widescreen</PresentationFormat>
  <Paragraphs>290</Paragraphs>
  <Slides>45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46" baseType="lpstr">
      <vt:lpstr>Tema do Office</vt:lpstr>
      <vt:lpstr>Estrutura de Dados</vt:lpstr>
      <vt:lpstr>Ordenação por bolha BubbleSort</vt:lpstr>
      <vt:lpstr>Comparação e Troca de Pares Adjacentes:</vt:lpstr>
      <vt:lpstr>Passagens Múltiplas:</vt:lpstr>
      <vt:lpstr>Verificação de Trocas:</vt:lpstr>
      <vt:lpstr>Conclusão</vt:lpstr>
      <vt:lpstr>Exemplo bubble sort</vt:lpstr>
      <vt:lpstr>Algoritmo bubble sort</vt:lpstr>
      <vt:lpstr>Ordenação por seleção </vt:lpstr>
      <vt:lpstr>Divisão do Array:</vt:lpstr>
      <vt:lpstr>Busca do Elemento Mínimo:</vt:lpstr>
      <vt:lpstr>Troca do Elemento Mínimo:</vt:lpstr>
      <vt:lpstr>Repetição:</vt:lpstr>
      <vt:lpstr>Conclusão</vt:lpstr>
      <vt:lpstr>Vantagens/Desvantagens</vt:lpstr>
      <vt:lpstr>Exemplo selection sort</vt:lpstr>
      <vt:lpstr>Algoritmo</vt:lpstr>
      <vt:lpstr>Insertion sort</vt:lpstr>
      <vt:lpstr>Divisão do Array:</vt:lpstr>
      <vt:lpstr>Seleção de Elemento da Parte Não Ordenada:</vt:lpstr>
      <vt:lpstr>Inserção na Parte Ordenada:</vt:lpstr>
      <vt:lpstr>Repetição:</vt:lpstr>
      <vt:lpstr>Conclusão</vt:lpstr>
      <vt:lpstr>Algoritmo insertion sort</vt:lpstr>
      <vt:lpstr>Quick Sort</vt:lpstr>
      <vt:lpstr>Escolha do Pivô:</vt:lpstr>
      <vt:lpstr>Particionamento:</vt:lpstr>
      <vt:lpstr>Recursão:</vt:lpstr>
      <vt:lpstr>Combinação:</vt:lpstr>
      <vt:lpstr>Conclusão</vt:lpstr>
      <vt:lpstr>Algoritmo quicksort</vt:lpstr>
      <vt:lpstr>Heap Sort</vt:lpstr>
      <vt:lpstr>Construção do Heap Máximo:</vt:lpstr>
      <vt:lpstr>Extração e Ordenação:</vt:lpstr>
      <vt:lpstr>Conclusão</vt:lpstr>
      <vt:lpstr>Heapsort</vt:lpstr>
      <vt:lpstr>Algoritmo heapsort</vt:lpstr>
      <vt:lpstr>MergeSort</vt:lpstr>
      <vt:lpstr>Merge Sort</vt:lpstr>
      <vt:lpstr>Divisão do Array:</vt:lpstr>
      <vt:lpstr>Ordenação das Metades:</vt:lpstr>
      <vt:lpstr>Mesclagem (Merge):</vt:lpstr>
      <vt:lpstr>Repetição:</vt:lpstr>
      <vt:lpstr>Conclusão</vt:lpstr>
      <vt:lpstr>Algoritmo Merge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Carlos Alexandre Miglinski</cp:lastModifiedBy>
  <cp:revision>34</cp:revision>
  <dcterms:created xsi:type="dcterms:W3CDTF">2022-09-29T17:17:20Z</dcterms:created>
  <dcterms:modified xsi:type="dcterms:W3CDTF">2024-10-10T16:25:42Z</dcterms:modified>
</cp:coreProperties>
</file>