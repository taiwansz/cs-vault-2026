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4BD50-B3A3-4A96-AD34-42477FBBEDB8}" v="4" dt="2024-09-17T13:38:53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Miglinski" userId="31b42f8782254bec" providerId="Windows Live" clId="Web-{5174BD50-B3A3-4A96-AD34-42477FBBEDB8}"/>
    <pc:docChg chg="modSld">
      <pc:chgData name="Carlos Miglinski" userId="31b42f8782254bec" providerId="Windows Live" clId="Web-{5174BD50-B3A3-4A96-AD34-42477FBBEDB8}" dt="2024-09-17T13:38:53.820" v="3" actId="20577"/>
      <pc:docMkLst>
        <pc:docMk/>
      </pc:docMkLst>
      <pc:sldChg chg="modSp">
        <pc:chgData name="Carlos Miglinski" userId="31b42f8782254bec" providerId="Windows Live" clId="Web-{5174BD50-B3A3-4A96-AD34-42477FBBEDB8}" dt="2024-09-17T13:38:53.820" v="3" actId="20577"/>
        <pc:sldMkLst>
          <pc:docMk/>
          <pc:sldMk cId="2824352493" sldId="290"/>
        </pc:sldMkLst>
        <pc:spChg chg="mod">
          <ac:chgData name="Carlos Miglinski" userId="31b42f8782254bec" providerId="Windows Live" clId="Web-{5174BD50-B3A3-4A96-AD34-42477FBBEDB8}" dt="2024-09-17T13:38:53.820" v="3" actId="20577"/>
          <ac:spMkLst>
            <pc:docMk/>
            <pc:sldMk cId="2824352493" sldId="290"/>
            <ac:spMk id="2" creationId="{383FBA1D-B7B7-D87F-7176-757B65B25995}"/>
          </ac:spMkLst>
        </pc:spChg>
      </pc:sldChg>
    </pc:docChg>
  </pc:docChgLst>
  <pc:docChgLst>
    <pc:chgData clId="Web-{7157366C-906E-4E47-8E54-D688CBF851B8}"/>
    <pc:docChg chg="modSld">
      <pc:chgData name="" userId="" providerId="" clId="Web-{7157366C-906E-4E47-8E54-D688CBF851B8}" dt="2023-09-13T21:19:48.308" v="0" actId="20577"/>
      <pc:docMkLst>
        <pc:docMk/>
      </pc:docMkLst>
      <pc:sldChg chg="modSp">
        <pc:chgData name="" userId="" providerId="" clId="Web-{7157366C-906E-4E47-8E54-D688CBF851B8}" dt="2023-09-13T21:19:48.308" v="0" actId="20577"/>
        <pc:sldMkLst>
          <pc:docMk/>
          <pc:sldMk cId="2210866551" sldId="256"/>
        </pc:sldMkLst>
        <pc:spChg chg="mod">
          <ac:chgData name="" userId="" providerId="" clId="Web-{7157366C-906E-4E47-8E54-D688CBF851B8}" dt="2023-09-13T21:19:48.308" v="0" actId="20577"/>
          <ac:spMkLst>
            <pc:docMk/>
            <pc:sldMk cId="2210866551" sldId="256"/>
            <ac:spMk id="2" creationId="{00000000-0000-0000-0000-000000000000}"/>
          </ac:spMkLst>
        </pc:spChg>
      </pc:sldChg>
    </pc:docChg>
  </pc:docChgLst>
  <pc:docChgLst>
    <pc:chgData name="Carlos Miglinski" userId="31b42f8782254bec" providerId="Windows Live" clId="Web-{7157366C-906E-4E47-8E54-D688CBF851B8}"/>
    <pc:docChg chg="addSld delSld modSld sldOrd">
      <pc:chgData name="Carlos Miglinski" userId="31b42f8782254bec" providerId="Windows Live" clId="Web-{7157366C-906E-4E47-8E54-D688CBF851B8}" dt="2023-09-13T21:49:02" v="639" actId="20577"/>
      <pc:docMkLst>
        <pc:docMk/>
      </pc:docMkLst>
      <pc:sldChg chg="modSp">
        <pc:chgData name="Carlos Miglinski" userId="31b42f8782254bec" providerId="Windows Live" clId="Web-{7157366C-906E-4E47-8E54-D688CBF851B8}" dt="2023-09-13T21:43:17.915" v="517" actId="20577"/>
        <pc:sldMkLst>
          <pc:docMk/>
          <pc:sldMk cId="2210866551" sldId="256"/>
        </pc:sldMkLst>
        <pc:spChg chg="mod">
          <ac:chgData name="Carlos Miglinski" userId="31b42f8782254bec" providerId="Windows Live" clId="Web-{7157366C-906E-4E47-8E54-D688CBF851B8}" dt="2023-09-13T21:19:53.355" v="2" actId="20577"/>
          <ac:spMkLst>
            <pc:docMk/>
            <pc:sldMk cId="2210866551" sldId="256"/>
            <ac:spMk id="2" creationId="{00000000-0000-0000-0000-000000000000}"/>
          </ac:spMkLst>
        </pc:spChg>
        <pc:spChg chg="mod">
          <ac:chgData name="Carlos Miglinski" userId="31b42f8782254bec" providerId="Windows Live" clId="Web-{7157366C-906E-4E47-8E54-D688CBF851B8}" dt="2023-09-13T21:43:17.915" v="517" actId="20577"/>
          <ac:spMkLst>
            <pc:docMk/>
            <pc:sldMk cId="2210866551" sldId="256"/>
            <ac:spMk id="3" creationId="{00000000-0000-0000-0000-000000000000}"/>
          </ac:spMkLst>
        </pc:spChg>
      </pc:sldChg>
      <pc:sldChg chg="modSp new">
        <pc:chgData name="Carlos Miglinski" userId="31b42f8782254bec" providerId="Windows Live" clId="Web-{7157366C-906E-4E47-8E54-D688CBF851B8}" dt="2023-09-13T21:22:51.273" v="99" actId="20577"/>
        <pc:sldMkLst>
          <pc:docMk/>
          <pc:sldMk cId="3164147156" sldId="257"/>
        </pc:sldMkLst>
        <pc:spChg chg="mod">
          <ac:chgData name="Carlos Miglinski" userId="31b42f8782254bec" providerId="Windows Live" clId="Web-{7157366C-906E-4E47-8E54-D688CBF851B8}" dt="2023-09-13T21:21:42.659" v="66" actId="20577"/>
          <ac:spMkLst>
            <pc:docMk/>
            <pc:sldMk cId="3164147156" sldId="257"/>
            <ac:spMk id="2" creationId="{F5C90053-C628-1FF1-C642-F7AF400DB3F9}"/>
          </ac:spMkLst>
        </pc:spChg>
        <pc:spChg chg="mod">
          <ac:chgData name="Carlos Miglinski" userId="31b42f8782254bec" providerId="Windows Live" clId="Web-{7157366C-906E-4E47-8E54-D688CBF851B8}" dt="2023-09-13T21:22:51.273" v="99" actId="20577"/>
          <ac:spMkLst>
            <pc:docMk/>
            <pc:sldMk cId="3164147156" sldId="257"/>
            <ac:spMk id="3" creationId="{3A6B4AB4-9C70-0D21-7721-18054359DF24}"/>
          </ac:spMkLst>
        </pc:spChg>
      </pc:sldChg>
      <pc:sldChg chg="add replId">
        <pc:chgData name="Carlos Miglinski" userId="31b42f8782254bec" providerId="Windows Live" clId="Web-{7157366C-906E-4E47-8E54-D688CBF851B8}" dt="2023-09-13T21:22:45.304" v="98"/>
        <pc:sldMkLst>
          <pc:docMk/>
          <pc:sldMk cId="3165035860" sldId="258"/>
        </pc:sldMkLst>
      </pc:sldChg>
      <pc:sldChg chg="modSp new ord">
        <pc:chgData name="Carlos Miglinski" userId="31b42f8782254bec" providerId="Windows Live" clId="Web-{7157366C-906E-4E47-8E54-D688CBF851B8}" dt="2023-09-13T21:24:28.983" v="171"/>
        <pc:sldMkLst>
          <pc:docMk/>
          <pc:sldMk cId="345785815" sldId="259"/>
        </pc:sldMkLst>
        <pc:spChg chg="mod">
          <ac:chgData name="Carlos Miglinski" userId="31b42f8782254bec" providerId="Windows Live" clId="Web-{7157366C-906E-4E47-8E54-D688CBF851B8}" dt="2023-09-13T21:24:06.434" v="166" actId="20577"/>
          <ac:spMkLst>
            <pc:docMk/>
            <pc:sldMk cId="345785815" sldId="259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24:18.091" v="169" actId="20577"/>
          <ac:spMkLst>
            <pc:docMk/>
            <pc:sldMk cId="345785815" sldId="259"/>
            <ac:spMk id="3" creationId="{57F6A766-5AA7-55E4-DBE0-E7F540DC4170}"/>
          </ac:spMkLst>
        </pc:spChg>
      </pc:sldChg>
      <pc:sldChg chg="add replId">
        <pc:chgData name="Carlos Miglinski" userId="31b42f8782254bec" providerId="Windows Live" clId="Web-{7157366C-906E-4E47-8E54-D688CBF851B8}" dt="2023-09-13T21:24:11.263" v="167"/>
        <pc:sldMkLst>
          <pc:docMk/>
          <pc:sldMk cId="450859226" sldId="260"/>
        </pc:sldMkLst>
      </pc:sldChg>
      <pc:sldChg chg="modSp add replId">
        <pc:chgData name="Carlos Miglinski" userId="31b42f8782254bec" providerId="Windows Live" clId="Web-{7157366C-906E-4E47-8E54-D688CBF851B8}" dt="2023-09-13T21:25:55.504" v="189" actId="20577"/>
        <pc:sldMkLst>
          <pc:docMk/>
          <pc:sldMk cId="1721346768" sldId="261"/>
        </pc:sldMkLst>
        <pc:spChg chg="mod">
          <ac:chgData name="Carlos Miglinski" userId="31b42f8782254bec" providerId="Windows Live" clId="Web-{7157366C-906E-4E47-8E54-D688CBF851B8}" dt="2023-09-13T21:25:34.049" v="183" actId="20577"/>
          <ac:spMkLst>
            <pc:docMk/>
            <pc:sldMk cId="1721346768" sldId="261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25:55.504" v="189" actId="20577"/>
          <ac:spMkLst>
            <pc:docMk/>
            <pc:sldMk cId="1721346768" sldId="261"/>
            <ac:spMk id="3" creationId="{57F6A766-5AA7-55E4-DBE0-E7F540DC4170}"/>
          </ac:spMkLst>
        </pc:spChg>
      </pc:sldChg>
      <pc:sldChg chg="add replId">
        <pc:chgData name="Carlos Miglinski" userId="31b42f8782254bec" providerId="Windows Live" clId="Web-{7157366C-906E-4E47-8E54-D688CBF851B8}" dt="2023-09-13T21:25:50.425" v="187"/>
        <pc:sldMkLst>
          <pc:docMk/>
          <pc:sldMk cId="572759369" sldId="262"/>
        </pc:sldMkLst>
      </pc:sldChg>
      <pc:sldChg chg="modSp add replId">
        <pc:chgData name="Carlos Miglinski" userId="31b42f8782254bec" providerId="Windows Live" clId="Web-{7157366C-906E-4E47-8E54-D688CBF851B8}" dt="2023-09-13T21:27:24.431" v="203" actId="20577"/>
        <pc:sldMkLst>
          <pc:docMk/>
          <pc:sldMk cId="1375104034" sldId="263"/>
        </pc:sldMkLst>
        <pc:spChg chg="mod">
          <ac:chgData name="Carlos Miglinski" userId="31b42f8782254bec" providerId="Windows Live" clId="Web-{7157366C-906E-4E47-8E54-D688CBF851B8}" dt="2023-09-13T21:27:24.431" v="203" actId="20577"/>
          <ac:spMkLst>
            <pc:docMk/>
            <pc:sldMk cId="1375104034" sldId="263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27:06.633" v="199" actId="20577"/>
          <ac:spMkLst>
            <pc:docMk/>
            <pc:sldMk cId="1375104034" sldId="263"/>
            <ac:spMk id="3" creationId="{57F6A766-5AA7-55E4-DBE0-E7F540DC4170}"/>
          </ac:spMkLst>
        </pc:spChg>
      </pc:sldChg>
      <pc:sldChg chg="modSp add replId">
        <pc:chgData name="Carlos Miglinski" userId="31b42f8782254bec" providerId="Windows Live" clId="Web-{7157366C-906E-4E47-8E54-D688CBF851B8}" dt="2023-09-13T21:27:16.103" v="201" actId="20577"/>
        <pc:sldMkLst>
          <pc:docMk/>
          <pc:sldMk cId="2786920405" sldId="264"/>
        </pc:sldMkLst>
        <pc:spChg chg="mod">
          <ac:chgData name="Carlos Miglinski" userId="31b42f8782254bec" providerId="Windows Live" clId="Web-{7157366C-906E-4E47-8E54-D688CBF851B8}" dt="2023-09-13T21:27:16.103" v="201" actId="20577"/>
          <ac:spMkLst>
            <pc:docMk/>
            <pc:sldMk cId="2786920405" sldId="264"/>
            <ac:spMk id="2" creationId="{60B6A5B1-32DF-FAA4-0259-945D1DBF0E53}"/>
          </ac:spMkLst>
        </pc:spChg>
      </pc:sldChg>
      <pc:sldChg chg="modSp add replId">
        <pc:chgData name="Carlos Miglinski" userId="31b42f8782254bec" providerId="Windows Live" clId="Web-{7157366C-906E-4E47-8E54-D688CBF851B8}" dt="2023-09-13T21:28:51.203" v="242" actId="20577"/>
        <pc:sldMkLst>
          <pc:docMk/>
          <pc:sldMk cId="2247749787" sldId="265"/>
        </pc:sldMkLst>
        <pc:spChg chg="mod">
          <ac:chgData name="Carlos Miglinski" userId="31b42f8782254bec" providerId="Windows Live" clId="Web-{7157366C-906E-4E47-8E54-D688CBF851B8}" dt="2023-09-13T21:28:40.030" v="240" actId="20577"/>
          <ac:spMkLst>
            <pc:docMk/>
            <pc:sldMk cId="2247749787" sldId="265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28:51.203" v="242" actId="20577"/>
          <ac:spMkLst>
            <pc:docMk/>
            <pc:sldMk cId="2247749787" sldId="265"/>
            <ac:spMk id="3" creationId="{57F6A766-5AA7-55E4-DBE0-E7F540DC4170}"/>
          </ac:spMkLst>
        </pc:spChg>
      </pc:sldChg>
      <pc:sldChg chg="add replId">
        <pc:chgData name="Carlos Miglinski" userId="31b42f8782254bec" providerId="Windows Live" clId="Web-{7157366C-906E-4E47-8E54-D688CBF851B8}" dt="2023-09-13T21:28:44.905" v="241"/>
        <pc:sldMkLst>
          <pc:docMk/>
          <pc:sldMk cId="1748517462" sldId="266"/>
        </pc:sldMkLst>
      </pc:sldChg>
      <pc:sldChg chg="modSp add replId">
        <pc:chgData name="Carlos Miglinski" userId="31b42f8782254bec" providerId="Windows Live" clId="Web-{7157366C-906E-4E47-8E54-D688CBF851B8}" dt="2023-09-13T21:29:51.363" v="264" actId="20577"/>
        <pc:sldMkLst>
          <pc:docMk/>
          <pc:sldMk cId="2495671927" sldId="267"/>
        </pc:sldMkLst>
        <pc:spChg chg="mod">
          <ac:chgData name="Carlos Miglinski" userId="31b42f8782254bec" providerId="Windows Live" clId="Web-{7157366C-906E-4E47-8E54-D688CBF851B8}" dt="2023-09-13T21:29:10.391" v="253" actId="20577"/>
          <ac:spMkLst>
            <pc:docMk/>
            <pc:sldMk cId="2495671927" sldId="267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29:51.363" v="264" actId="20577"/>
          <ac:spMkLst>
            <pc:docMk/>
            <pc:sldMk cId="2495671927" sldId="267"/>
            <ac:spMk id="3" creationId="{57F6A766-5AA7-55E4-DBE0-E7F540DC4170}"/>
          </ac:spMkLst>
        </pc:spChg>
      </pc:sldChg>
      <pc:sldChg chg="add replId">
        <pc:chgData name="Carlos Miglinski" userId="31b42f8782254bec" providerId="Windows Live" clId="Web-{7157366C-906E-4E47-8E54-D688CBF851B8}" dt="2023-09-13T21:29:42.628" v="263"/>
        <pc:sldMkLst>
          <pc:docMk/>
          <pc:sldMk cId="1531829033" sldId="268"/>
        </pc:sldMkLst>
      </pc:sldChg>
      <pc:sldChg chg="modSp add replId">
        <pc:chgData name="Carlos Miglinski" userId="31b42f8782254bec" providerId="Windows Live" clId="Web-{7157366C-906E-4E47-8E54-D688CBF851B8}" dt="2023-09-13T21:31:27.916" v="283" actId="20577"/>
        <pc:sldMkLst>
          <pc:docMk/>
          <pc:sldMk cId="4143473442" sldId="269"/>
        </pc:sldMkLst>
        <pc:spChg chg="mod">
          <ac:chgData name="Carlos Miglinski" userId="31b42f8782254bec" providerId="Windows Live" clId="Web-{7157366C-906E-4E47-8E54-D688CBF851B8}" dt="2023-09-13T21:30:47.429" v="271" actId="20577"/>
          <ac:spMkLst>
            <pc:docMk/>
            <pc:sldMk cId="4143473442" sldId="269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31:27.916" v="283" actId="20577"/>
          <ac:spMkLst>
            <pc:docMk/>
            <pc:sldMk cId="4143473442" sldId="269"/>
            <ac:spMk id="3" creationId="{57F6A766-5AA7-55E4-DBE0-E7F540DC4170}"/>
          </ac:spMkLst>
        </pc:spChg>
      </pc:sldChg>
      <pc:sldChg chg="add replId">
        <pc:chgData name="Carlos Miglinski" userId="31b42f8782254bec" providerId="Windows Live" clId="Web-{7157366C-906E-4E47-8E54-D688CBF851B8}" dt="2023-09-13T21:31:20.884" v="281"/>
        <pc:sldMkLst>
          <pc:docMk/>
          <pc:sldMk cId="3837699351" sldId="270"/>
        </pc:sldMkLst>
      </pc:sldChg>
      <pc:sldChg chg="modSp add replId">
        <pc:chgData name="Carlos Miglinski" userId="31b42f8782254bec" providerId="Windows Live" clId="Web-{7157366C-906E-4E47-8E54-D688CBF851B8}" dt="2023-09-13T21:33:01.094" v="329" actId="20577"/>
        <pc:sldMkLst>
          <pc:docMk/>
          <pc:sldMk cId="2117117966" sldId="271"/>
        </pc:sldMkLst>
        <pc:spChg chg="mod">
          <ac:chgData name="Carlos Miglinski" userId="31b42f8782254bec" providerId="Windows Live" clId="Web-{7157366C-906E-4E47-8E54-D688CBF851B8}" dt="2023-09-13T21:31:59.653" v="308" actId="20577"/>
          <ac:spMkLst>
            <pc:docMk/>
            <pc:sldMk cId="2117117966" sldId="271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33:01.094" v="329" actId="20577"/>
          <ac:spMkLst>
            <pc:docMk/>
            <pc:sldMk cId="2117117966" sldId="271"/>
            <ac:spMk id="3" creationId="{57F6A766-5AA7-55E4-DBE0-E7F540DC4170}"/>
          </ac:spMkLst>
        </pc:spChg>
      </pc:sldChg>
      <pc:sldChg chg="add replId">
        <pc:chgData name="Carlos Miglinski" userId="31b42f8782254bec" providerId="Windows Live" clId="Web-{7157366C-906E-4E47-8E54-D688CBF851B8}" dt="2023-09-13T21:32:56.125" v="328"/>
        <pc:sldMkLst>
          <pc:docMk/>
          <pc:sldMk cId="1413760178" sldId="272"/>
        </pc:sldMkLst>
      </pc:sldChg>
      <pc:sldChg chg="modSp add replId">
        <pc:chgData name="Carlos Miglinski" userId="31b42f8782254bec" providerId="Windows Live" clId="Web-{7157366C-906E-4E47-8E54-D688CBF851B8}" dt="2023-09-13T21:34:23.084" v="353" actId="20577"/>
        <pc:sldMkLst>
          <pc:docMk/>
          <pc:sldMk cId="672632508" sldId="273"/>
        </pc:sldMkLst>
        <pc:spChg chg="mod">
          <ac:chgData name="Carlos Miglinski" userId="31b42f8782254bec" providerId="Windows Live" clId="Web-{7157366C-906E-4E47-8E54-D688CBF851B8}" dt="2023-09-13T21:33:20.705" v="335" actId="20577"/>
          <ac:spMkLst>
            <pc:docMk/>
            <pc:sldMk cId="672632508" sldId="273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34:23.084" v="353" actId="20577"/>
          <ac:spMkLst>
            <pc:docMk/>
            <pc:sldMk cId="672632508" sldId="273"/>
            <ac:spMk id="3" creationId="{57F6A766-5AA7-55E4-DBE0-E7F540DC4170}"/>
          </ac:spMkLst>
        </pc:spChg>
      </pc:sldChg>
      <pc:sldChg chg="add replId">
        <pc:chgData name="Carlos Miglinski" userId="31b42f8782254bec" providerId="Windows Live" clId="Web-{7157366C-906E-4E47-8E54-D688CBF851B8}" dt="2023-09-13T21:34:17.302" v="352"/>
        <pc:sldMkLst>
          <pc:docMk/>
          <pc:sldMk cId="2414513894" sldId="274"/>
        </pc:sldMkLst>
      </pc:sldChg>
      <pc:sldChg chg="modSp add replId">
        <pc:chgData name="Carlos Miglinski" userId="31b42f8782254bec" providerId="Windows Live" clId="Web-{7157366C-906E-4E47-8E54-D688CBF851B8}" dt="2023-09-13T21:35:49.011" v="375" actId="20577"/>
        <pc:sldMkLst>
          <pc:docMk/>
          <pc:sldMk cId="1435000891" sldId="275"/>
        </pc:sldMkLst>
        <pc:spChg chg="mod">
          <ac:chgData name="Carlos Miglinski" userId="31b42f8782254bec" providerId="Windows Live" clId="Web-{7157366C-906E-4E47-8E54-D688CBF851B8}" dt="2023-09-13T21:34:41.366" v="362" actId="20577"/>
          <ac:spMkLst>
            <pc:docMk/>
            <pc:sldMk cId="1435000891" sldId="275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35:49.011" v="375" actId="20577"/>
          <ac:spMkLst>
            <pc:docMk/>
            <pc:sldMk cId="1435000891" sldId="275"/>
            <ac:spMk id="3" creationId="{57F6A766-5AA7-55E4-DBE0-E7F540DC4170}"/>
          </ac:spMkLst>
        </pc:spChg>
      </pc:sldChg>
      <pc:sldChg chg="add replId">
        <pc:chgData name="Carlos Miglinski" userId="31b42f8782254bec" providerId="Windows Live" clId="Web-{7157366C-906E-4E47-8E54-D688CBF851B8}" dt="2023-09-13T21:35:39.667" v="374"/>
        <pc:sldMkLst>
          <pc:docMk/>
          <pc:sldMk cId="4176049943" sldId="276"/>
        </pc:sldMkLst>
      </pc:sldChg>
      <pc:sldChg chg="new del">
        <pc:chgData name="Carlos Miglinski" userId="31b42f8782254bec" providerId="Windows Live" clId="Web-{7157366C-906E-4E47-8E54-D688CBF851B8}" dt="2023-09-13T21:36:57.187" v="392"/>
        <pc:sldMkLst>
          <pc:docMk/>
          <pc:sldMk cId="1339479625" sldId="277"/>
        </pc:sldMkLst>
      </pc:sldChg>
      <pc:sldChg chg="modSp add replId">
        <pc:chgData name="Carlos Miglinski" userId="31b42f8782254bec" providerId="Windows Live" clId="Web-{7157366C-906E-4E47-8E54-D688CBF851B8}" dt="2023-09-13T21:37:07.719" v="394" actId="20577"/>
        <pc:sldMkLst>
          <pc:docMk/>
          <pc:sldMk cId="2226321017" sldId="278"/>
        </pc:sldMkLst>
        <pc:spChg chg="mod">
          <ac:chgData name="Carlos Miglinski" userId="31b42f8782254bec" providerId="Windows Live" clId="Web-{7157366C-906E-4E47-8E54-D688CBF851B8}" dt="2023-09-13T21:36:24.920" v="386" actId="20577"/>
          <ac:spMkLst>
            <pc:docMk/>
            <pc:sldMk cId="2226321017" sldId="278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37:07.719" v="394" actId="20577"/>
          <ac:spMkLst>
            <pc:docMk/>
            <pc:sldMk cId="2226321017" sldId="278"/>
            <ac:spMk id="3" creationId="{57F6A766-5AA7-55E4-DBE0-E7F540DC4170}"/>
          </ac:spMkLst>
        </pc:spChg>
      </pc:sldChg>
      <pc:sldChg chg="add replId">
        <pc:chgData name="Carlos Miglinski" userId="31b42f8782254bec" providerId="Windows Live" clId="Web-{7157366C-906E-4E47-8E54-D688CBF851B8}" dt="2023-09-13T21:37:02.188" v="393"/>
        <pc:sldMkLst>
          <pc:docMk/>
          <pc:sldMk cId="2591523091" sldId="279"/>
        </pc:sldMkLst>
      </pc:sldChg>
      <pc:sldChg chg="modSp add replId">
        <pc:chgData name="Carlos Miglinski" userId="31b42f8782254bec" providerId="Windows Live" clId="Web-{7157366C-906E-4E47-8E54-D688CBF851B8}" dt="2023-09-13T21:37:55.801" v="408" actId="20577"/>
        <pc:sldMkLst>
          <pc:docMk/>
          <pc:sldMk cId="1020570022" sldId="280"/>
        </pc:sldMkLst>
        <pc:spChg chg="mod">
          <ac:chgData name="Carlos Miglinski" userId="31b42f8782254bec" providerId="Windows Live" clId="Web-{7157366C-906E-4E47-8E54-D688CBF851B8}" dt="2023-09-13T21:37:23.393" v="401" actId="20577"/>
          <ac:spMkLst>
            <pc:docMk/>
            <pc:sldMk cId="1020570022" sldId="280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37:55.801" v="408" actId="20577"/>
          <ac:spMkLst>
            <pc:docMk/>
            <pc:sldMk cId="1020570022" sldId="280"/>
            <ac:spMk id="3" creationId="{57F6A766-5AA7-55E4-DBE0-E7F540DC4170}"/>
          </ac:spMkLst>
        </pc:spChg>
      </pc:sldChg>
      <pc:sldChg chg="add replId">
        <pc:chgData name="Carlos Miglinski" userId="31b42f8782254bec" providerId="Windows Live" clId="Web-{7157366C-906E-4E47-8E54-D688CBF851B8}" dt="2023-09-13T21:37:50.597" v="407"/>
        <pc:sldMkLst>
          <pc:docMk/>
          <pc:sldMk cId="3728637983" sldId="281"/>
        </pc:sldMkLst>
      </pc:sldChg>
      <pc:sldChg chg="modSp add replId">
        <pc:chgData name="Carlos Miglinski" userId="31b42f8782254bec" providerId="Windows Live" clId="Web-{7157366C-906E-4E47-8E54-D688CBF851B8}" dt="2023-09-13T21:38:43.210" v="421" actId="20577"/>
        <pc:sldMkLst>
          <pc:docMk/>
          <pc:sldMk cId="393039239" sldId="282"/>
        </pc:sldMkLst>
        <pc:spChg chg="mod">
          <ac:chgData name="Carlos Miglinski" userId="31b42f8782254bec" providerId="Windows Live" clId="Web-{7157366C-906E-4E47-8E54-D688CBF851B8}" dt="2023-09-13T21:38:12.614" v="416" actId="20577"/>
          <ac:spMkLst>
            <pc:docMk/>
            <pc:sldMk cId="393039239" sldId="282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38:43.210" v="421" actId="20577"/>
          <ac:spMkLst>
            <pc:docMk/>
            <pc:sldMk cId="393039239" sldId="282"/>
            <ac:spMk id="3" creationId="{57F6A766-5AA7-55E4-DBE0-E7F540DC4170}"/>
          </ac:spMkLst>
        </pc:spChg>
      </pc:sldChg>
      <pc:sldChg chg="add replId">
        <pc:chgData name="Carlos Miglinski" userId="31b42f8782254bec" providerId="Windows Live" clId="Web-{7157366C-906E-4E47-8E54-D688CBF851B8}" dt="2023-09-13T21:38:37.819" v="420"/>
        <pc:sldMkLst>
          <pc:docMk/>
          <pc:sldMk cId="590648644" sldId="283"/>
        </pc:sldMkLst>
      </pc:sldChg>
      <pc:sldChg chg="modSp add replId">
        <pc:chgData name="Carlos Miglinski" userId="31b42f8782254bec" providerId="Windows Live" clId="Web-{7157366C-906E-4E47-8E54-D688CBF851B8}" dt="2023-09-13T21:40:32.045" v="450" actId="20577"/>
        <pc:sldMkLst>
          <pc:docMk/>
          <pc:sldMk cId="829100385" sldId="284"/>
        </pc:sldMkLst>
        <pc:spChg chg="mod">
          <ac:chgData name="Carlos Miglinski" userId="31b42f8782254bec" providerId="Windows Live" clId="Web-{7157366C-906E-4E47-8E54-D688CBF851B8}" dt="2023-09-13T21:40:14.138" v="447" actId="20577"/>
          <ac:spMkLst>
            <pc:docMk/>
            <pc:sldMk cId="829100385" sldId="284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40:32.045" v="450" actId="20577"/>
          <ac:spMkLst>
            <pc:docMk/>
            <pc:sldMk cId="829100385" sldId="284"/>
            <ac:spMk id="3" creationId="{57F6A766-5AA7-55E4-DBE0-E7F540DC4170}"/>
          </ac:spMkLst>
        </pc:spChg>
      </pc:sldChg>
      <pc:sldChg chg="add replId">
        <pc:chgData name="Carlos Miglinski" userId="31b42f8782254bec" providerId="Windows Live" clId="Web-{7157366C-906E-4E47-8E54-D688CBF851B8}" dt="2023-09-13T21:40:18.544" v="448"/>
        <pc:sldMkLst>
          <pc:docMk/>
          <pc:sldMk cId="791192787" sldId="285"/>
        </pc:sldMkLst>
      </pc:sldChg>
      <pc:sldChg chg="modSp add replId">
        <pc:chgData name="Carlos Miglinski" userId="31b42f8782254bec" providerId="Windows Live" clId="Web-{7157366C-906E-4E47-8E54-D688CBF851B8}" dt="2023-09-13T21:41:45.925" v="489" actId="20577"/>
        <pc:sldMkLst>
          <pc:docMk/>
          <pc:sldMk cId="3153423647" sldId="286"/>
        </pc:sldMkLst>
        <pc:spChg chg="mod">
          <ac:chgData name="Carlos Miglinski" userId="31b42f8782254bec" providerId="Windows Live" clId="Web-{7157366C-906E-4E47-8E54-D688CBF851B8}" dt="2023-09-13T21:40:46.609" v="458" actId="20577"/>
          <ac:spMkLst>
            <pc:docMk/>
            <pc:sldMk cId="3153423647" sldId="286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41:45.925" v="489" actId="20577"/>
          <ac:spMkLst>
            <pc:docMk/>
            <pc:sldMk cId="3153423647" sldId="286"/>
            <ac:spMk id="3" creationId="{57F6A766-5AA7-55E4-DBE0-E7F540DC4170}"/>
          </ac:spMkLst>
        </pc:spChg>
      </pc:sldChg>
      <pc:sldChg chg="add replId">
        <pc:chgData name="Carlos Miglinski" userId="31b42f8782254bec" providerId="Windows Live" clId="Web-{7157366C-906E-4E47-8E54-D688CBF851B8}" dt="2023-09-13T21:41:39.737" v="487"/>
        <pc:sldMkLst>
          <pc:docMk/>
          <pc:sldMk cId="282899758" sldId="287"/>
        </pc:sldMkLst>
      </pc:sldChg>
      <pc:sldChg chg="modSp add replId">
        <pc:chgData name="Carlos Miglinski" userId="31b42f8782254bec" providerId="Windows Live" clId="Web-{7157366C-906E-4E47-8E54-D688CBF851B8}" dt="2023-09-13T21:42:58.539" v="504" actId="20577"/>
        <pc:sldMkLst>
          <pc:docMk/>
          <pc:sldMk cId="1366319469" sldId="288"/>
        </pc:sldMkLst>
        <pc:spChg chg="mod">
          <ac:chgData name="Carlos Miglinski" userId="31b42f8782254bec" providerId="Windows Live" clId="Web-{7157366C-906E-4E47-8E54-D688CBF851B8}" dt="2023-09-13T21:42:00.926" v="494" actId="20577"/>
          <ac:spMkLst>
            <pc:docMk/>
            <pc:sldMk cId="1366319469" sldId="288"/>
            <ac:spMk id="2" creationId="{60B6A5B1-32DF-FAA4-0259-945D1DBF0E53}"/>
          </ac:spMkLst>
        </pc:spChg>
        <pc:spChg chg="mod">
          <ac:chgData name="Carlos Miglinski" userId="31b42f8782254bec" providerId="Windows Live" clId="Web-{7157366C-906E-4E47-8E54-D688CBF851B8}" dt="2023-09-13T21:42:58.539" v="504" actId="20577"/>
          <ac:spMkLst>
            <pc:docMk/>
            <pc:sldMk cId="1366319469" sldId="288"/>
            <ac:spMk id="3" creationId="{57F6A766-5AA7-55E4-DBE0-E7F540DC4170}"/>
          </ac:spMkLst>
        </pc:spChg>
      </pc:sldChg>
      <pc:sldChg chg="add replId">
        <pc:chgData name="Carlos Miglinski" userId="31b42f8782254bec" providerId="Windows Live" clId="Web-{7157366C-906E-4E47-8E54-D688CBF851B8}" dt="2023-09-13T21:42:53.320" v="502"/>
        <pc:sldMkLst>
          <pc:docMk/>
          <pc:sldMk cId="3098035600" sldId="289"/>
        </pc:sldMkLst>
      </pc:sldChg>
      <pc:sldChg chg="modSp new">
        <pc:chgData name="Carlos Miglinski" userId="31b42f8782254bec" providerId="Windows Live" clId="Web-{7157366C-906E-4E47-8E54-D688CBF851B8}" dt="2023-09-13T21:49:02" v="639" actId="20577"/>
        <pc:sldMkLst>
          <pc:docMk/>
          <pc:sldMk cId="2824352493" sldId="290"/>
        </pc:sldMkLst>
        <pc:spChg chg="mod">
          <ac:chgData name="Carlos Miglinski" userId="31b42f8782254bec" providerId="Windows Live" clId="Web-{7157366C-906E-4E47-8E54-D688CBF851B8}" dt="2023-09-13T21:47:12.102" v="536" actId="20577"/>
          <ac:spMkLst>
            <pc:docMk/>
            <pc:sldMk cId="2824352493" sldId="290"/>
            <ac:spMk id="2" creationId="{383FBA1D-B7B7-D87F-7176-757B65B25995}"/>
          </ac:spMkLst>
        </pc:spChg>
        <pc:spChg chg="mod">
          <ac:chgData name="Carlos Miglinski" userId="31b42f8782254bec" providerId="Windows Live" clId="Web-{7157366C-906E-4E47-8E54-D688CBF851B8}" dt="2023-09-13T21:49:02" v="639" actId="20577"/>
          <ac:spMkLst>
            <pc:docMk/>
            <pc:sldMk cId="2824352493" sldId="290"/>
            <ac:spMk id="3" creationId="{8081222B-D539-D0A0-F12A-1FC4959066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17.09.2024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17.09.2024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17.09.2024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17.09.2024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17.09.2024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17.09.2024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17.09.2024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17.09.2024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17.09.2024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17.09.2024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17.09.2024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17.09.2024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>
                <a:cs typeface="Calibri Light"/>
              </a:rPr>
              <a:t>Revisão</a:t>
            </a:r>
            <a:r>
              <a:rPr lang="de-DE">
                <a:cs typeface="Calibri Light"/>
              </a:rPr>
              <a:t> P1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err="1">
                <a:cs typeface="Calibri"/>
              </a:rPr>
              <a:t>Estrutura</a:t>
            </a:r>
            <a:r>
              <a:rPr lang="de-DE">
                <a:cs typeface="Calibri"/>
              </a:rPr>
              <a:t> de </a:t>
            </a:r>
            <a:r>
              <a:rPr lang="de-DE" err="1">
                <a:cs typeface="Calibri"/>
              </a:rPr>
              <a:t>Dados</a:t>
            </a:r>
            <a:r>
              <a:rPr lang="de-DE">
                <a:cs typeface="Calibri"/>
              </a:rPr>
              <a:t> 01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FBA1D-B7B7-D87F-7176-757B65B25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Prova 02/10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81222B-D539-D0A0-F12A-1FC495906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>
                <a:cs typeface="Calibri"/>
              </a:rPr>
              <a:t>Sala de aula, não será no laboratório.</a:t>
            </a:r>
          </a:p>
          <a:p>
            <a:r>
              <a:rPr lang="pt-BR">
                <a:cs typeface="Calibri"/>
              </a:rPr>
              <a:t>Sem consulta</a:t>
            </a:r>
          </a:p>
          <a:p>
            <a:r>
              <a:rPr lang="pt-BR">
                <a:cs typeface="Calibri"/>
              </a:rPr>
              <a:t>Individual</a:t>
            </a:r>
          </a:p>
          <a:p>
            <a:r>
              <a:rPr lang="pt-BR">
                <a:cs typeface="Calibri"/>
              </a:rPr>
              <a:t>Escrita</a:t>
            </a:r>
          </a:p>
          <a:p>
            <a:r>
              <a:rPr lang="pt-BR">
                <a:cs typeface="Calibri"/>
              </a:rPr>
              <a:t>Somente caneta, lápis, borracha serão permitidos no dia da prova</a:t>
            </a:r>
          </a:p>
        </p:txBody>
      </p:sp>
    </p:spTree>
    <p:extLst>
      <p:ext uri="{BB962C8B-B14F-4D97-AF65-F5344CB8AC3E}">
        <p14:creationId xmlns:p14="http://schemas.microsoft.com/office/powerpoint/2010/main" val="2824352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90053-C628-1FF1-C642-F7AF400DB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arenR"/>
            </a:pPr>
            <a:r>
              <a:rPr lang="pt-BR">
                <a:cs typeface="Calibri Light"/>
              </a:rPr>
              <a:t>Desenvolva uma função para calcular o fatorial de um número usando recursão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6B4AB4-9C70-0D21-7721-18054359D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sz="400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64147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90053-C628-1FF1-C642-F7AF400DB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arenR"/>
            </a:pPr>
            <a:r>
              <a:rPr lang="pt-BR">
                <a:cs typeface="Calibri Light"/>
              </a:rPr>
              <a:t>Desenvolva uma função para calcular o fatorial de um número usando recursão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6B4AB4-9C70-0D21-7721-18054359D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4000" err="1">
                <a:cs typeface="Calibri" panose="020F0502020204030204"/>
              </a:rPr>
              <a:t>int</a:t>
            </a:r>
            <a:r>
              <a:rPr lang="pt-BR" sz="4000">
                <a:cs typeface="Calibri" panose="020F0502020204030204"/>
              </a:rPr>
              <a:t> </a:t>
            </a:r>
            <a:r>
              <a:rPr lang="pt-BR" sz="4000" err="1">
                <a:cs typeface="Calibri" panose="020F0502020204030204"/>
              </a:rPr>
              <a:t>fat</a:t>
            </a:r>
            <a:r>
              <a:rPr lang="pt-BR" sz="4000">
                <a:cs typeface="Calibri" panose="020F0502020204030204"/>
              </a:rPr>
              <a:t>(</a:t>
            </a:r>
            <a:r>
              <a:rPr lang="pt-BR" sz="4000" err="1">
                <a:cs typeface="Calibri" panose="020F0502020204030204"/>
              </a:rPr>
              <a:t>int</a:t>
            </a:r>
            <a:r>
              <a:rPr lang="pt-BR" sz="4000">
                <a:cs typeface="Calibri" panose="020F0502020204030204"/>
              </a:rPr>
              <a:t> n) { </a:t>
            </a:r>
          </a:p>
          <a:p>
            <a:pPr marL="0" indent="0">
              <a:buNone/>
            </a:pPr>
            <a:r>
              <a:rPr lang="pt-BR" sz="4000">
                <a:cs typeface="Calibri" panose="020F0502020204030204"/>
              </a:rPr>
              <a:t>    </a:t>
            </a:r>
            <a:r>
              <a:rPr lang="pt-BR" sz="4000" err="1">
                <a:cs typeface="Calibri" panose="020F0502020204030204"/>
              </a:rPr>
              <a:t>if</a:t>
            </a:r>
            <a:r>
              <a:rPr lang="pt-BR" sz="4000">
                <a:cs typeface="Calibri" panose="020F0502020204030204"/>
              </a:rPr>
              <a:t> (n &lt;= 0) </a:t>
            </a:r>
          </a:p>
          <a:p>
            <a:pPr marL="0" indent="0">
              <a:buNone/>
            </a:pPr>
            <a:r>
              <a:rPr lang="pt-BR" sz="4000">
                <a:cs typeface="Calibri" panose="020F0502020204030204"/>
              </a:rPr>
              <a:t>          </a:t>
            </a:r>
            <a:r>
              <a:rPr lang="pt-BR" sz="4000" err="1">
                <a:cs typeface="Calibri" panose="020F0502020204030204"/>
              </a:rPr>
              <a:t>return</a:t>
            </a:r>
            <a:r>
              <a:rPr lang="pt-BR" sz="4000">
                <a:cs typeface="Calibri" panose="020F0502020204030204"/>
              </a:rPr>
              <a:t> 1; </a:t>
            </a:r>
          </a:p>
          <a:p>
            <a:pPr marL="0" indent="0">
              <a:buNone/>
            </a:pPr>
            <a:r>
              <a:rPr lang="pt-BR" sz="4000">
                <a:cs typeface="Calibri" panose="020F0502020204030204"/>
              </a:rPr>
              <a:t>    </a:t>
            </a:r>
            <a:r>
              <a:rPr lang="pt-BR" sz="4000" err="1">
                <a:cs typeface="Calibri" panose="020F0502020204030204"/>
              </a:rPr>
              <a:t>else</a:t>
            </a:r>
            <a:r>
              <a:rPr lang="pt-BR" sz="4000">
                <a:cs typeface="Calibri" panose="020F0502020204030204"/>
              </a:rPr>
              <a:t> </a:t>
            </a:r>
          </a:p>
          <a:p>
            <a:pPr marL="0" indent="0">
              <a:buNone/>
            </a:pPr>
            <a:r>
              <a:rPr lang="pt-BR" sz="4000">
                <a:cs typeface="Calibri" panose="020F0502020204030204"/>
              </a:rPr>
              <a:t>           </a:t>
            </a:r>
            <a:r>
              <a:rPr lang="pt-BR" sz="4000" err="1">
                <a:cs typeface="Calibri" panose="020F0502020204030204"/>
              </a:rPr>
              <a:t>return</a:t>
            </a:r>
            <a:r>
              <a:rPr lang="pt-BR" sz="4000">
                <a:cs typeface="Calibri" panose="020F0502020204030204"/>
              </a:rPr>
              <a:t> (n * </a:t>
            </a:r>
            <a:r>
              <a:rPr lang="pt-BR" sz="4000" err="1">
                <a:cs typeface="Calibri" panose="020F0502020204030204"/>
              </a:rPr>
              <a:t>fat</a:t>
            </a:r>
            <a:r>
              <a:rPr lang="pt-BR" sz="4000">
                <a:cs typeface="Calibri"/>
              </a:rPr>
              <a:t>(n - 1)); </a:t>
            </a:r>
          </a:p>
          <a:p>
            <a:pPr marL="0" indent="0">
              <a:buNone/>
            </a:pPr>
            <a:r>
              <a:rPr lang="pt-BR" sz="4000">
                <a:cs typeface="Calibri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5035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2) Demonstre como é definida a estrutura de uma LISTA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/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5785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2) Demonstre como é definida a estrutura de uma LISTA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pt-BR" err="1">
                <a:cs typeface="Calibri" panose="020F0502020204030204"/>
              </a:rPr>
              <a:t>typedef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struct</a:t>
            </a:r>
            <a:r>
              <a:rPr lang="pt-BR">
                <a:cs typeface="Calibri" panose="020F0502020204030204"/>
              </a:rPr>
              <a:t> {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TIPOCHAVE chave;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// outros campos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} REGISTRO;</a:t>
            </a:r>
            <a:endParaRPr lang="pt-BR"/>
          </a:p>
          <a:p>
            <a:pPr marL="0" indent="0">
              <a:buNone/>
            </a:pPr>
            <a:br>
              <a:rPr lang="en-US"/>
            </a:br>
            <a:endParaRPr lang="en-US"/>
          </a:p>
          <a:p>
            <a:pPr marL="0" indent="0">
              <a:buNone/>
            </a:pPr>
            <a:r>
              <a:rPr lang="pt-BR" err="1">
                <a:cs typeface="Calibri" panose="020F0502020204030204"/>
              </a:rPr>
              <a:t>typedef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struct</a:t>
            </a:r>
            <a:r>
              <a:rPr lang="pt-BR">
                <a:cs typeface="Calibri" panose="020F0502020204030204"/>
              </a:rPr>
              <a:t> {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REGISTRO A[MAX];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</a:t>
            </a:r>
            <a:r>
              <a:rPr lang="pt-BR" err="1">
                <a:cs typeface="Calibri" panose="020F0502020204030204"/>
              </a:rPr>
              <a:t>int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nroElem</a:t>
            </a:r>
            <a:r>
              <a:rPr lang="pt-BR">
                <a:cs typeface="Calibri" panose="020F0502020204030204"/>
              </a:rPr>
              <a:t>;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} LISTA;</a:t>
            </a:r>
            <a:endParaRPr lang="pt-BR"/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5085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3) Demonstre como é definida a estrutura de uma PILHA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endParaRPr lang="pt-BR"/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21346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3) Demonstre como é definida a estrutura de uma PILHA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pt-BR" err="1">
                <a:cs typeface="Calibri" panose="020F0502020204030204"/>
              </a:rPr>
              <a:t>typedef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struct</a:t>
            </a:r>
            <a:r>
              <a:rPr lang="pt-BR">
                <a:cs typeface="Calibri" panose="020F0502020204030204"/>
              </a:rPr>
              <a:t> {</a:t>
            </a:r>
            <a:endParaRPr lang="pt-BR"/>
          </a:p>
          <a:p>
            <a:pPr marL="0" indent="0">
              <a:lnSpc>
                <a:spcPct val="80000"/>
              </a:lnSpc>
              <a:buNone/>
            </a:pPr>
            <a:r>
              <a:rPr lang="pt-BR">
                <a:cs typeface="Calibri" panose="020F0502020204030204"/>
              </a:rPr>
              <a:t>    TIPOCHAVE chave;</a:t>
            </a:r>
            <a:endParaRPr lang="pt-BR"/>
          </a:p>
          <a:p>
            <a:pPr marL="0" indent="0">
              <a:lnSpc>
                <a:spcPct val="80000"/>
              </a:lnSpc>
              <a:buNone/>
            </a:pPr>
            <a:r>
              <a:rPr lang="pt-BR">
                <a:cs typeface="Calibri" panose="020F0502020204030204"/>
              </a:rPr>
              <a:t>    // outros campos </a:t>
            </a:r>
            <a:endParaRPr lang="pt-BR"/>
          </a:p>
          <a:p>
            <a:pPr marL="0" indent="0">
              <a:lnSpc>
                <a:spcPct val="80000"/>
              </a:lnSpc>
              <a:buNone/>
            </a:pPr>
            <a:r>
              <a:rPr lang="pt-BR">
                <a:cs typeface="Calibri" panose="020F0502020204030204"/>
              </a:rPr>
              <a:t>} REGISTRO;</a:t>
            </a:r>
            <a:endParaRPr lang="pt-BR"/>
          </a:p>
          <a:p>
            <a:pPr marL="0" indent="0">
              <a:lnSpc>
                <a:spcPct val="80000"/>
              </a:lnSpc>
              <a:buNone/>
            </a:pPr>
            <a:br>
              <a:rPr lang="en-US"/>
            </a:br>
            <a:endParaRPr lang="en-US"/>
          </a:p>
          <a:p>
            <a:pPr marL="0" indent="0">
              <a:lnSpc>
                <a:spcPct val="80000"/>
              </a:lnSpc>
              <a:buNone/>
            </a:pPr>
            <a:r>
              <a:rPr lang="pt-BR" err="1">
                <a:cs typeface="Calibri" panose="020F0502020204030204"/>
              </a:rPr>
              <a:t>typedef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struct</a:t>
            </a:r>
            <a:r>
              <a:rPr lang="pt-BR">
                <a:cs typeface="Calibri" panose="020F0502020204030204"/>
              </a:rPr>
              <a:t> {</a:t>
            </a:r>
            <a:endParaRPr lang="pt-BR"/>
          </a:p>
          <a:p>
            <a:pPr marL="0" indent="0">
              <a:lnSpc>
                <a:spcPct val="80000"/>
              </a:lnSpc>
              <a:buNone/>
            </a:pPr>
            <a:r>
              <a:rPr lang="pt-BR">
                <a:cs typeface="Calibri" panose="020F0502020204030204"/>
              </a:rPr>
              <a:t>    REGISTRO A[MAX];</a:t>
            </a:r>
            <a:endParaRPr lang="pt-BR"/>
          </a:p>
          <a:p>
            <a:pPr marL="0" indent="0">
              <a:lnSpc>
                <a:spcPct val="80000"/>
              </a:lnSpc>
              <a:buNone/>
            </a:pPr>
            <a:r>
              <a:rPr lang="pt-BR">
                <a:cs typeface="Calibri" panose="020F0502020204030204"/>
              </a:rPr>
              <a:t>    </a:t>
            </a:r>
            <a:r>
              <a:rPr lang="pt-BR" err="1">
                <a:cs typeface="Calibri" panose="020F0502020204030204"/>
              </a:rPr>
              <a:t>int</a:t>
            </a:r>
            <a:r>
              <a:rPr lang="pt-BR">
                <a:cs typeface="Calibri" panose="020F0502020204030204"/>
              </a:rPr>
              <a:t> topo;</a:t>
            </a:r>
            <a:endParaRPr lang="pt-BR"/>
          </a:p>
          <a:p>
            <a:pPr marL="0" indent="0">
              <a:lnSpc>
                <a:spcPct val="80000"/>
              </a:lnSpc>
              <a:buNone/>
            </a:pPr>
            <a:r>
              <a:rPr lang="pt-BR">
                <a:cs typeface="Calibri" panose="020F0502020204030204"/>
              </a:rPr>
              <a:t>} PILHA;</a:t>
            </a:r>
            <a:endParaRPr lang="pt-BR"/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72759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4) Demonstre como é definida a estrutura de uma FILA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/>
          </a:p>
          <a:p>
            <a:pPr marL="0" indent="0">
              <a:lnSpc>
                <a:spcPct val="8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75104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4) Demonstre como é definida a estrutura de uma FILA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pt-BR" err="1">
                <a:cs typeface="Calibri" panose="020F0502020204030204"/>
              </a:rPr>
              <a:t>typedef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struct</a:t>
            </a:r>
            <a:r>
              <a:rPr lang="pt-BR">
                <a:cs typeface="Calibri" panose="020F0502020204030204"/>
              </a:rPr>
              <a:t> {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>
                <a:cs typeface="Calibri" panose="020F0502020204030204"/>
              </a:rPr>
              <a:t>    TIPOCHAVE chave;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>
                <a:cs typeface="Calibri" panose="020F0502020204030204"/>
              </a:rPr>
              <a:t>} REGISTRO;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br>
              <a:rPr lang="en-US"/>
            </a:br>
            <a:endParaRPr lang="en-US"/>
          </a:p>
          <a:p>
            <a:pPr marL="0" indent="0">
              <a:lnSpc>
                <a:spcPct val="70000"/>
              </a:lnSpc>
              <a:buNone/>
            </a:pPr>
            <a:r>
              <a:rPr lang="pt-BR" err="1">
                <a:cs typeface="Calibri" panose="020F0502020204030204"/>
              </a:rPr>
              <a:t>typedef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struct</a:t>
            </a:r>
            <a:r>
              <a:rPr lang="pt-BR">
                <a:cs typeface="Calibri" panose="020F0502020204030204"/>
              </a:rPr>
              <a:t> {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>
                <a:cs typeface="Calibri" panose="020F0502020204030204"/>
              </a:rPr>
              <a:t>    REGISTRO A[MAX];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>
                <a:cs typeface="Calibri" panose="020F0502020204030204"/>
              </a:rPr>
              <a:t>    </a:t>
            </a:r>
            <a:r>
              <a:rPr lang="pt-BR" err="1">
                <a:cs typeface="Calibri" panose="020F0502020204030204"/>
              </a:rPr>
              <a:t>int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inicio</a:t>
            </a:r>
            <a:r>
              <a:rPr lang="pt-BR">
                <a:cs typeface="Calibri" panose="020F0502020204030204"/>
              </a:rPr>
              <a:t>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>
                <a:cs typeface="Calibri" panose="020F0502020204030204"/>
              </a:rPr>
              <a:t>    </a:t>
            </a:r>
            <a:r>
              <a:rPr lang="pt-BR" err="1">
                <a:cs typeface="Calibri" panose="020F0502020204030204"/>
              </a:rPr>
              <a:t>int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nroElem</a:t>
            </a:r>
            <a:r>
              <a:rPr lang="pt-BR">
                <a:cs typeface="Calibri" panose="020F0502020204030204"/>
              </a:rPr>
              <a:t>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>
                <a:cs typeface="Calibri" panose="020F0502020204030204"/>
              </a:rPr>
              <a:t>} FILA;</a:t>
            </a:r>
            <a:endParaRPr lang="pt-BR"/>
          </a:p>
          <a:p>
            <a:pPr marL="0" indent="0">
              <a:lnSpc>
                <a:spcPct val="8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86920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5) Implemente uma função para inicializar uma lista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lnSpc>
                <a:spcPct val="8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endParaRPr lang="pt-BR" sz="3600">
              <a:cs typeface="Calibri" panose="020F0502020204030204"/>
            </a:endParaRPr>
          </a:p>
          <a:p>
            <a:pPr marL="0" indent="0">
              <a:buNone/>
            </a:pPr>
            <a:endParaRPr lang="pt-BR" sz="3600"/>
          </a:p>
          <a:p>
            <a:pPr marL="0" indent="0">
              <a:buNone/>
            </a:pPr>
            <a:br>
              <a:rPr lang="en-US"/>
            </a:br>
            <a:endParaRPr lang="en-US"/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47749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5) Implemente uma função para inicializar uma lista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lnSpc>
                <a:spcPct val="8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endParaRPr lang="pt-BR" sz="3600">
              <a:cs typeface="Calibri" panose="020F0502020204030204"/>
            </a:endParaRPr>
          </a:p>
          <a:p>
            <a:pPr marL="0" indent="0">
              <a:buNone/>
            </a:pPr>
            <a:r>
              <a:rPr lang="pt-BR" sz="3600" err="1">
                <a:cs typeface="Calibri" panose="020F0502020204030204"/>
              </a:rPr>
              <a:t>void</a:t>
            </a:r>
            <a:r>
              <a:rPr lang="pt-BR" sz="3600">
                <a:cs typeface="Calibri" panose="020F0502020204030204"/>
              </a:rPr>
              <a:t> </a:t>
            </a:r>
            <a:r>
              <a:rPr lang="pt-BR" sz="3600" err="1">
                <a:cs typeface="Calibri" panose="020F0502020204030204"/>
              </a:rPr>
              <a:t>inicializaLista</a:t>
            </a:r>
            <a:r>
              <a:rPr lang="pt-BR" sz="3600">
                <a:cs typeface="Calibri" panose="020F0502020204030204"/>
              </a:rPr>
              <a:t> (LISTA *l){</a:t>
            </a:r>
          </a:p>
          <a:p>
            <a:pPr marL="0" indent="0">
              <a:buNone/>
            </a:pPr>
            <a:r>
              <a:rPr lang="pt-BR" sz="3600">
                <a:cs typeface="Calibri" panose="020F0502020204030204"/>
              </a:rPr>
              <a:t>    l-&gt;</a:t>
            </a:r>
            <a:r>
              <a:rPr lang="pt-BR" sz="3600" err="1">
                <a:cs typeface="Calibri" panose="020F0502020204030204"/>
              </a:rPr>
              <a:t>nroElem</a:t>
            </a:r>
            <a:r>
              <a:rPr lang="pt-BR" sz="3600">
                <a:cs typeface="Calibri" panose="020F0502020204030204"/>
              </a:rPr>
              <a:t> = 0;</a:t>
            </a:r>
          </a:p>
          <a:p>
            <a:pPr marL="0" indent="0">
              <a:buNone/>
            </a:pPr>
            <a:r>
              <a:rPr lang="pt-BR" sz="3600">
                <a:cs typeface="Calibri" panose="020F0502020204030204"/>
              </a:rPr>
              <a:t>}</a:t>
            </a:r>
            <a:endParaRPr lang="pt-BR" sz="3600"/>
          </a:p>
          <a:p>
            <a:pPr marL="0" indent="0">
              <a:buNone/>
            </a:pPr>
            <a:br>
              <a:rPr lang="en-US"/>
            </a:br>
            <a:endParaRPr lang="en-US"/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48517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6) Implemente uma função para inicializar uma PILHA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lnSpc>
                <a:spcPct val="8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endParaRPr lang="pt-BR" sz="3600">
              <a:cs typeface="Calibri" panose="020F0502020204030204"/>
            </a:endParaRPr>
          </a:p>
          <a:p>
            <a:pPr marL="0" indent="0">
              <a:buNone/>
            </a:pPr>
            <a:endParaRPr lang="pt-BR" sz="3600">
              <a:cs typeface="Calibri" panose="020F0502020204030204"/>
            </a:endParaRPr>
          </a:p>
          <a:p>
            <a:pPr marL="0" indent="0">
              <a:buNone/>
            </a:pPr>
            <a:br>
              <a:rPr lang="en-US"/>
            </a:br>
            <a:endParaRPr lang="en-US"/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95671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6) Implemente uma função para inicializar uma PILHA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lnSpc>
                <a:spcPct val="8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r>
              <a:rPr lang="pt-BR" sz="3600" err="1">
                <a:cs typeface="Calibri" panose="020F0502020204030204"/>
              </a:rPr>
              <a:t>void</a:t>
            </a:r>
            <a:r>
              <a:rPr lang="pt-BR" sz="3600">
                <a:cs typeface="Calibri" panose="020F0502020204030204"/>
              </a:rPr>
              <a:t> </a:t>
            </a:r>
            <a:r>
              <a:rPr lang="pt-BR" sz="3600" err="1">
                <a:cs typeface="Calibri" panose="020F0502020204030204"/>
              </a:rPr>
              <a:t>inicializaPilha</a:t>
            </a:r>
            <a:r>
              <a:rPr lang="pt-BR" sz="3600">
                <a:cs typeface="Calibri" panose="020F0502020204030204"/>
              </a:rPr>
              <a:t> (PILHA *p){</a:t>
            </a:r>
            <a:endParaRPr lang="pt-BR"/>
          </a:p>
          <a:p>
            <a:pPr marL="0" indent="0">
              <a:buNone/>
            </a:pPr>
            <a:r>
              <a:rPr lang="pt-BR" sz="3600">
                <a:cs typeface="Calibri" panose="020F0502020204030204"/>
              </a:rPr>
              <a:t>    p-&gt;topo = -1;</a:t>
            </a:r>
            <a:endParaRPr lang="pt-BR"/>
          </a:p>
          <a:p>
            <a:pPr marL="0" indent="0">
              <a:buNone/>
            </a:pPr>
            <a:r>
              <a:rPr lang="pt-BR" sz="3600">
                <a:cs typeface="Calibri" panose="020F0502020204030204"/>
              </a:rPr>
              <a:t>}</a:t>
            </a:r>
            <a:endParaRPr lang="pt-BR"/>
          </a:p>
          <a:p>
            <a:pPr marL="0" indent="0">
              <a:buNone/>
            </a:pPr>
            <a:endParaRPr lang="pt-BR" sz="3600">
              <a:cs typeface="Calibri" panose="020F0502020204030204"/>
            </a:endParaRPr>
          </a:p>
          <a:p>
            <a:pPr marL="0" indent="0">
              <a:buNone/>
            </a:pPr>
            <a:br>
              <a:rPr lang="en-US"/>
            </a:br>
            <a:endParaRPr lang="en-US"/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31829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7) Implemente uma função para inicializar uma FILA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lnSpc>
                <a:spcPct val="8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br>
              <a:rPr lang="en-US"/>
            </a:br>
            <a:endParaRPr lang="en-US"/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43473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7) Implemente uma função para inicializar uma FILA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7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lnSpc>
                <a:spcPct val="8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r>
              <a:rPr lang="pt-BR" sz="3600" err="1">
                <a:cs typeface="Calibri" panose="020F0502020204030204"/>
              </a:rPr>
              <a:t>void</a:t>
            </a:r>
            <a:r>
              <a:rPr lang="pt-BR" sz="3600">
                <a:cs typeface="Calibri" panose="020F0502020204030204"/>
              </a:rPr>
              <a:t> </a:t>
            </a:r>
            <a:r>
              <a:rPr lang="pt-BR" sz="3600" err="1">
                <a:cs typeface="Calibri" panose="020F0502020204030204"/>
              </a:rPr>
              <a:t>inicializarFila</a:t>
            </a:r>
            <a:r>
              <a:rPr lang="pt-BR" sz="3600">
                <a:cs typeface="Calibri" panose="020F0502020204030204"/>
              </a:rPr>
              <a:t>(FILA *f){</a:t>
            </a:r>
            <a:endParaRPr lang="pt-BR"/>
          </a:p>
          <a:p>
            <a:pPr marL="0" indent="0">
              <a:buNone/>
            </a:pPr>
            <a:r>
              <a:rPr lang="pt-BR" sz="3600">
                <a:cs typeface="Calibri" panose="020F0502020204030204"/>
              </a:rPr>
              <a:t>    f-&gt;inicio = 0;</a:t>
            </a:r>
            <a:endParaRPr lang="pt-BR"/>
          </a:p>
          <a:p>
            <a:pPr marL="0" indent="0">
              <a:buNone/>
            </a:pPr>
            <a:r>
              <a:rPr lang="pt-BR" sz="3600">
                <a:cs typeface="Calibri" panose="020F0502020204030204"/>
              </a:rPr>
              <a:t>    f-&gt;</a:t>
            </a:r>
            <a:r>
              <a:rPr lang="pt-BR" sz="3600" err="1">
                <a:cs typeface="Calibri" panose="020F0502020204030204"/>
              </a:rPr>
              <a:t>nroElem</a:t>
            </a:r>
            <a:r>
              <a:rPr lang="pt-BR" sz="3600">
                <a:cs typeface="Calibri" panose="020F0502020204030204"/>
              </a:rPr>
              <a:t> = 0;</a:t>
            </a:r>
            <a:endParaRPr lang="pt-BR"/>
          </a:p>
          <a:p>
            <a:pPr marL="0" indent="0">
              <a:buNone/>
            </a:pPr>
            <a:r>
              <a:rPr lang="pt-BR" sz="3600">
                <a:cs typeface="Calibri" panose="020F0502020204030204"/>
              </a:rPr>
              <a:t>}</a:t>
            </a:r>
            <a:endParaRPr lang="pt-BR"/>
          </a:p>
          <a:p>
            <a:pPr marL="0" indent="0">
              <a:buNone/>
            </a:pPr>
            <a:br>
              <a:rPr lang="en-US"/>
            </a:br>
            <a:endParaRPr lang="en-US"/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37699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8) Implemente uma função para listar os elementos de uma LISTA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br>
              <a:rPr lang="en-US"/>
            </a:br>
            <a:endParaRPr lang="en-US">
              <a:cs typeface="Calibri"/>
            </a:endParaRPr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17117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8) Implemente uma função para listar os elementos de uma LISTA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>
              <a:cs typeface="Calibri" panose="020F0502020204030204"/>
            </a:endParaRPr>
          </a:p>
          <a:p>
            <a:pPr marL="0" indent="0">
              <a:buNone/>
            </a:pPr>
            <a:r>
              <a:rPr lang="pt-BR" sz="3600" err="1">
                <a:cs typeface="Calibri" panose="020F0502020204030204"/>
              </a:rPr>
              <a:t>void</a:t>
            </a:r>
            <a:r>
              <a:rPr lang="pt-BR" sz="3600">
                <a:cs typeface="Calibri" panose="020F0502020204030204"/>
              </a:rPr>
              <a:t> </a:t>
            </a:r>
            <a:r>
              <a:rPr lang="pt-BR" sz="3600" err="1">
                <a:cs typeface="Calibri" panose="020F0502020204030204"/>
              </a:rPr>
              <a:t>imprimirLista</a:t>
            </a:r>
            <a:r>
              <a:rPr lang="pt-BR" sz="3600">
                <a:cs typeface="Calibri" panose="020F0502020204030204"/>
              </a:rPr>
              <a:t>(LISTA *l){</a:t>
            </a:r>
            <a:endParaRPr lang="pt-BR"/>
          </a:p>
          <a:p>
            <a:pPr marL="0" indent="0">
              <a:buNone/>
            </a:pPr>
            <a:r>
              <a:rPr lang="pt-BR" sz="3600">
                <a:cs typeface="Calibri" panose="020F0502020204030204"/>
              </a:rPr>
              <a:t>    </a:t>
            </a:r>
            <a:r>
              <a:rPr lang="pt-BR" sz="3600" err="1">
                <a:cs typeface="Calibri" panose="020F0502020204030204"/>
              </a:rPr>
              <a:t>int</a:t>
            </a:r>
            <a:r>
              <a:rPr lang="pt-BR" sz="3600">
                <a:cs typeface="Calibri" panose="020F0502020204030204"/>
              </a:rPr>
              <a:t> i;</a:t>
            </a:r>
            <a:endParaRPr lang="pt-BR"/>
          </a:p>
          <a:p>
            <a:pPr marL="0" indent="0">
              <a:buNone/>
            </a:pPr>
            <a:r>
              <a:rPr lang="pt-BR" sz="3600">
                <a:cs typeface="Calibri" panose="020F0502020204030204"/>
              </a:rPr>
              <a:t>    for (i=0; i&lt; l-&gt;</a:t>
            </a:r>
            <a:r>
              <a:rPr lang="pt-BR" sz="3600" err="1">
                <a:cs typeface="Calibri" panose="020F0502020204030204"/>
              </a:rPr>
              <a:t>nroElem</a:t>
            </a:r>
            <a:r>
              <a:rPr lang="pt-BR" sz="3600">
                <a:cs typeface="Calibri" panose="020F0502020204030204"/>
              </a:rPr>
              <a:t>; i++)</a:t>
            </a:r>
            <a:endParaRPr lang="pt-BR"/>
          </a:p>
          <a:p>
            <a:pPr marL="0" indent="0">
              <a:buNone/>
            </a:pPr>
            <a:r>
              <a:rPr lang="pt-BR" sz="3600">
                <a:cs typeface="Calibri" panose="020F0502020204030204"/>
              </a:rPr>
              <a:t>        </a:t>
            </a:r>
            <a:r>
              <a:rPr lang="pt-BR" sz="3600" err="1">
                <a:cs typeface="Calibri" panose="020F0502020204030204"/>
              </a:rPr>
              <a:t>printf</a:t>
            </a:r>
            <a:r>
              <a:rPr lang="pt-BR" sz="3600">
                <a:cs typeface="Calibri" panose="020F0502020204030204"/>
              </a:rPr>
              <a:t>("%d ", l-&gt;A[i].chave);</a:t>
            </a:r>
            <a:endParaRPr lang="pt-BR"/>
          </a:p>
          <a:p>
            <a:pPr marL="0" indent="0">
              <a:buNone/>
            </a:pPr>
            <a:r>
              <a:rPr lang="pt-BR" sz="3600">
                <a:cs typeface="Calibri" panose="020F0502020204030204"/>
              </a:rPr>
              <a:t>}</a:t>
            </a:r>
            <a:br>
              <a:rPr lang="en-US"/>
            </a:br>
            <a:endParaRPr lang="en-US">
              <a:cs typeface="Calibri"/>
            </a:endParaRPr>
          </a:p>
          <a:p>
            <a:pPr marL="0" indent="0"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13760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9) Implemente uma função para listar os elementos de uma PILHA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72632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9) Implemente uma função para listar os elementos de uma PILHA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pt-BR" err="1">
                <a:cs typeface="Calibri" panose="020F0502020204030204"/>
              </a:rPr>
              <a:t>void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listarPilha</a:t>
            </a:r>
            <a:r>
              <a:rPr lang="pt-BR">
                <a:cs typeface="Calibri" panose="020F0502020204030204"/>
              </a:rPr>
              <a:t>(PILHA *p){</a:t>
            </a:r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</a:t>
            </a:r>
            <a:r>
              <a:rPr lang="pt-BR" err="1">
                <a:cs typeface="Calibri" panose="020F0502020204030204"/>
              </a:rPr>
              <a:t>int</a:t>
            </a:r>
            <a:r>
              <a:rPr lang="pt-BR">
                <a:cs typeface="Calibri" panose="020F0502020204030204"/>
              </a:rPr>
              <a:t> i;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for (i= p-&gt;</a:t>
            </a:r>
            <a:r>
              <a:rPr lang="pt-BR" err="1">
                <a:cs typeface="Calibri" panose="020F0502020204030204"/>
              </a:rPr>
              <a:t>topo;i</a:t>
            </a:r>
            <a:r>
              <a:rPr lang="pt-BR">
                <a:cs typeface="Calibri" panose="020F0502020204030204"/>
              </a:rPr>
              <a:t>&gt;=0;i--){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    </a:t>
            </a:r>
            <a:r>
              <a:rPr lang="pt-BR" err="1">
                <a:cs typeface="Calibri" panose="020F0502020204030204"/>
              </a:rPr>
              <a:t>printf</a:t>
            </a:r>
            <a:r>
              <a:rPr lang="pt-BR">
                <a:cs typeface="Calibri" panose="020F0502020204030204"/>
              </a:rPr>
              <a:t>("%i ", p-&gt;A[i].chave);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    }</a:t>
            </a:r>
            <a:endParaRPr lang="pt-BR"/>
          </a:p>
          <a:p>
            <a:pPr marL="0" indent="0">
              <a:buNone/>
            </a:pPr>
            <a:r>
              <a:rPr lang="pt-BR">
                <a:cs typeface="Calibri" panose="020F0502020204030204"/>
              </a:rPr>
              <a:t>}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513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10) Implemente uma função para listar os elementos de uma FILA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/>
          </a:p>
          <a:p>
            <a:pPr marL="0" indent="0">
              <a:lnSpc>
                <a:spcPct val="70000"/>
              </a:lnSpc>
              <a:buNone/>
            </a:pPr>
            <a:br>
              <a:rPr lang="en-US"/>
            </a:br>
            <a:endParaRPr lang="en-US"/>
          </a:p>
          <a:p>
            <a:pPr marL="0" indent="0">
              <a:lnSpc>
                <a:spcPct val="70000"/>
              </a:lnSpc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350008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10) Implemente uma função para listar os elementos de uma FILA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r>
              <a:rPr lang="pt-BR" err="1">
                <a:cs typeface="Calibri" panose="020F0502020204030204"/>
              </a:rPr>
              <a:t>void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listarFila</a:t>
            </a:r>
            <a:r>
              <a:rPr lang="pt-BR">
                <a:cs typeface="Calibri" panose="020F0502020204030204"/>
              </a:rPr>
              <a:t> (FILA *f){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>
                <a:cs typeface="Calibri" panose="020F0502020204030204"/>
              </a:rPr>
              <a:t>    </a:t>
            </a:r>
            <a:r>
              <a:rPr lang="pt-BR" err="1">
                <a:cs typeface="Calibri" panose="020F0502020204030204"/>
              </a:rPr>
              <a:t>int</a:t>
            </a:r>
            <a:r>
              <a:rPr lang="pt-BR">
                <a:cs typeface="Calibri" panose="020F0502020204030204"/>
              </a:rPr>
              <a:t> i = f-&gt;</a:t>
            </a:r>
            <a:r>
              <a:rPr lang="pt-BR" err="1">
                <a:cs typeface="Calibri" panose="020F0502020204030204"/>
              </a:rPr>
              <a:t>inicio</a:t>
            </a:r>
            <a:r>
              <a:rPr lang="pt-BR">
                <a:cs typeface="Calibri" panose="020F0502020204030204"/>
              </a:rPr>
              <a:t>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>
                <a:cs typeface="Calibri" panose="020F0502020204030204"/>
              </a:rPr>
              <a:t>    </a:t>
            </a:r>
            <a:r>
              <a:rPr lang="pt-BR" err="1">
                <a:cs typeface="Calibri" panose="020F0502020204030204"/>
              </a:rPr>
              <a:t>int</a:t>
            </a:r>
            <a:r>
              <a:rPr lang="pt-BR">
                <a:cs typeface="Calibri" panose="020F0502020204030204"/>
              </a:rPr>
              <a:t> </a:t>
            </a:r>
            <a:r>
              <a:rPr lang="pt-BR" err="1">
                <a:cs typeface="Calibri" panose="020F0502020204030204"/>
              </a:rPr>
              <a:t>temp</a:t>
            </a:r>
            <a:r>
              <a:rPr lang="pt-BR">
                <a:cs typeface="Calibri" panose="020F0502020204030204"/>
              </a:rPr>
              <a:t>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>
                <a:cs typeface="Calibri" panose="020F0502020204030204"/>
              </a:rPr>
              <a:t>    for(</a:t>
            </a:r>
            <a:r>
              <a:rPr lang="pt-BR" err="1">
                <a:cs typeface="Calibri" panose="020F0502020204030204"/>
              </a:rPr>
              <a:t>temp</a:t>
            </a:r>
            <a:r>
              <a:rPr lang="pt-BR">
                <a:cs typeface="Calibri" panose="020F0502020204030204"/>
              </a:rPr>
              <a:t> = 0; </a:t>
            </a:r>
            <a:r>
              <a:rPr lang="pt-BR" err="1">
                <a:cs typeface="Calibri" panose="020F0502020204030204"/>
              </a:rPr>
              <a:t>temp</a:t>
            </a:r>
            <a:r>
              <a:rPr lang="pt-BR">
                <a:cs typeface="Calibri" panose="020F0502020204030204"/>
              </a:rPr>
              <a:t> &lt; f-&gt;</a:t>
            </a:r>
            <a:r>
              <a:rPr lang="pt-BR" err="1">
                <a:cs typeface="Calibri" panose="020F0502020204030204"/>
              </a:rPr>
              <a:t>nroElem</a:t>
            </a:r>
            <a:r>
              <a:rPr lang="pt-BR">
                <a:cs typeface="Calibri" panose="020F0502020204030204"/>
              </a:rPr>
              <a:t>; </a:t>
            </a:r>
            <a:r>
              <a:rPr lang="pt-BR" err="1">
                <a:cs typeface="Calibri" panose="020F0502020204030204"/>
              </a:rPr>
              <a:t>temp</a:t>
            </a:r>
            <a:r>
              <a:rPr lang="pt-BR">
                <a:cs typeface="Calibri" panose="020F0502020204030204"/>
              </a:rPr>
              <a:t>++){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>
                <a:cs typeface="Calibri" panose="020F0502020204030204"/>
              </a:rPr>
              <a:t>        </a:t>
            </a:r>
            <a:r>
              <a:rPr lang="pt-BR" err="1">
                <a:cs typeface="Calibri" panose="020F0502020204030204"/>
              </a:rPr>
              <a:t>printf</a:t>
            </a:r>
            <a:r>
              <a:rPr lang="pt-BR">
                <a:cs typeface="Calibri" panose="020F0502020204030204"/>
              </a:rPr>
              <a:t>("%d ",f-&gt;A[i].chave);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>
                <a:cs typeface="Calibri" panose="020F0502020204030204"/>
              </a:rPr>
              <a:t>        i = (i+1) % MAX; 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>
                <a:cs typeface="Calibri" panose="020F0502020204030204"/>
              </a:rPr>
              <a:t>    }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>
                <a:cs typeface="Calibri" panose="020F0502020204030204"/>
              </a:rPr>
              <a:t>}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br>
              <a:rPr lang="en-US"/>
            </a:br>
            <a:endParaRPr lang="en-US"/>
          </a:p>
          <a:p>
            <a:pPr marL="0" indent="0">
              <a:lnSpc>
                <a:spcPct val="70000"/>
              </a:lnSpc>
              <a:buNone/>
            </a:pPr>
            <a:endParaRPr lang="pt-BR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76049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11) Implemente uma função para contar os elementos de uma LISTA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/>
          </a:p>
          <a:p>
            <a:pPr marL="0" indent="0">
              <a:lnSpc>
                <a:spcPct val="70000"/>
              </a:lnSpc>
              <a:buNone/>
            </a:pPr>
            <a:br>
              <a:rPr lang="en-US"/>
            </a:br>
            <a:endParaRPr lang="en-US" sz="36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3600"/>
          </a:p>
        </p:txBody>
      </p:sp>
    </p:spTree>
    <p:extLst>
      <p:ext uri="{BB962C8B-B14F-4D97-AF65-F5344CB8AC3E}">
        <p14:creationId xmlns:p14="http://schemas.microsoft.com/office/powerpoint/2010/main" val="2226321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11) Implemente uma função para contar os elementos de uma LISTA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/>
          </a:p>
          <a:p>
            <a:pPr marL="0" indent="0">
              <a:lnSpc>
                <a:spcPct val="70000"/>
              </a:lnSpc>
              <a:buNone/>
            </a:pPr>
            <a:br>
              <a:rPr lang="en-US"/>
            </a:br>
            <a:endParaRPr lang="en-US" sz="36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pt-BR" sz="3600" err="1">
                <a:cs typeface="Calibri" panose="020F0502020204030204"/>
              </a:rPr>
              <a:t>int</a:t>
            </a:r>
            <a:r>
              <a:rPr lang="pt-BR" sz="3600">
                <a:cs typeface="Calibri" panose="020F0502020204030204"/>
              </a:rPr>
              <a:t> tamanho (LISTA *l){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pt-BR" sz="3600">
                <a:cs typeface="Calibri" panose="020F0502020204030204"/>
              </a:rPr>
              <a:t>    </a:t>
            </a:r>
            <a:r>
              <a:rPr lang="pt-BR" sz="3600" err="1">
                <a:cs typeface="Calibri" panose="020F0502020204030204"/>
              </a:rPr>
              <a:t>return</a:t>
            </a:r>
            <a:r>
              <a:rPr lang="pt-BR" sz="3600">
                <a:cs typeface="Calibri" panose="020F0502020204030204"/>
              </a:rPr>
              <a:t> l-&gt;</a:t>
            </a:r>
            <a:r>
              <a:rPr lang="pt-BR" sz="3600" err="1">
                <a:cs typeface="Calibri" panose="020F0502020204030204"/>
              </a:rPr>
              <a:t>nroElem</a:t>
            </a:r>
            <a:r>
              <a:rPr lang="pt-BR" sz="3600">
                <a:cs typeface="Calibri" panose="020F0502020204030204"/>
              </a:rPr>
              <a:t>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pt-BR" sz="3600">
                <a:cs typeface="Calibri" panose="020F0502020204030204"/>
              </a:rPr>
              <a:t>}</a:t>
            </a:r>
            <a:endParaRPr lang="pt-BR" sz="3600"/>
          </a:p>
        </p:txBody>
      </p:sp>
    </p:spTree>
    <p:extLst>
      <p:ext uri="{BB962C8B-B14F-4D97-AF65-F5344CB8AC3E}">
        <p14:creationId xmlns:p14="http://schemas.microsoft.com/office/powerpoint/2010/main" val="2591523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12) Implemente uma função para contar os elementos de uma PILHA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/>
          </a:p>
          <a:p>
            <a:pPr marL="0" indent="0">
              <a:lnSpc>
                <a:spcPct val="70000"/>
              </a:lnSpc>
              <a:buNone/>
            </a:pPr>
            <a:br>
              <a:rPr lang="en-US"/>
            </a:br>
            <a:endParaRPr lang="en-US" sz="36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/>
          </a:p>
        </p:txBody>
      </p:sp>
    </p:spTree>
    <p:extLst>
      <p:ext uri="{BB962C8B-B14F-4D97-AF65-F5344CB8AC3E}">
        <p14:creationId xmlns:p14="http://schemas.microsoft.com/office/powerpoint/2010/main" val="1020570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12) Implemente uma função para contar os elementos de uma PILHA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/>
          </a:p>
          <a:p>
            <a:pPr marL="0" indent="0">
              <a:lnSpc>
                <a:spcPct val="70000"/>
              </a:lnSpc>
              <a:buNone/>
            </a:pPr>
            <a:br>
              <a:rPr lang="en-US"/>
            </a:br>
            <a:endParaRPr lang="en-US" sz="36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pt-BR" sz="4000" err="1">
                <a:cs typeface="Calibri"/>
              </a:rPr>
              <a:t>int</a:t>
            </a:r>
            <a:r>
              <a:rPr lang="pt-BR" sz="4000">
                <a:cs typeface="Calibri"/>
              </a:rPr>
              <a:t> </a:t>
            </a:r>
            <a:r>
              <a:rPr lang="pt-BR" sz="4000" err="1">
                <a:cs typeface="Calibri"/>
              </a:rPr>
              <a:t>tamanhoPilha</a:t>
            </a:r>
            <a:r>
              <a:rPr lang="pt-BR" sz="4000">
                <a:cs typeface="Calibri"/>
              </a:rPr>
              <a:t>(PILHA *p) {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 </a:t>
            </a:r>
            <a:r>
              <a:rPr lang="pt-BR" sz="4000" err="1">
                <a:cs typeface="Calibri"/>
              </a:rPr>
              <a:t>return</a:t>
            </a:r>
            <a:r>
              <a:rPr lang="pt-BR" sz="4000">
                <a:cs typeface="Calibri"/>
              </a:rPr>
              <a:t> p-&gt;topo+1;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}</a:t>
            </a:r>
            <a:endParaRPr lang="pt-BR" sz="4000"/>
          </a:p>
        </p:txBody>
      </p:sp>
    </p:spTree>
    <p:extLst>
      <p:ext uri="{BB962C8B-B14F-4D97-AF65-F5344CB8AC3E}">
        <p14:creationId xmlns:p14="http://schemas.microsoft.com/office/powerpoint/2010/main" val="3728637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13) Implemente uma função para contar os elementos de uma FILA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/>
          </a:p>
          <a:p>
            <a:pPr marL="0" indent="0">
              <a:lnSpc>
                <a:spcPct val="70000"/>
              </a:lnSpc>
              <a:buNone/>
            </a:pPr>
            <a:br>
              <a:rPr lang="en-US"/>
            </a:br>
            <a:endParaRPr lang="en-US" sz="36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039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13) Implemente uma função para contar os elementos de uma FILA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/>
          </a:p>
          <a:p>
            <a:pPr marL="0" indent="0">
              <a:lnSpc>
                <a:spcPct val="70000"/>
              </a:lnSpc>
              <a:buNone/>
            </a:pPr>
            <a:br>
              <a:rPr lang="en-US"/>
            </a:br>
            <a:endParaRPr lang="en-US" sz="36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pt-BR" sz="4000" err="1">
                <a:cs typeface="Calibri"/>
              </a:rPr>
              <a:t>int</a:t>
            </a:r>
            <a:r>
              <a:rPr lang="pt-BR" sz="4000">
                <a:cs typeface="Calibri"/>
              </a:rPr>
              <a:t> </a:t>
            </a:r>
            <a:r>
              <a:rPr lang="pt-BR" sz="4000" err="1">
                <a:cs typeface="Calibri"/>
              </a:rPr>
              <a:t>tamanhoFila</a:t>
            </a:r>
            <a:r>
              <a:rPr lang="pt-BR" sz="4000">
                <a:cs typeface="Calibri"/>
              </a:rPr>
              <a:t>(FILA *f) {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 </a:t>
            </a:r>
            <a:r>
              <a:rPr lang="pt-BR" sz="4000" err="1">
                <a:cs typeface="Calibri"/>
              </a:rPr>
              <a:t>return</a:t>
            </a:r>
            <a:r>
              <a:rPr lang="pt-BR" sz="4000">
                <a:cs typeface="Calibri"/>
              </a:rPr>
              <a:t> f-&gt;</a:t>
            </a:r>
            <a:r>
              <a:rPr lang="pt-BR" sz="4000" err="1">
                <a:cs typeface="Calibri"/>
              </a:rPr>
              <a:t>nroElem</a:t>
            </a:r>
            <a:r>
              <a:rPr lang="pt-BR" sz="4000">
                <a:cs typeface="Calibri"/>
              </a:rPr>
              <a:t>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}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0648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14) Implemente uma função para inserir um  elemento na LISTA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/>
          </a:p>
          <a:p>
            <a:pPr marL="0" indent="0">
              <a:lnSpc>
                <a:spcPct val="70000"/>
              </a:lnSpc>
              <a:buNone/>
            </a:pPr>
            <a:br>
              <a:rPr lang="en-US"/>
            </a:br>
            <a:endParaRPr lang="en-US" sz="36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9100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14) Implemente uma função para inserir um  elemento na LISTA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70000"/>
              </a:lnSpc>
              <a:buNone/>
            </a:pPr>
            <a:endParaRPr lang="pt-BR"/>
          </a:p>
          <a:p>
            <a:pPr marL="0" indent="0">
              <a:lnSpc>
                <a:spcPct val="70000"/>
              </a:lnSpc>
              <a:buNone/>
            </a:pPr>
            <a:br>
              <a:rPr lang="en-US"/>
            </a:br>
            <a:endParaRPr lang="en-US" sz="36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pt-BR" sz="4000" err="1">
                <a:cs typeface="Calibri"/>
              </a:rPr>
              <a:t>bool</a:t>
            </a:r>
            <a:r>
              <a:rPr lang="pt-BR" sz="4000">
                <a:cs typeface="Calibri"/>
              </a:rPr>
              <a:t> </a:t>
            </a:r>
            <a:r>
              <a:rPr lang="pt-BR" sz="4000" err="1">
                <a:cs typeface="Calibri"/>
              </a:rPr>
              <a:t>inserirFinalLista</a:t>
            </a:r>
            <a:r>
              <a:rPr lang="pt-BR" sz="4000">
                <a:cs typeface="Calibri"/>
              </a:rPr>
              <a:t>(LISTA *l, REGISTRO </a:t>
            </a:r>
            <a:r>
              <a:rPr lang="pt-BR" sz="4000" err="1">
                <a:cs typeface="Calibri"/>
              </a:rPr>
              <a:t>reg</a:t>
            </a:r>
            <a:r>
              <a:rPr lang="pt-BR" sz="4000">
                <a:cs typeface="Calibri"/>
              </a:rPr>
              <a:t>){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 </a:t>
            </a:r>
            <a:r>
              <a:rPr lang="pt-BR" sz="4000" err="1">
                <a:cs typeface="Calibri"/>
              </a:rPr>
              <a:t>if</a:t>
            </a:r>
            <a:r>
              <a:rPr lang="pt-BR" sz="4000">
                <a:cs typeface="Calibri"/>
              </a:rPr>
              <a:t>(l-&gt;</a:t>
            </a:r>
            <a:r>
              <a:rPr lang="pt-BR" sz="4000" err="1">
                <a:cs typeface="Calibri"/>
              </a:rPr>
              <a:t>nroElem</a:t>
            </a:r>
            <a:r>
              <a:rPr lang="pt-BR" sz="4000">
                <a:cs typeface="Calibri"/>
              </a:rPr>
              <a:t> == MAX) </a:t>
            </a:r>
            <a:r>
              <a:rPr lang="pt-BR" sz="4000" err="1">
                <a:cs typeface="Calibri"/>
              </a:rPr>
              <a:t>return</a:t>
            </a:r>
            <a:r>
              <a:rPr lang="pt-BR" sz="4000">
                <a:cs typeface="Calibri"/>
              </a:rPr>
              <a:t> false;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 l-&gt;A[l-&gt;</a:t>
            </a:r>
            <a:r>
              <a:rPr lang="pt-BR" sz="4000" err="1">
                <a:cs typeface="Calibri"/>
              </a:rPr>
              <a:t>nroElem</a:t>
            </a:r>
            <a:r>
              <a:rPr lang="pt-BR" sz="4000">
                <a:cs typeface="Calibri"/>
              </a:rPr>
              <a:t>]=</a:t>
            </a:r>
            <a:r>
              <a:rPr lang="pt-BR" sz="4000" err="1">
                <a:cs typeface="Calibri"/>
              </a:rPr>
              <a:t>reg</a:t>
            </a:r>
            <a:r>
              <a:rPr lang="pt-BR" sz="4000">
                <a:cs typeface="Calibri"/>
              </a:rPr>
              <a:t>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 l-&gt;</a:t>
            </a:r>
            <a:r>
              <a:rPr lang="pt-BR" sz="4000" err="1">
                <a:cs typeface="Calibri"/>
              </a:rPr>
              <a:t>nroElem</a:t>
            </a:r>
            <a:r>
              <a:rPr lang="pt-BR" sz="4000">
                <a:cs typeface="Calibri"/>
              </a:rPr>
              <a:t>=l-&gt;nroElem+1;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 </a:t>
            </a:r>
            <a:r>
              <a:rPr lang="pt-BR" sz="4000" err="1">
                <a:cs typeface="Calibri"/>
              </a:rPr>
              <a:t>return</a:t>
            </a:r>
            <a:r>
              <a:rPr lang="pt-BR" sz="4000">
                <a:cs typeface="Calibri"/>
              </a:rPr>
              <a:t> </a:t>
            </a:r>
            <a:r>
              <a:rPr lang="pt-BR" sz="4000" err="1">
                <a:cs typeface="Calibri"/>
              </a:rPr>
              <a:t>true</a:t>
            </a:r>
            <a:r>
              <a:rPr lang="pt-BR" sz="4000">
                <a:cs typeface="Calibri"/>
              </a:rPr>
              <a:t>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}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11927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15) Implemente uma função para inserir um  elemento na PILHA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/>
          </a:p>
          <a:p>
            <a:pPr marL="0" indent="0">
              <a:lnSpc>
                <a:spcPct val="70000"/>
              </a:lnSpc>
              <a:buNone/>
            </a:pPr>
            <a:br>
              <a:rPr lang="en-US"/>
            </a:br>
            <a:endParaRPr lang="en-US" sz="36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3423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15) Implemente uma função para inserir um  elemento na PILHA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70000"/>
              </a:lnSpc>
              <a:buNone/>
            </a:pPr>
            <a:endParaRPr lang="pt-BR"/>
          </a:p>
          <a:p>
            <a:pPr marL="0" indent="0">
              <a:lnSpc>
                <a:spcPct val="70000"/>
              </a:lnSpc>
              <a:buNone/>
            </a:pPr>
            <a:br>
              <a:rPr lang="en-US"/>
            </a:br>
            <a:endParaRPr lang="en-US" sz="36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pt-BR" sz="4000" err="1">
                <a:cs typeface="Calibri"/>
              </a:rPr>
              <a:t>bool</a:t>
            </a:r>
            <a:r>
              <a:rPr lang="pt-BR" sz="4000">
                <a:cs typeface="Calibri"/>
              </a:rPr>
              <a:t> </a:t>
            </a:r>
            <a:r>
              <a:rPr lang="pt-BR" sz="4000" err="1">
                <a:cs typeface="Calibri"/>
              </a:rPr>
              <a:t>pushPilha</a:t>
            </a:r>
            <a:r>
              <a:rPr lang="pt-BR" sz="4000">
                <a:cs typeface="Calibri"/>
              </a:rPr>
              <a:t>(PILHA *p, REGISTRO </a:t>
            </a:r>
            <a:r>
              <a:rPr lang="pt-BR" sz="4000" err="1">
                <a:cs typeface="Calibri"/>
              </a:rPr>
              <a:t>reg</a:t>
            </a:r>
            <a:r>
              <a:rPr lang="pt-BR" sz="4000">
                <a:cs typeface="Calibri"/>
              </a:rPr>
              <a:t>){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 </a:t>
            </a:r>
            <a:r>
              <a:rPr lang="pt-BR" sz="4000" err="1">
                <a:cs typeface="Calibri"/>
              </a:rPr>
              <a:t>if</a:t>
            </a:r>
            <a:r>
              <a:rPr lang="pt-BR" sz="4000">
                <a:cs typeface="Calibri"/>
              </a:rPr>
              <a:t> (p-&gt;topo &gt;=  MAX -1) </a:t>
            </a:r>
            <a:r>
              <a:rPr lang="pt-BR" sz="4000" err="1">
                <a:cs typeface="Calibri"/>
              </a:rPr>
              <a:t>return</a:t>
            </a:r>
            <a:r>
              <a:rPr lang="pt-BR" sz="4000">
                <a:cs typeface="Calibri"/>
              </a:rPr>
              <a:t> false;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 p-&gt;topo = p-&gt; topo+1;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 p-&gt;A[p-&gt;topo] = </a:t>
            </a:r>
            <a:r>
              <a:rPr lang="pt-BR" sz="4000" err="1">
                <a:cs typeface="Calibri"/>
              </a:rPr>
              <a:t>reg</a:t>
            </a:r>
            <a:r>
              <a:rPr lang="pt-BR" sz="4000">
                <a:cs typeface="Calibri"/>
              </a:rPr>
              <a:t>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 </a:t>
            </a:r>
            <a:r>
              <a:rPr lang="pt-BR" sz="4000" err="1">
                <a:cs typeface="Calibri"/>
              </a:rPr>
              <a:t>return</a:t>
            </a:r>
            <a:r>
              <a:rPr lang="pt-BR" sz="4000">
                <a:cs typeface="Calibri"/>
              </a:rPr>
              <a:t> </a:t>
            </a:r>
            <a:r>
              <a:rPr lang="pt-BR" sz="4000" err="1">
                <a:cs typeface="Calibri"/>
              </a:rPr>
              <a:t>true</a:t>
            </a:r>
            <a:r>
              <a:rPr lang="pt-BR" sz="4000">
                <a:cs typeface="Calibri"/>
              </a:rPr>
              <a:t>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}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8997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16) Implemente uma função para inserir um  elemento na FILA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70000"/>
              </a:lnSpc>
              <a:buNone/>
            </a:pPr>
            <a:endParaRPr lang="pt-BR"/>
          </a:p>
          <a:p>
            <a:pPr marL="0" indent="0">
              <a:lnSpc>
                <a:spcPct val="70000"/>
              </a:lnSpc>
              <a:buNone/>
            </a:pPr>
            <a:endParaRPr lang="en-US"/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63194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6A5B1-32DF-FAA4-0259-945D1DBF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cs typeface="Calibri Light"/>
              </a:rPr>
              <a:t>16) Implemente uma função para inserir um  elemento na FILA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F6A766-5AA7-55E4-DBE0-E7F540DC4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70000"/>
              </a:lnSpc>
              <a:buNone/>
            </a:pPr>
            <a:endParaRPr lang="pt-BR"/>
          </a:p>
          <a:p>
            <a:pPr marL="0" indent="0">
              <a:lnSpc>
                <a:spcPct val="70000"/>
              </a:lnSpc>
              <a:buNone/>
            </a:pPr>
            <a:endParaRPr lang="en-US"/>
          </a:p>
          <a:p>
            <a:pPr marL="0" indent="0">
              <a:lnSpc>
                <a:spcPct val="70000"/>
              </a:lnSpc>
              <a:buNone/>
            </a:pPr>
            <a:r>
              <a:rPr lang="pt-BR" sz="4000" err="1">
                <a:cs typeface="Calibri"/>
              </a:rPr>
              <a:t>bool</a:t>
            </a:r>
            <a:r>
              <a:rPr lang="pt-BR" sz="4000">
                <a:cs typeface="Calibri"/>
              </a:rPr>
              <a:t> </a:t>
            </a:r>
            <a:r>
              <a:rPr lang="pt-BR" sz="4000" err="1">
                <a:cs typeface="Calibri"/>
              </a:rPr>
              <a:t>inserirElemFila</a:t>
            </a:r>
            <a:r>
              <a:rPr lang="pt-BR" sz="4000">
                <a:cs typeface="Calibri"/>
              </a:rPr>
              <a:t>(FILA *f, REGISTRO </a:t>
            </a:r>
            <a:r>
              <a:rPr lang="pt-BR" sz="4000" err="1">
                <a:cs typeface="Calibri"/>
              </a:rPr>
              <a:t>reg</a:t>
            </a:r>
            <a:r>
              <a:rPr lang="pt-BR" sz="4000">
                <a:cs typeface="Calibri"/>
              </a:rPr>
              <a:t>) {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</a:t>
            </a:r>
            <a:r>
              <a:rPr lang="pt-BR" sz="4000" err="1">
                <a:cs typeface="Calibri"/>
              </a:rPr>
              <a:t>if</a:t>
            </a:r>
            <a:r>
              <a:rPr lang="pt-BR" sz="4000">
                <a:cs typeface="Calibri"/>
              </a:rPr>
              <a:t> (f-&gt;</a:t>
            </a:r>
            <a:r>
              <a:rPr lang="pt-BR" sz="4000" err="1">
                <a:cs typeface="Calibri"/>
              </a:rPr>
              <a:t>nroElem</a:t>
            </a:r>
            <a:r>
              <a:rPr lang="pt-BR" sz="4000">
                <a:cs typeface="Calibri"/>
              </a:rPr>
              <a:t> &gt;= MAX) </a:t>
            </a:r>
            <a:r>
              <a:rPr lang="pt-BR" sz="4000" err="1">
                <a:cs typeface="Calibri"/>
              </a:rPr>
              <a:t>return</a:t>
            </a:r>
            <a:r>
              <a:rPr lang="pt-BR" sz="4000">
                <a:cs typeface="Calibri"/>
              </a:rPr>
              <a:t> false;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</a:t>
            </a:r>
            <a:r>
              <a:rPr lang="pt-BR" sz="4000" err="1">
                <a:cs typeface="Calibri"/>
              </a:rPr>
              <a:t>int</a:t>
            </a:r>
            <a:r>
              <a:rPr lang="pt-BR" sz="4000">
                <a:cs typeface="Calibri"/>
              </a:rPr>
              <a:t> </a:t>
            </a:r>
            <a:r>
              <a:rPr lang="pt-BR" sz="4000" err="1">
                <a:cs typeface="Calibri"/>
              </a:rPr>
              <a:t>posicao</a:t>
            </a:r>
            <a:r>
              <a:rPr lang="pt-BR" sz="4000">
                <a:cs typeface="Calibri"/>
              </a:rPr>
              <a:t> = (f-&gt;inicio + f-&gt;</a:t>
            </a:r>
            <a:r>
              <a:rPr lang="pt-BR" sz="4000" err="1">
                <a:cs typeface="Calibri"/>
              </a:rPr>
              <a:t>nroElem</a:t>
            </a:r>
            <a:r>
              <a:rPr lang="pt-BR" sz="4000">
                <a:cs typeface="Calibri"/>
              </a:rPr>
              <a:t>) % MAX;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f-&gt;A[</a:t>
            </a:r>
            <a:r>
              <a:rPr lang="pt-BR" sz="4000" err="1">
                <a:cs typeface="Calibri"/>
              </a:rPr>
              <a:t>posicao</a:t>
            </a:r>
            <a:r>
              <a:rPr lang="pt-BR" sz="4000">
                <a:cs typeface="Calibri"/>
              </a:rPr>
              <a:t>] = </a:t>
            </a:r>
            <a:r>
              <a:rPr lang="pt-BR" sz="4000" err="1">
                <a:cs typeface="Calibri"/>
              </a:rPr>
              <a:t>reg</a:t>
            </a:r>
            <a:r>
              <a:rPr lang="pt-BR" sz="4000">
                <a:cs typeface="Calibri"/>
              </a:rPr>
              <a:t>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f-&gt;</a:t>
            </a:r>
            <a:r>
              <a:rPr lang="pt-BR" sz="4000" err="1">
                <a:cs typeface="Calibri"/>
              </a:rPr>
              <a:t>nroElem</a:t>
            </a:r>
            <a:r>
              <a:rPr lang="pt-BR" sz="4000">
                <a:cs typeface="Calibri"/>
              </a:rPr>
              <a:t>++;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   </a:t>
            </a:r>
            <a:r>
              <a:rPr lang="pt-BR" sz="4000" err="1">
                <a:cs typeface="Calibri"/>
              </a:rPr>
              <a:t>return</a:t>
            </a:r>
            <a:r>
              <a:rPr lang="pt-BR" sz="4000">
                <a:cs typeface="Calibri"/>
              </a:rPr>
              <a:t> </a:t>
            </a:r>
            <a:r>
              <a:rPr lang="pt-BR" sz="4000" err="1">
                <a:cs typeface="Calibri"/>
              </a:rPr>
              <a:t>true</a:t>
            </a:r>
            <a:r>
              <a:rPr lang="pt-BR" sz="4000">
                <a:cs typeface="Calibri"/>
              </a:rPr>
              <a:t>; 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r>
              <a:rPr lang="pt-BR" sz="4000">
                <a:cs typeface="Calibri"/>
              </a:rPr>
              <a:t>}</a:t>
            </a:r>
            <a:endParaRPr lang="pt-BR"/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  <a:p>
            <a:pPr marL="0" indent="0">
              <a:lnSpc>
                <a:spcPct val="70000"/>
              </a:lnSpc>
              <a:buNone/>
            </a:pPr>
            <a:endParaRPr lang="pt-BR" sz="4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80356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34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5" baseType="lpstr">
      <vt:lpstr>Tema do Office</vt:lpstr>
      <vt:lpstr>Revisão P1</vt:lpstr>
      <vt:lpstr>Prova 02/10</vt:lpstr>
      <vt:lpstr>Desenvolva uma função para calcular o fatorial de um número usando recursão</vt:lpstr>
      <vt:lpstr>Desenvolva uma função para calcular o fatorial de um número usando recursão</vt:lpstr>
      <vt:lpstr>2) Demonstre como é definida a estrutura de uma LISTA</vt:lpstr>
      <vt:lpstr>2) Demonstre como é definida a estrutura de uma LISTA</vt:lpstr>
      <vt:lpstr>3) Demonstre como é definida a estrutura de uma PILHA</vt:lpstr>
      <vt:lpstr>3) Demonstre como é definida a estrutura de uma PILHA</vt:lpstr>
      <vt:lpstr>4) Demonstre como é definida a estrutura de uma FILA</vt:lpstr>
      <vt:lpstr>4) Demonstre como é definida a estrutura de uma FILA</vt:lpstr>
      <vt:lpstr>5) Implemente uma função para inicializar uma lista</vt:lpstr>
      <vt:lpstr>5) Implemente uma função para inicializar uma lista</vt:lpstr>
      <vt:lpstr>6) Implemente uma função para inicializar uma PILHA</vt:lpstr>
      <vt:lpstr>6) Implemente uma função para inicializar uma PILHA</vt:lpstr>
      <vt:lpstr>7) Implemente uma função para inicializar uma FILA</vt:lpstr>
      <vt:lpstr>7) Implemente uma função para inicializar uma FILA</vt:lpstr>
      <vt:lpstr>8) Implemente uma função para listar os elementos de uma LISTA</vt:lpstr>
      <vt:lpstr>8) Implemente uma função para listar os elementos de uma LISTA</vt:lpstr>
      <vt:lpstr>9) Implemente uma função para listar os elementos de uma PILHA</vt:lpstr>
      <vt:lpstr>9) Implemente uma função para listar os elementos de uma PILHA</vt:lpstr>
      <vt:lpstr>10) Implemente uma função para listar os elementos de uma FILA</vt:lpstr>
      <vt:lpstr>10) Implemente uma função para listar os elementos de uma FILA</vt:lpstr>
      <vt:lpstr>11) Implemente uma função para contar os elementos de uma LISTA</vt:lpstr>
      <vt:lpstr>11) Implemente uma função para contar os elementos de uma LISTA</vt:lpstr>
      <vt:lpstr>12) Implemente uma função para contar os elementos de uma PILHA</vt:lpstr>
      <vt:lpstr>12) Implemente uma função para contar os elementos de uma PILHA</vt:lpstr>
      <vt:lpstr>13) Implemente uma função para contar os elementos de uma FILA</vt:lpstr>
      <vt:lpstr>13) Implemente uma função para contar os elementos de uma FILA</vt:lpstr>
      <vt:lpstr>14) Implemente uma função para inserir um  elemento na LISTA</vt:lpstr>
      <vt:lpstr>14) Implemente uma função para inserir um  elemento na LISTA</vt:lpstr>
      <vt:lpstr>15) Implemente uma função para inserir um  elemento na PILHA</vt:lpstr>
      <vt:lpstr>15) Implemente uma função para inserir um  elemento na PILHA</vt:lpstr>
      <vt:lpstr>16) Implemente uma função para inserir um  elemento na FILA</vt:lpstr>
      <vt:lpstr>16) Implemente uma função para inserir um  elemento na FILA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3</cp:revision>
  <dcterms:created xsi:type="dcterms:W3CDTF">2023-09-13T21:19:41Z</dcterms:created>
  <dcterms:modified xsi:type="dcterms:W3CDTF">2024-09-17T13:39:01Z</dcterms:modified>
</cp:coreProperties>
</file>