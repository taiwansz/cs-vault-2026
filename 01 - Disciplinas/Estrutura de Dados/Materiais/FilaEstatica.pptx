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3EEEF-2A02-4AB3-B981-9AE84B8EF9D1}" v="246" dt="2024-09-11T16:21:03.872"/>
    <p1510:client id="{939C0255-8CFC-4F95-B810-711FDED89704}" v="21" dt="2024-09-12T20:30:17.9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Miglinski" userId="31b42f8782254bec" providerId="Windows Live" clId="Web-{DC4E4770-262F-43A0-AF81-7CB89009126C}"/>
    <pc:docChg chg="addSld modSld">
      <pc:chgData name="Carlos Miglinski" userId="31b42f8782254bec" providerId="Windows Live" clId="Web-{DC4E4770-262F-43A0-AF81-7CB89009126C}" dt="2023-08-30T22:03:43.992" v="665" actId="20577"/>
      <pc:docMkLst>
        <pc:docMk/>
      </pc:docMkLst>
      <pc:sldChg chg="addSp delSp modSp new mod setBg">
        <pc:chgData name="Carlos Miglinski" userId="31b42f8782254bec" providerId="Windows Live" clId="Web-{DC4E4770-262F-43A0-AF81-7CB89009126C}" dt="2023-08-30T21:54:14.078" v="385"/>
        <pc:sldMkLst>
          <pc:docMk/>
          <pc:sldMk cId="2693169170" sldId="269"/>
        </pc:sldMkLst>
        <pc:spChg chg="mod">
          <ac:chgData name="Carlos Miglinski" userId="31b42f8782254bec" providerId="Windows Live" clId="Web-{DC4E4770-262F-43A0-AF81-7CB89009126C}" dt="2023-08-30T21:53:33.936" v="333"/>
          <ac:spMkLst>
            <pc:docMk/>
            <pc:sldMk cId="2693169170" sldId="269"/>
            <ac:spMk id="2" creationId="{AD880583-CB64-3A45-EFA9-4DF8817D1AE6}"/>
          </ac:spMkLst>
        </pc:spChg>
        <pc:spChg chg="add del mod">
          <ac:chgData name="Carlos Miglinski" userId="31b42f8782254bec" providerId="Windows Live" clId="Web-{DC4E4770-262F-43A0-AF81-7CB89009126C}" dt="2023-08-30T21:52:40.684" v="326"/>
          <ac:spMkLst>
            <pc:docMk/>
            <pc:sldMk cId="2693169170" sldId="269"/>
            <ac:spMk id="3" creationId="{DECEB8E9-8AE9-34E9-AADA-B63B18851D94}"/>
          </ac:spMkLst>
        </pc:spChg>
        <pc:spChg chg="add del">
          <ac:chgData name="Carlos Miglinski" userId="31b42f8782254bec" providerId="Windows Live" clId="Web-{DC4E4770-262F-43A0-AF81-7CB89009126C}" dt="2023-08-30T21:52:27.199" v="323"/>
          <ac:spMkLst>
            <pc:docMk/>
            <pc:sldMk cId="2693169170" sldId="269"/>
            <ac:spMk id="10" creationId="{53F29798-D584-4792-9B62-3F5F5C36D619}"/>
          </ac:spMkLst>
        </pc:spChg>
        <pc:spChg chg="add del">
          <ac:chgData name="Carlos Miglinski" userId="31b42f8782254bec" providerId="Windows Live" clId="Web-{DC4E4770-262F-43A0-AF81-7CB89009126C}" dt="2023-08-30T21:52:40.668" v="325"/>
          <ac:spMkLst>
            <pc:docMk/>
            <pc:sldMk cId="2693169170" sldId="269"/>
            <ac:spMk id="12" creationId="{670CEDEF-4F34-412E-84EE-329C1E936AF5}"/>
          </ac:spMkLst>
        </pc:spChg>
        <pc:spChg chg="add del">
          <ac:chgData name="Carlos Miglinski" userId="31b42f8782254bec" providerId="Windows Live" clId="Web-{DC4E4770-262F-43A0-AF81-7CB89009126C}" dt="2023-08-30T21:52:40.668" v="325"/>
          <ac:spMkLst>
            <pc:docMk/>
            <pc:sldMk cId="2693169170" sldId="269"/>
            <ac:spMk id="13" creationId="{BCED4D40-4B67-4331-AC48-79B82B4A47D8}"/>
          </ac:spMkLst>
        </pc:spChg>
        <pc:spChg chg="add del">
          <ac:chgData name="Carlos Miglinski" userId="31b42f8782254bec" providerId="Windows Live" clId="Web-{DC4E4770-262F-43A0-AF81-7CB89009126C}" dt="2023-08-30T21:53:33.936" v="333"/>
          <ac:spMkLst>
            <pc:docMk/>
            <pc:sldMk cId="2693169170" sldId="269"/>
            <ac:spMk id="15" creationId="{6753252F-4873-4F63-801D-CC719279A7D5}"/>
          </ac:spMkLst>
        </pc:spChg>
        <pc:spChg chg="add del">
          <ac:chgData name="Carlos Miglinski" userId="31b42f8782254bec" providerId="Windows Live" clId="Web-{DC4E4770-262F-43A0-AF81-7CB89009126C}" dt="2023-08-30T21:53:33.936" v="333"/>
          <ac:spMkLst>
            <pc:docMk/>
            <pc:sldMk cId="2693169170" sldId="269"/>
            <ac:spMk id="16" creationId="{047C8CCB-F95D-4249-92DD-651249D3535A}"/>
          </ac:spMkLst>
        </pc:spChg>
        <pc:spChg chg="add">
          <ac:chgData name="Carlos Miglinski" userId="31b42f8782254bec" providerId="Windows Live" clId="Web-{DC4E4770-262F-43A0-AF81-7CB89009126C}" dt="2023-08-30T21:53:33.936" v="333"/>
          <ac:spMkLst>
            <pc:docMk/>
            <pc:sldMk cId="2693169170" sldId="269"/>
            <ac:spMk id="21" creationId="{47942995-B07F-4636-9A06-C6A104B260A8}"/>
          </ac:spMkLst>
        </pc:spChg>
        <pc:spChg chg="add">
          <ac:chgData name="Carlos Miglinski" userId="31b42f8782254bec" providerId="Windows Live" clId="Web-{DC4E4770-262F-43A0-AF81-7CB89009126C}" dt="2023-08-30T21:53:33.936" v="333"/>
          <ac:spMkLst>
            <pc:docMk/>
            <pc:sldMk cId="2693169170" sldId="269"/>
            <ac:spMk id="28" creationId="{B81933D1-5615-42C7-9C0B-4EB7105CCE2D}"/>
          </ac:spMkLst>
        </pc:spChg>
        <pc:spChg chg="add">
          <ac:chgData name="Carlos Miglinski" userId="31b42f8782254bec" providerId="Windows Live" clId="Web-{DC4E4770-262F-43A0-AF81-7CB89009126C}" dt="2023-08-30T21:53:33.936" v="333"/>
          <ac:spMkLst>
            <pc:docMk/>
            <pc:sldMk cId="2693169170" sldId="269"/>
            <ac:spMk id="30" creationId="{19C9EAEA-39D0-4B0E-A0EB-51E7B26740B1}"/>
          </ac:spMkLst>
        </pc:spChg>
        <pc:grpChg chg="add">
          <ac:chgData name="Carlos Miglinski" userId="31b42f8782254bec" providerId="Windows Live" clId="Web-{DC4E4770-262F-43A0-AF81-7CB89009126C}" dt="2023-08-30T21:53:33.936" v="333"/>
          <ac:grpSpMkLst>
            <pc:docMk/>
            <pc:sldMk cId="2693169170" sldId="269"/>
            <ac:grpSpMk id="23" creationId="{032D8612-31EB-44CF-A1D0-14FD4C705424}"/>
          </ac:grpSpMkLst>
        </pc:grpChg>
        <pc:graphicFrameChg chg="add mod modGraphic">
          <ac:chgData name="Carlos Miglinski" userId="31b42f8782254bec" providerId="Windows Live" clId="Web-{DC4E4770-262F-43A0-AF81-7CB89009126C}" dt="2023-08-30T21:54:14.078" v="385"/>
          <ac:graphicFrameMkLst>
            <pc:docMk/>
            <pc:sldMk cId="2693169170" sldId="269"/>
            <ac:graphicFrameMk id="5" creationId="{FA4C614E-250C-481E-D54E-D6E14DF2263D}"/>
          </ac:graphicFrameMkLst>
        </pc:graphicFrameChg>
      </pc:sldChg>
      <pc:sldChg chg="modSp new">
        <pc:chgData name="Carlos Miglinski" userId="31b42f8782254bec" providerId="Windows Live" clId="Web-{DC4E4770-262F-43A0-AF81-7CB89009126C}" dt="2023-08-30T22:03:43.992" v="665" actId="20577"/>
        <pc:sldMkLst>
          <pc:docMk/>
          <pc:sldMk cId="1640773468" sldId="270"/>
        </pc:sldMkLst>
        <pc:spChg chg="mod">
          <ac:chgData name="Carlos Miglinski" userId="31b42f8782254bec" providerId="Windows Live" clId="Web-{DC4E4770-262F-43A0-AF81-7CB89009126C}" dt="2023-08-30T22:00:41.781" v="394" actId="20577"/>
          <ac:spMkLst>
            <pc:docMk/>
            <pc:sldMk cId="1640773468" sldId="270"/>
            <ac:spMk id="2" creationId="{5DDE71D5-5D67-D687-D6EA-27C91701D20D}"/>
          </ac:spMkLst>
        </pc:spChg>
        <pc:spChg chg="mod">
          <ac:chgData name="Carlos Miglinski" userId="31b42f8782254bec" providerId="Windows Live" clId="Web-{DC4E4770-262F-43A0-AF81-7CB89009126C}" dt="2023-08-30T22:03:43.992" v="665" actId="20577"/>
          <ac:spMkLst>
            <pc:docMk/>
            <pc:sldMk cId="1640773468" sldId="270"/>
            <ac:spMk id="3" creationId="{B2824762-DFC7-5540-5E1C-9DF672259052}"/>
          </ac:spMkLst>
        </pc:spChg>
      </pc:sldChg>
    </pc:docChg>
  </pc:docChgLst>
  <pc:docChgLst>
    <pc:chgData name="Carlos Miglinski" userId="31b42f8782254bec" providerId="Windows Live" clId="Web-{939C0255-8CFC-4F95-B810-711FDED89704}"/>
    <pc:docChg chg="modSld">
      <pc:chgData name="Carlos Miglinski" userId="31b42f8782254bec" providerId="Windows Live" clId="Web-{939C0255-8CFC-4F95-B810-711FDED89704}" dt="2024-09-12T20:30:09.464" v="15"/>
      <pc:docMkLst>
        <pc:docMk/>
      </pc:docMkLst>
      <pc:sldChg chg="modSp">
        <pc:chgData name="Carlos Miglinski" userId="31b42f8782254bec" providerId="Windows Live" clId="Web-{939C0255-8CFC-4F95-B810-711FDED89704}" dt="2024-09-12T20:30:09.464" v="15"/>
        <pc:sldMkLst>
          <pc:docMk/>
          <pc:sldMk cId="2693169170" sldId="269"/>
        </pc:sldMkLst>
        <pc:graphicFrameChg chg="mod modGraphic">
          <ac:chgData name="Carlos Miglinski" userId="31b42f8782254bec" providerId="Windows Live" clId="Web-{939C0255-8CFC-4F95-B810-711FDED89704}" dt="2024-09-12T20:30:09.464" v="15"/>
          <ac:graphicFrameMkLst>
            <pc:docMk/>
            <pc:sldMk cId="2693169170" sldId="269"/>
            <ac:graphicFrameMk id="5" creationId="{FA4C614E-250C-481E-D54E-D6E14DF2263D}"/>
          </ac:graphicFrameMkLst>
        </pc:graphicFrameChg>
      </pc:sldChg>
    </pc:docChg>
  </pc:docChgLst>
  <pc:docChgLst>
    <pc:chgData name="Carlos Miglinski" userId="31b42f8782254bec" providerId="Windows Live" clId="Web-{7EA3EEEF-2A02-4AB3-B981-9AE84B8EF9D1}"/>
    <pc:docChg chg="delSld modSld">
      <pc:chgData name="Carlos Miglinski" userId="31b42f8782254bec" providerId="Windows Live" clId="Web-{7EA3EEEF-2A02-4AB3-B981-9AE84B8EF9D1}" dt="2024-09-11T16:21:03.200" v="215" actId="20577"/>
      <pc:docMkLst>
        <pc:docMk/>
      </pc:docMkLst>
      <pc:sldChg chg="modSp">
        <pc:chgData name="Carlos Miglinski" userId="31b42f8782254bec" providerId="Windows Live" clId="Web-{7EA3EEEF-2A02-4AB3-B981-9AE84B8EF9D1}" dt="2024-09-11T16:19:20.649" v="190" actId="20577"/>
        <pc:sldMkLst>
          <pc:docMk/>
          <pc:sldMk cId="0" sldId="257"/>
        </pc:sldMkLst>
        <pc:spChg chg="mod">
          <ac:chgData name="Carlos Miglinski" userId="31b42f8782254bec" providerId="Windows Live" clId="Web-{7EA3EEEF-2A02-4AB3-B981-9AE84B8EF9D1}" dt="2024-09-11T16:19:20.649" v="190" actId="20577"/>
          <ac:spMkLst>
            <pc:docMk/>
            <pc:sldMk cId="0" sldId="257"/>
            <ac:spMk id="91" creationId="{00000000-0000-0000-0000-000000000000}"/>
          </ac:spMkLst>
        </pc:spChg>
      </pc:sldChg>
      <pc:sldChg chg="modSp">
        <pc:chgData name="Carlos Miglinski" userId="31b42f8782254bec" providerId="Windows Live" clId="Web-{7EA3EEEF-2A02-4AB3-B981-9AE84B8EF9D1}" dt="2024-09-11T16:21:03.200" v="215" actId="20577"/>
        <pc:sldMkLst>
          <pc:docMk/>
          <pc:sldMk cId="0" sldId="260"/>
        </pc:sldMkLst>
        <pc:spChg chg="mod">
          <ac:chgData name="Carlos Miglinski" userId="31b42f8782254bec" providerId="Windows Live" clId="Web-{7EA3EEEF-2A02-4AB3-B981-9AE84B8EF9D1}" dt="2024-09-11T16:21:03.200" v="215" actId="20577"/>
          <ac:spMkLst>
            <pc:docMk/>
            <pc:sldMk cId="0" sldId="260"/>
            <ac:spMk id="110" creationId="{00000000-0000-0000-0000-000000000000}"/>
          </ac:spMkLst>
        </pc:spChg>
      </pc:sldChg>
      <pc:sldChg chg="modSp">
        <pc:chgData name="Carlos Miglinski" userId="31b42f8782254bec" providerId="Windows Live" clId="Web-{7EA3EEEF-2A02-4AB3-B981-9AE84B8EF9D1}" dt="2024-09-11T16:19:36.462" v="192" actId="20577"/>
        <pc:sldMkLst>
          <pc:docMk/>
          <pc:sldMk cId="0" sldId="261"/>
        </pc:sldMkLst>
        <pc:spChg chg="mod">
          <ac:chgData name="Carlos Miglinski" userId="31b42f8782254bec" providerId="Windows Live" clId="Web-{7EA3EEEF-2A02-4AB3-B981-9AE84B8EF9D1}" dt="2024-09-11T16:19:36.462" v="192" actId="20577"/>
          <ac:spMkLst>
            <pc:docMk/>
            <pc:sldMk cId="0" sldId="261"/>
            <ac:spMk id="116" creationId="{00000000-0000-0000-0000-000000000000}"/>
          </ac:spMkLst>
        </pc:spChg>
      </pc:sldChg>
      <pc:sldChg chg="addSp modSp">
        <pc:chgData name="Carlos Miglinski" userId="31b42f8782254bec" providerId="Windows Live" clId="Web-{7EA3EEEF-2A02-4AB3-B981-9AE84B8EF9D1}" dt="2024-09-11T16:16:37.377" v="174"/>
        <pc:sldMkLst>
          <pc:docMk/>
          <pc:sldMk cId="0" sldId="262"/>
        </pc:sldMkLst>
        <pc:graphicFrameChg chg="add mod modGraphic">
          <ac:chgData name="Carlos Miglinski" userId="31b42f8782254bec" providerId="Windows Live" clId="Web-{7EA3EEEF-2A02-4AB3-B981-9AE84B8EF9D1}" dt="2024-09-11T16:16:37.377" v="174"/>
          <ac:graphicFrameMkLst>
            <pc:docMk/>
            <pc:sldMk cId="0" sldId="262"/>
            <ac:graphicFrameMk id="2" creationId="{8EE2987E-009F-62C8-7AA7-B59EA537D5AA}"/>
          </ac:graphicFrameMkLst>
        </pc:graphicFrameChg>
      </pc:sldChg>
      <pc:sldChg chg="modSp">
        <pc:chgData name="Carlos Miglinski" userId="31b42f8782254bec" providerId="Windows Live" clId="Web-{7EA3EEEF-2A02-4AB3-B981-9AE84B8EF9D1}" dt="2024-09-11T16:17:01.206" v="178" actId="20577"/>
        <pc:sldMkLst>
          <pc:docMk/>
          <pc:sldMk cId="0" sldId="264"/>
        </pc:sldMkLst>
        <pc:spChg chg="mod">
          <ac:chgData name="Carlos Miglinski" userId="31b42f8782254bec" providerId="Windows Live" clId="Web-{7EA3EEEF-2A02-4AB3-B981-9AE84B8EF9D1}" dt="2024-09-11T16:17:01.206" v="178" actId="20577"/>
          <ac:spMkLst>
            <pc:docMk/>
            <pc:sldMk cId="0" sldId="264"/>
            <ac:spMk id="134" creationId="{00000000-0000-0000-0000-000000000000}"/>
          </ac:spMkLst>
        </pc:spChg>
      </pc:sldChg>
      <pc:sldChg chg="modSp">
        <pc:chgData name="Carlos Miglinski" userId="31b42f8782254bec" providerId="Windows Live" clId="Web-{7EA3EEEF-2A02-4AB3-B981-9AE84B8EF9D1}" dt="2024-09-11T16:18:20.491" v="183" actId="20577"/>
        <pc:sldMkLst>
          <pc:docMk/>
          <pc:sldMk cId="0" sldId="266"/>
        </pc:sldMkLst>
        <pc:spChg chg="mod">
          <ac:chgData name="Carlos Miglinski" userId="31b42f8782254bec" providerId="Windows Live" clId="Web-{7EA3EEEF-2A02-4AB3-B981-9AE84B8EF9D1}" dt="2024-09-11T16:18:20.491" v="183" actId="20577"/>
          <ac:spMkLst>
            <pc:docMk/>
            <pc:sldMk cId="0" sldId="266"/>
            <ac:spMk id="146" creationId="{00000000-0000-0000-0000-000000000000}"/>
          </ac:spMkLst>
        </pc:spChg>
      </pc:sldChg>
      <pc:sldChg chg="modSp">
        <pc:chgData name="Carlos Miglinski" userId="31b42f8782254bec" providerId="Windows Live" clId="Web-{7EA3EEEF-2A02-4AB3-B981-9AE84B8EF9D1}" dt="2024-09-11T16:18:42.163" v="184"/>
        <pc:sldMkLst>
          <pc:docMk/>
          <pc:sldMk cId="2693169170" sldId="269"/>
        </pc:sldMkLst>
        <pc:spChg chg="mod">
          <ac:chgData name="Carlos Miglinski" userId="31b42f8782254bec" providerId="Windows Live" clId="Web-{7EA3EEEF-2A02-4AB3-B981-9AE84B8EF9D1}" dt="2024-09-11T16:12:05.148" v="61" actId="20577"/>
          <ac:spMkLst>
            <pc:docMk/>
            <pc:sldMk cId="2693169170" sldId="269"/>
            <ac:spMk id="2" creationId="{AD880583-CB64-3A45-EFA9-4DF8817D1AE6}"/>
          </ac:spMkLst>
        </pc:spChg>
        <pc:spChg chg="mod">
          <ac:chgData name="Carlos Miglinski" userId="31b42f8782254bec" providerId="Windows Live" clId="Web-{7EA3EEEF-2A02-4AB3-B981-9AE84B8EF9D1}" dt="2024-09-11T16:18:42.163" v="184"/>
          <ac:spMkLst>
            <pc:docMk/>
            <pc:sldMk cId="2693169170" sldId="269"/>
            <ac:spMk id="28" creationId="{B81933D1-5615-42C7-9C0B-4EB7105CCE2D}"/>
          </ac:spMkLst>
        </pc:spChg>
        <pc:graphicFrameChg chg="mod modGraphic">
          <ac:chgData name="Carlos Miglinski" userId="31b42f8782254bec" providerId="Windows Live" clId="Web-{7EA3EEEF-2A02-4AB3-B981-9AE84B8EF9D1}" dt="2024-09-11T16:10:10.472" v="50"/>
          <ac:graphicFrameMkLst>
            <pc:docMk/>
            <pc:sldMk cId="2693169170" sldId="269"/>
            <ac:graphicFrameMk id="5" creationId="{FA4C614E-250C-481E-D54E-D6E14DF2263D}"/>
          </ac:graphicFrameMkLst>
        </pc:graphicFrameChg>
      </pc:sldChg>
      <pc:sldChg chg="del">
        <pc:chgData name="Carlos Miglinski" userId="31b42f8782254bec" providerId="Windows Live" clId="Web-{7EA3EEEF-2A02-4AB3-B981-9AE84B8EF9D1}" dt="2024-09-11T16:12:19.727" v="62"/>
        <pc:sldMkLst>
          <pc:docMk/>
          <pc:sldMk cId="1640773468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Fila Estática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Estrutura de Dados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880583-CB64-3A45-EFA9-4DF8817D1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Arial"/>
              </a:rPr>
              <a:t>Atenção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A4C614E-250C-481E-D54E-D6E14DF22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541938"/>
              </p:ext>
            </p:extLst>
          </p:nvPr>
        </p:nvGraphicFramePr>
        <p:xfrm>
          <a:off x="5922492" y="1326828"/>
          <a:ext cx="5536002" cy="3472892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  <a:tableStyleId>{5C22544A-7EE6-4342-B048-85BDC9FD1C3A}</a:tableStyleId>
              </a:tblPr>
              <a:tblGrid>
                <a:gridCol w="1342328">
                  <a:extLst>
                    <a:ext uri="{9D8B030D-6E8A-4147-A177-3AD203B41FA5}">
                      <a16:colId xmlns:a16="http://schemas.microsoft.com/office/drawing/2014/main" val="2416392167"/>
                    </a:ext>
                  </a:extLst>
                </a:gridCol>
                <a:gridCol w="4193674">
                  <a:extLst>
                    <a:ext uri="{9D8B030D-6E8A-4147-A177-3AD203B41FA5}">
                      <a16:colId xmlns:a16="http://schemas.microsoft.com/office/drawing/2014/main" val="312215875"/>
                    </a:ext>
                  </a:extLst>
                </a:gridCol>
              </a:tblGrid>
              <a:tr h="782084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pt-BR" sz="2900" b="1" cap="none" spc="0" dirty="0">
                          <a:solidFill>
                            <a:schemeClr val="bg1"/>
                          </a:solidFill>
                          <a:effectLst/>
                        </a:rPr>
                        <a:t>Data</a:t>
                      </a:r>
                    </a:p>
                  </a:txBody>
                  <a:tcPr marL="114851" marR="195749" marT="32815" marB="246110" anchor="b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2900" b="1" cap="none" spc="0" dirty="0">
                          <a:solidFill>
                            <a:schemeClr val="bg1"/>
                          </a:solidFill>
                        </a:rPr>
                        <a:t>Matéria</a:t>
                      </a:r>
                    </a:p>
                  </a:txBody>
                  <a:tcPr marL="114851" marR="195749" marT="32815" marB="24611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981940"/>
                  </a:ext>
                </a:extLst>
              </a:tr>
              <a:tr h="672702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pt-BR" sz="2200" cap="none" spc="0" dirty="0">
                          <a:solidFill>
                            <a:schemeClr val="bg1"/>
                          </a:solidFill>
                          <a:effectLst/>
                        </a:rPr>
                        <a:t>12/set</a:t>
                      </a:r>
                      <a:endParaRPr lang="pt-BR" sz="22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14851" marR="195749" marT="32815" marB="246110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2200" cap="none" spc="0" dirty="0">
                          <a:solidFill>
                            <a:schemeClr val="bg1"/>
                          </a:solidFill>
                        </a:rPr>
                        <a:t>Lista - implementação estática</a:t>
                      </a:r>
                      <a:endParaRPr lang="pt-BR" dirty="0"/>
                    </a:p>
                  </a:txBody>
                  <a:tcPr marL="114851" marR="195749" marT="32815" marB="24611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807477"/>
                  </a:ext>
                </a:extLst>
              </a:tr>
              <a:tr h="672702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pt-BR" sz="2200" cap="none" spc="0" dirty="0">
                          <a:solidFill>
                            <a:schemeClr val="bg1"/>
                          </a:solidFill>
                          <a:effectLst/>
                        </a:rPr>
                        <a:t>19/set</a:t>
                      </a:r>
                      <a:endParaRPr lang="pt-BR" sz="22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14850" marR="195749" marT="32815" marB="246110" anchor="ctr">
                    <a:lnL w="12700">
                      <a:solidFill>
                        <a:schemeClr val="bg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2200" cap="none" spc="0" dirty="0">
                          <a:solidFill>
                            <a:schemeClr val="bg1"/>
                          </a:solidFill>
                        </a:rPr>
                        <a:t>revisão</a:t>
                      </a:r>
                      <a:endParaRPr lang="pt-BR" dirty="0"/>
                    </a:p>
                  </a:txBody>
                  <a:tcPr marL="114850" marR="195749" marT="32815" marB="24611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368566"/>
                  </a:ext>
                </a:extLst>
              </a:tr>
              <a:tr h="672702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pt-BR" sz="2200" cap="none" spc="0" dirty="0">
                          <a:solidFill>
                            <a:schemeClr val="bg1"/>
                          </a:solidFill>
                          <a:effectLst/>
                        </a:rPr>
                        <a:t>26/set</a:t>
                      </a:r>
                      <a:endParaRPr lang="pt-BR" sz="22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14850" marR="195749" marT="32815" marB="246110" anchor="ctr">
                    <a:lnL w="12700">
                      <a:solidFill>
                        <a:schemeClr val="bg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2200" cap="none" spc="0" dirty="0">
                          <a:solidFill>
                            <a:schemeClr val="bg1"/>
                          </a:solidFill>
                        </a:rPr>
                        <a:t>Avaliação integrativa/Trabalho</a:t>
                      </a:r>
                      <a:endParaRPr lang="pt-BR" dirty="0"/>
                    </a:p>
                  </a:txBody>
                  <a:tcPr marL="114850" marR="195749" marT="32815" marB="24611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894082"/>
                  </a:ext>
                </a:extLst>
              </a:tr>
              <a:tr h="672702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pt-BR" sz="2200" cap="none" spc="0" dirty="0">
                          <a:solidFill>
                            <a:schemeClr val="bg1"/>
                          </a:solidFill>
                          <a:effectLst/>
                        </a:rPr>
                        <a:t>03/out</a:t>
                      </a:r>
                      <a:endParaRPr lang="pt-BR" sz="22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14850" marR="195749" marT="32815" marB="246110" anchor="ctr">
                    <a:lnL w="12700">
                      <a:solidFill>
                        <a:schemeClr val="bg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BR" sz="2200" cap="none" spc="0" dirty="0">
                          <a:solidFill>
                            <a:schemeClr val="bg1"/>
                          </a:solidFill>
                        </a:rPr>
                        <a:t>prova</a:t>
                      </a:r>
                      <a:endParaRPr lang="pt-BR" dirty="0"/>
                    </a:p>
                  </a:txBody>
                  <a:tcPr marL="114850" marR="195749" marT="32815" marB="24611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38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3169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Fila estática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É uma estrutura linear na qual: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As inserções ocorrem no final da fila;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As exclusões ocorrem no início da fila;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Utiliza a mesma lógica de uma fila de </a:t>
            </a:r>
            <a:r>
              <a:rPr lang="pt-BR"/>
              <a:t>pessoas;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FIFO – </a:t>
            </a:r>
            <a:r>
              <a:rPr lang="pt-BR" dirty="0" err="1"/>
              <a:t>First</a:t>
            </a:r>
            <a:r>
              <a:rPr lang="pt-BR" dirty="0"/>
              <a:t> In </a:t>
            </a:r>
            <a:r>
              <a:rPr lang="pt-BR" dirty="0" err="1"/>
              <a:t>First</a:t>
            </a:r>
            <a:r>
              <a:rPr lang="pt-BR" dirty="0"/>
              <a:t> Out.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Fila (ideia geral)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Temos um arranjo de elementos, um campo indicando a posição do primeiro e um indicando a número de elementos.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O sucessor de cada elemento está na próxima posição do arranjo, exceto o sucessor do último.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Modelagem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#include &lt;stdio.h&gt;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pt-BR"/>
            </a:b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#define MAX 50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pt-BR"/>
            </a:b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typedef int bool;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typedef int TIPOCHAVE;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pt-BR"/>
            </a:b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typedef struct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TIPOCHAVE chave;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} REGISTRO;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pt-BR"/>
            </a:b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typedef struct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REGISTRO A[MAX];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int inicio;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int nroElem;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} FILA;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pt-BR"/>
            </a:b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Inicialização</a:t>
            </a:r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Para inicializarmos nossa fila, precisamos:</a:t>
            </a:r>
            <a:endParaRPr/>
          </a:p>
          <a:p>
            <a:pPr marL="228600" indent="-228600">
              <a:buSzPts val="2800"/>
            </a:pPr>
            <a:r>
              <a:rPr lang="pt-BR" dirty="0"/>
              <a:t>Acertar o valor do campo </a:t>
            </a:r>
            <a:r>
              <a:rPr lang="pt-BR" err="1"/>
              <a:t>nroElem</a:t>
            </a:r>
            <a:r>
              <a:rPr lang="pt-BR" dirty="0"/>
              <a:t> para zero, para indicando que não há </a:t>
            </a:r>
            <a:r>
              <a:rPr lang="pt-BR"/>
              <a:t>nenhum elemento válido;</a:t>
            </a:r>
            <a:endParaRPr dirty="0"/>
          </a:p>
          <a:p>
            <a:pPr marL="228600" indent="-228600">
              <a:buSzPts val="2800"/>
            </a:pPr>
            <a:r>
              <a:rPr lang="pt-BR" dirty="0"/>
              <a:t>Acertar o valor do campo início para zero (índice do primeiro elemento válido).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inicializarFila</a:t>
            </a:r>
            <a:r>
              <a:rPr lang="pt-BR" dirty="0"/>
              <a:t>(FILA *f){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  f-&gt;inicio = 0;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  f-&gt;</a:t>
            </a:r>
            <a:r>
              <a:rPr lang="pt-BR" dirty="0" err="1"/>
              <a:t>nroElem</a:t>
            </a:r>
            <a:r>
              <a:rPr lang="pt-BR" dirty="0"/>
              <a:t> = 0;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}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Retornar o número de elementos</a:t>
            </a:r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Bastar retornar o valor do campo </a:t>
            </a:r>
            <a:r>
              <a:rPr lang="pt-BR" dirty="0" err="1"/>
              <a:t>nroElem</a:t>
            </a:r>
            <a:r>
              <a:rPr lang="pt-BR" dirty="0"/>
              <a:t>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tamanhoFila</a:t>
            </a:r>
            <a:r>
              <a:rPr lang="pt-BR" dirty="0"/>
              <a:t>(FILA *f)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    </a:t>
            </a:r>
            <a:r>
              <a:rPr lang="pt-BR" dirty="0" err="1"/>
              <a:t>return</a:t>
            </a:r>
            <a:r>
              <a:rPr lang="pt-BR" dirty="0"/>
              <a:t> f-&gt;</a:t>
            </a:r>
            <a:r>
              <a:rPr lang="pt-BR" dirty="0" err="1"/>
              <a:t>nroElem</a:t>
            </a:r>
            <a:r>
              <a:rPr lang="pt-BR" dirty="0"/>
              <a:t>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}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Listar</a:t>
            </a:r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Para exibir os elementos precisamos percorrer todos os elementos válidos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Atenção: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O loop deve ser de início até nroElem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Após o elemento da última posição do arranjo (posição MAX-1) está o elemento da posição 0 (trataremos o arranjo como se fosse circular)</a:t>
            </a:r>
            <a:endParaRPr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8EE2987E-009F-62C8-7AA7-B59EA537D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711738"/>
              </p:ext>
            </p:extLst>
          </p:nvPr>
        </p:nvGraphicFramePr>
        <p:xfrm>
          <a:off x="1288426" y="4829427"/>
          <a:ext cx="8168640" cy="125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728">
                  <a:extLst>
                    <a:ext uri="{9D8B030D-6E8A-4147-A177-3AD203B41FA5}">
                      <a16:colId xmlns:a16="http://schemas.microsoft.com/office/drawing/2014/main" val="943045105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2017695514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2070196895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832507360"/>
                    </a:ext>
                  </a:extLst>
                </a:gridCol>
                <a:gridCol w="1633728">
                  <a:extLst>
                    <a:ext uri="{9D8B030D-6E8A-4147-A177-3AD203B41FA5}">
                      <a16:colId xmlns:a16="http://schemas.microsoft.com/office/drawing/2014/main" val="3237722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115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085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Inicio  =       2</a:t>
                      </a:r>
                    </a:p>
                    <a:p>
                      <a:pPr lvl="0" algn="l">
                        <a:buNone/>
                      </a:pPr>
                      <a:r>
                        <a:rPr lang="pt-BR" dirty="0" err="1">
                          <a:solidFill>
                            <a:schemeClr val="tx1"/>
                          </a:solidFill>
                        </a:rPr>
                        <a:t>NroElem</a:t>
                      </a:r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  = 4</a:t>
                      </a:r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1593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Listar</a:t>
            </a:r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void listarFila (FILA *f){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printf("Fila: [ ");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int i = f-&gt;inicio;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int temp;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for(temp = 0; temp &lt; f-&gt;nroElem; temp++){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     printf("%d ",f-&gt;A[i].chave);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     i = (i+1) % MAX; //se o i passar do máximo, i volta a zero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    printf("]\n");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}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Inserção</a:t>
            </a:r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O usuário passa como parâmetro um registro a ser inserido no final da fila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Se a fila não estiver cheia, precisamos: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Identificar a posição no arranjo na qual o registro será inserido e inseri-lo lá;</a:t>
            </a:r>
            <a:endParaRPr dirty="0"/>
          </a:p>
          <a:p>
            <a:pPr marL="228600" indent="-228600">
              <a:buSzPts val="2800"/>
            </a:pPr>
            <a:r>
              <a:rPr lang="pt-BR" dirty="0"/>
              <a:t>Alterar o valor do campo </a:t>
            </a:r>
            <a:r>
              <a:rPr lang="pt-BR" dirty="0" err="1"/>
              <a:t>nroElem</a:t>
            </a:r>
            <a:r>
              <a:rPr lang="pt-BR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Inserção</a:t>
            </a:r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bool inserirElemFila(FILA *f, REGISTRO reg)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if (f-&gt;nroElem &gt;= MAX) return false;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int posicao = (f-&gt;inicio + f-&gt;nroElem) % MAX;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f-&gt;A[posicao] = reg;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f-&gt;nroElem++;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return true; 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}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Exclusão</a:t>
            </a:r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O usuário solicita a exclusão do elemento no início da fila. Se a fila não estiver vazia: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Iremos copiar esse elemento para um local indicado pelo usuário;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Acertar o valor do campo </a:t>
            </a:r>
            <a:r>
              <a:rPr lang="pt-BR" dirty="0" err="1"/>
              <a:t>nroElem</a:t>
            </a:r>
            <a:r>
              <a:rPr lang="pt-BR" dirty="0"/>
              <a:t>;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Acertar o valor do campo início;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Fazer o início apontar para o próximo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Exclusão</a:t>
            </a:r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bool excluirElementoFila(FILA *f, REGISTRO *reg){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if (f-&gt;nroElem == 0) return false;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*reg = f-&gt;A[f-&gt;inicio];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f-&gt;inicio = (f-&gt;inicio+1) % MAX;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f-&gt;nroElem--;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return true;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}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Reinicialização da fila estática</a:t>
            </a:r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Para reinicializar esta estrutura basta chamarmos a função de inicialização.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void reinicializaFila(FILA *f){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    inicializarFila(f);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pt-BR"/>
            </a:b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13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Tema do Office</vt:lpstr>
      <vt:lpstr>Fila Estática</vt:lpstr>
      <vt:lpstr>Atenção</vt:lpstr>
      <vt:lpstr>Fila estática</vt:lpstr>
      <vt:lpstr>Fila (ideia geral)</vt:lpstr>
      <vt:lpstr>Modelagem</vt:lpstr>
      <vt:lpstr>Inicialização</vt:lpstr>
      <vt:lpstr>Retornar o número de elementos</vt:lpstr>
      <vt:lpstr>Listar</vt:lpstr>
      <vt:lpstr>Listar</vt:lpstr>
      <vt:lpstr>Inserção</vt:lpstr>
      <vt:lpstr>Inserção</vt:lpstr>
      <vt:lpstr>Exclusão</vt:lpstr>
      <vt:lpstr>Exclusão</vt:lpstr>
      <vt:lpstr>Reinicialização da fila estática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Fila Estática</dc:title>
  <cp:revision>56</cp:revision>
  <dcterms:modified xsi:type="dcterms:W3CDTF">2024-09-12T20:30:26Z</dcterms:modified>
</cp:coreProperties>
</file>