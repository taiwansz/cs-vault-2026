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5DDE2-A760-4611-97F2-26E2C4201267}" v="2" dt="2023-11-08T21:24:00.774"/>
    <p1510:client id="{0FCC3BE2-40E7-4DAA-B498-757B1F2D15AC}" v="150" dt="2023-11-01T23:30:02.732"/>
    <p1510:client id="{DC4E4770-262F-43A0-AF81-7CB89009126C}" v="691" dt="2023-08-30T22:03:48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DC4E4770-262F-43A0-AF81-7CB89009126C}"/>
    <pc:docChg chg="addSld modSld">
      <pc:chgData name="Carlos Miglinski" userId="31b42f8782254bec" providerId="Windows Live" clId="Web-{DC4E4770-262F-43A0-AF81-7CB89009126C}" dt="2023-08-30T22:03:43.992" v="665" actId="20577"/>
      <pc:docMkLst>
        <pc:docMk/>
      </pc:docMkLst>
      <pc:sldChg chg="addSp delSp modSp new mod setBg">
        <pc:chgData name="Carlos Miglinski" userId="31b42f8782254bec" providerId="Windows Live" clId="Web-{DC4E4770-262F-43A0-AF81-7CB89009126C}" dt="2023-08-30T21:54:14.078" v="385"/>
        <pc:sldMkLst>
          <pc:docMk/>
          <pc:sldMk cId="2693169170" sldId="269"/>
        </pc:sldMkLst>
        <pc:spChg chg="mo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2" creationId="{AD880583-CB64-3A45-EFA9-4DF8817D1AE6}"/>
          </ac:spMkLst>
        </pc:spChg>
        <pc:spChg chg="add del mod">
          <ac:chgData name="Carlos Miglinski" userId="31b42f8782254bec" providerId="Windows Live" clId="Web-{DC4E4770-262F-43A0-AF81-7CB89009126C}" dt="2023-08-30T21:52:40.684" v="326"/>
          <ac:spMkLst>
            <pc:docMk/>
            <pc:sldMk cId="2693169170" sldId="269"/>
            <ac:spMk id="3" creationId="{DECEB8E9-8AE9-34E9-AADA-B63B18851D94}"/>
          </ac:spMkLst>
        </pc:spChg>
        <pc:spChg chg="add del">
          <ac:chgData name="Carlos Miglinski" userId="31b42f8782254bec" providerId="Windows Live" clId="Web-{DC4E4770-262F-43A0-AF81-7CB89009126C}" dt="2023-08-30T21:52:27.199" v="323"/>
          <ac:spMkLst>
            <pc:docMk/>
            <pc:sldMk cId="2693169170" sldId="269"/>
            <ac:spMk id="10" creationId="{53F29798-D584-4792-9B62-3F5F5C36D619}"/>
          </ac:spMkLst>
        </pc:spChg>
        <pc:spChg chg="add del">
          <ac:chgData name="Carlos Miglinski" userId="31b42f8782254bec" providerId="Windows Live" clId="Web-{DC4E4770-262F-43A0-AF81-7CB89009126C}" dt="2023-08-30T21:52:40.668" v="325"/>
          <ac:spMkLst>
            <pc:docMk/>
            <pc:sldMk cId="2693169170" sldId="269"/>
            <ac:spMk id="12" creationId="{670CEDEF-4F34-412E-84EE-329C1E936AF5}"/>
          </ac:spMkLst>
        </pc:spChg>
        <pc:spChg chg="add del">
          <ac:chgData name="Carlos Miglinski" userId="31b42f8782254bec" providerId="Windows Live" clId="Web-{DC4E4770-262F-43A0-AF81-7CB89009126C}" dt="2023-08-30T21:52:40.668" v="325"/>
          <ac:spMkLst>
            <pc:docMk/>
            <pc:sldMk cId="2693169170" sldId="269"/>
            <ac:spMk id="13" creationId="{BCED4D40-4B67-4331-AC48-79B82B4A47D8}"/>
          </ac:spMkLst>
        </pc:spChg>
        <pc:spChg chg="add del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15" creationId="{6753252F-4873-4F63-801D-CC719279A7D5}"/>
          </ac:spMkLst>
        </pc:spChg>
        <pc:spChg chg="add del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16" creationId="{047C8CCB-F95D-4249-92DD-651249D3535A}"/>
          </ac:spMkLst>
        </pc:spChg>
        <pc:spChg chg="ad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21" creationId="{47942995-B07F-4636-9A06-C6A104B260A8}"/>
          </ac:spMkLst>
        </pc:spChg>
        <pc:spChg chg="ad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28" creationId="{B81933D1-5615-42C7-9C0B-4EB7105CCE2D}"/>
          </ac:spMkLst>
        </pc:spChg>
        <pc:spChg chg="add">
          <ac:chgData name="Carlos Miglinski" userId="31b42f8782254bec" providerId="Windows Live" clId="Web-{DC4E4770-262F-43A0-AF81-7CB89009126C}" dt="2023-08-30T21:53:33.936" v="333"/>
          <ac:spMkLst>
            <pc:docMk/>
            <pc:sldMk cId="2693169170" sldId="269"/>
            <ac:spMk id="30" creationId="{19C9EAEA-39D0-4B0E-A0EB-51E7B26740B1}"/>
          </ac:spMkLst>
        </pc:spChg>
        <pc:grpChg chg="add">
          <ac:chgData name="Carlos Miglinski" userId="31b42f8782254bec" providerId="Windows Live" clId="Web-{DC4E4770-262F-43A0-AF81-7CB89009126C}" dt="2023-08-30T21:53:33.936" v="333"/>
          <ac:grpSpMkLst>
            <pc:docMk/>
            <pc:sldMk cId="2693169170" sldId="269"/>
            <ac:grpSpMk id="23" creationId="{032D8612-31EB-44CF-A1D0-14FD4C705424}"/>
          </ac:grpSpMkLst>
        </pc:grpChg>
        <pc:graphicFrameChg chg="add mod modGraphic">
          <ac:chgData name="Carlos Miglinski" userId="31b42f8782254bec" providerId="Windows Live" clId="Web-{DC4E4770-262F-43A0-AF81-7CB89009126C}" dt="2023-08-30T21:54:14.078" v="385"/>
          <ac:graphicFrameMkLst>
            <pc:docMk/>
            <pc:sldMk cId="2693169170" sldId="269"/>
            <ac:graphicFrameMk id="5" creationId="{FA4C614E-250C-481E-D54E-D6E14DF2263D}"/>
          </ac:graphicFrameMkLst>
        </pc:graphicFrameChg>
      </pc:sldChg>
      <pc:sldChg chg="modSp new">
        <pc:chgData name="Carlos Miglinski" userId="31b42f8782254bec" providerId="Windows Live" clId="Web-{DC4E4770-262F-43A0-AF81-7CB89009126C}" dt="2023-08-30T22:03:43.992" v="665" actId="20577"/>
        <pc:sldMkLst>
          <pc:docMk/>
          <pc:sldMk cId="1640773468" sldId="270"/>
        </pc:sldMkLst>
        <pc:spChg chg="mod">
          <ac:chgData name="Carlos Miglinski" userId="31b42f8782254bec" providerId="Windows Live" clId="Web-{DC4E4770-262F-43A0-AF81-7CB89009126C}" dt="2023-08-30T22:00:41.781" v="394" actId="20577"/>
          <ac:spMkLst>
            <pc:docMk/>
            <pc:sldMk cId="1640773468" sldId="270"/>
            <ac:spMk id="2" creationId="{5DDE71D5-5D67-D687-D6EA-27C91701D20D}"/>
          </ac:spMkLst>
        </pc:spChg>
        <pc:spChg chg="mod">
          <ac:chgData name="Carlos Miglinski" userId="31b42f8782254bec" providerId="Windows Live" clId="Web-{DC4E4770-262F-43A0-AF81-7CB89009126C}" dt="2023-08-30T22:03:43.992" v="665" actId="20577"/>
          <ac:spMkLst>
            <pc:docMk/>
            <pc:sldMk cId="1640773468" sldId="270"/>
            <ac:spMk id="3" creationId="{B2824762-DFC7-5540-5E1C-9DF672259052}"/>
          </ac:spMkLst>
        </pc:spChg>
      </pc:sldChg>
    </pc:docChg>
  </pc:docChgLst>
  <pc:docChgLst>
    <pc:chgData name="Carlos Miglinski" userId="31b42f8782254bec" providerId="Windows Live" clId="Web-{01D5DDE2-A760-4611-97F2-26E2C4201267}"/>
    <pc:docChg chg="modSld">
      <pc:chgData name="Carlos Miglinski" userId="31b42f8782254bec" providerId="Windows Live" clId="Web-{01D5DDE2-A760-4611-97F2-26E2C4201267}" dt="2023-11-08T21:23:55.805" v="0" actId="20577"/>
      <pc:docMkLst>
        <pc:docMk/>
      </pc:docMkLst>
      <pc:sldChg chg="modSp">
        <pc:chgData name="Carlos Miglinski" userId="31b42f8782254bec" providerId="Windows Live" clId="Web-{01D5DDE2-A760-4611-97F2-26E2C4201267}" dt="2023-11-08T21:23:55.805" v="0" actId="20577"/>
        <pc:sldMkLst>
          <pc:docMk/>
          <pc:sldMk cId="1107272967" sldId="270"/>
        </pc:sldMkLst>
        <pc:spChg chg="mod">
          <ac:chgData name="Carlos Miglinski" userId="31b42f8782254bec" providerId="Windows Live" clId="Web-{01D5DDE2-A760-4611-97F2-26E2C4201267}" dt="2023-11-08T21:23:55.805" v="0" actId="20577"/>
          <ac:spMkLst>
            <pc:docMk/>
            <pc:sldMk cId="1107272967" sldId="270"/>
            <ac:spMk id="157" creationId="{00000000-0000-0000-0000-000000000000}"/>
          </ac:spMkLst>
        </pc:spChg>
      </pc:sldChg>
    </pc:docChg>
  </pc:docChgLst>
  <pc:docChgLst>
    <pc:chgData name="Carlos Miglinski" userId="31b42f8782254bec" providerId="Windows Live" clId="Web-{0FCC3BE2-40E7-4DAA-B498-757B1F2D15AC}"/>
    <pc:docChg chg="addSld delSld modSld">
      <pc:chgData name="Carlos Miglinski" userId="31b42f8782254bec" providerId="Windows Live" clId="Web-{0FCC3BE2-40E7-4DAA-B498-757B1F2D15AC}" dt="2023-11-01T23:30:02.732" v="154" actId="20577"/>
      <pc:docMkLst>
        <pc:docMk/>
      </pc:docMkLst>
      <pc:sldChg chg="modSp">
        <pc:chgData name="Carlos Miglinski" userId="31b42f8782254bec" providerId="Windows Live" clId="Web-{0FCC3BE2-40E7-4DAA-B498-757B1F2D15AC}" dt="2023-11-01T23:22:55.125" v="13" actId="20577"/>
        <pc:sldMkLst>
          <pc:docMk/>
          <pc:sldMk cId="0" sldId="256"/>
        </pc:sldMkLst>
        <pc:spChg chg="mod">
          <ac:chgData name="Carlos Miglinski" userId="31b42f8782254bec" providerId="Windows Live" clId="Web-{0FCC3BE2-40E7-4DAA-B498-757B1F2D15AC}" dt="2023-11-01T23:22:55.125" v="13" actId="20577"/>
          <ac:spMkLst>
            <pc:docMk/>
            <pc:sldMk cId="0" sldId="256"/>
            <ac:spMk id="84" creationId="{00000000-0000-0000-0000-000000000000}"/>
          </ac:spMkLst>
        </pc:spChg>
      </pc:sldChg>
      <pc:sldChg chg="del">
        <pc:chgData name="Carlos Miglinski" userId="31b42f8782254bec" providerId="Windows Live" clId="Web-{0FCC3BE2-40E7-4DAA-B498-757B1F2D15AC}" dt="2023-11-01T23:23:09.328" v="16"/>
        <pc:sldMkLst>
          <pc:docMk/>
          <pc:sldMk cId="0" sldId="257"/>
        </pc:sldMkLst>
      </pc:sldChg>
      <pc:sldChg chg="del">
        <pc:chgData name="Carlos Miglinski" userId="31b42f8782254bec" providerId="Windows Live" clId="Web-{0FCC3BE2-40E7-4DAA-B498-757B1F2D15AC}" dt="2023-11-01T23:23:10.438" v="17"/>
        <pc:sldMkLst>
          <pc:docMk/>
          <pc:sldMk cId="0" sldId="258"/>
        </pc:sldMkLst>
      </pc:sldChg>
      <pc:sldChg chg="del">
        <pc:chgData name="Carlos Miglinski" userId="31b42f8782254bec" providerId="Windows Live" clId="Web-{0FCC3BE2-40E7-4DAA-B498-757B1F2D15AC}" dt="2023-11-01T23:23:11.297" v="18"/>
        <pc:sldMkLst>
          <pc:docMk/>
          <pc:sldMk cId="0" sldId="259"/>
        </pc:sldMkLst>
      </pc:sldChg>
      <pc:sldChg chg="del">
        <pc:chgData name="Carlos Miglinski" userId="31b42f8782254bec" providerId="Windows Live" clId="Web-{0FCC3BE2-40E7-4DAA-B498-757B1F2D15AC}" dt="2023-11-01T23:23:11.922" v="19"/>
        <pc:sldMkLst>
          <pc:docMk/>
          <pc:sldMk cId="0" sldId="260"/>
        </pc:sldMkLst>
      </pc:sldChg>
      <pc:sldChg chg="del">
        <pc:chgData name="Carlos Miglinski" userId="31b42f8782254bec" providerId="Windows Live" clId="Web-{0FCC3BE2-40E7-4DAA-B498-757B1F2D15AC}" dt="2023-11-01T23:23:12.266" v="20"/>
        <pc:sldMkLst>
          <pc:docMk/>
          <pc:sldMk cId="0" sldId="261"/>
        </pc:sldMkLst>
      </pc:sldChg>
      <pc:sldChg chg="del">
        <pc:chgData name="Carlos Miglinski" userId="31b42f8782254bec" providerId="Windows Live" clId="Web-{0FCC3BE2-40E7-4DAA-B498-757B1F2D15AC}" dt="2023-11-01T23:23:12.735" v="21"/>
        <pc:sldMkLst>
          <pc:docMk/>
          <pc:sldMk cId="0" sldId="262"/>
        </pc:sldMkLst>
      </pc:sldChg>
      <pc:sldChg chg="del">
        <pc:chgData name="Carlos Miglinski" userId="31b42f8782254bec" providerId="Windows Live" clId="Web-{0FCC3BE2-40E7-4DAA-B498-757B1F2D15AC}" dt="2023-11-01T23:23:13.063" v="22"/>
        <pc:sldMkLst>
          <pc:docMk/>
          <pc:sldMk cId="0" sldId="263"/>
        </pc:sldMkLst>
      </pc:sldChg>
      <pc:sldChg chg="del">
        <pc:chgData name="Carlos Miglinski" userId="31b42f8782254bec" providerId="Windows Live" clId="Web-{0FCC3BE2-40E7-4DAA-B498-757B1F2D15AC}" dt="2023-11-01T23:23:13.422" v="23"/>
        <pc:sldMkLst>
          <pc:docMk/>
          <pc:sldMk cId="0" sldId="264"/>
        </pc:sldMkLst>
      </pc:sldChg>
      <pc:sldChg chg="del">
        <pc:chgData name="Carlos Miglinski" userId="31b42f8782254bec" providerId="Windows Live" clId="Web-{0FCC3BE2-40E7-4DAA-B498-757B1F2D15AC}" dt="2023-11-01T23:23:14.672" v="24"/>
        <pc:sldMkLst>
          <pc:docMk/>
          <pc:sldMk cId="0" sldId="265"/>
        </pc:sldMkLst>
      </pc:sldChg>
      <pc:sldChg chg="del">
        <pc:chgData name="Carlos Miglinski" userId="31b42f8782254bec" providerId="Windows Live" clId="Web-{0FCC3BE2-40E7-4DAA-B498-757B1F2D15AC}" dt="2023-11-01T23:23:15.094" v="25"/>
        <pc:sldMkLst>
          <pc:docMk/>
          <pc:sldMk cId="0" sldId="266"/>
        </pc:sldMkLst>
      </pc:sldChg>
      <pc:sldChg chg="del">
        <pc:chgData name="Carlos Miglinski" userId="31b42f8782254bec" providerId="Windows Live" clId="Web-{0FCC3BE2-40E7-4DAA-B498-757B1F2D15AC}" dt="2023-11-01T23:23:15.563" v="26"/>
        <pc:sldMkLst>
          <pc:docMk/>
          <pc:sldMk cId="0" sldId="267"/>
        </pc:sldMkLst>
      </pc:sldChg>
      <pc:sldChg chg="modSp">
        <pc:chgData name="Carlos Miglinski" userId="31b42f8782254bec" providerId="Windows Live" clId="Web-{0FCC3BE2-40E7-4DAA-B498-757B1F2D15AC}" dt="2023-11-01T23:25:11.488" v="67" actId="20577"/>
        <pc:sldMkLst>
          <pc:docMk/>
          <pc:sldMk cId="0" sldId="268"/>
        </pc:sldMkLst>
        <pc:spChg chg="mod">
          <ac:chgData name="Carlos Miglinski" userId="31b42f8782254bec" providerId="Windows Live" clId="Web-{0FCC3BE2-40E7-4DAA-B498-757B1F2D15AC}" dt="2023-11-01T23:23:45.439" v="35" actId="20577"/>
          <ac:spMkLst>
            <pc:docMk/>
            <pc:sldMk cId="0" sldId="268"/>
            <ac:spMk id="157" creationId="{00000000-0000-0000-0000-000000000000}"/>
          </ac:spMkLst>
        </pc:spChg>
        <pc:spChg chg="mod">
          <ac:chgData name="Carlos Miglinski" userId="31b42f8782254bec" providerId="Windows Live" clId="Web-{0FCC3BE2-40E7-4DAA-B498-757B1F2D15AC}" dt="2023-11-01T23:25:11.488" v="67" actId="20577"/>
          <ac:spMkLst>
            <pc:docMk/>
            <pc:sldMk cId="0" sldId="268"/>
            <ac:spMk id="158" creationId="{00000000-0000-0000-0000-000000000000}"/>
          </ac:spMkLst>
        </pc:spChg>
      </pc:sldChg>
      <pc:sldChg chg="modSp add replId">
        <pc:chgData name="Carlos Miglinski" userId="31b42f8782254bec" providerId="Windows Live" clId="Web-{0FCC3BE2-40E7-4DAA-B498-757B1F2D15AC}" dt="2023-11-01T23:25:00.426" v="63" actId="20577"/>
        <pc:sldMkLst>
          <pc:docMk/>
          <pc:sldMk cId="1508858193" sldId="269"/>
        </pc:sldMkLst>
        <pc:spChg chg="mod">
          <ac:chgData name="Carlos Miglinski" userId="31b42f8782254bec" providerId="Windows Live" clId="Web-{0FCC3BE2-40E7-4DAA-B498-757B1F2D15AC}" dt="2023-11-01T23:24:31.300" v="49" actId="20577"/>
          <ac:spMkLst>
            <pc:docMk/>
            <pc:sldMk cId="1508858193" sldId="269"/>
            <ac:spMk id="157" creationId="{00000000-0000-0000-0000-000000000000}"/>
          </ac:spMkLst>
        </pc:spChg>
        <pc:spChg chg="mod">
          <ac:chgData name="Carlos Miglinski" userId="31b42f8782254bec" providerId="Windows Live" clId="Web-{0FCC3BE2-40E7-4DAA-B498-757B1F2D15AC}" dt="2023-11-01T23:25:00.426" v="63" actId="20577"/>
          <ac:spMkLst>
            <pc:docMk/>
            <pc:sldMk cId="1508858193" sldId="269"/>
            <ac:spMk id="158" creationId="{00000000-0000-0000-0000-000000000000}"/>
          </ac:spMkLst>
        </pc:spChg>
      </pc:sldChg>
      <pc:sldChg chg="del">
        <pc:chgData name="Carlos Miglinski" userId="31b42f8782254bec" providerId="Windows Live" clId="Web-{0FCC3BE2-40E7-4DAA-B498-757B1F2D15AC}" dt="2023-11-01T23:23:00.875" v="14"/>
        <pc:sldMkLst>
          <pc:docMk/>
          <pc:sldMk cId="2693169170" sldId="269"/>
        </pc:sldMkLst>
      </pc:sldChg>
      <pc:sldChg chg="modSp add replId">
        <pc:chgData name="Carlos Miglinski" userId="31b42f8782254bec" providerId="Windows Live" clId="Web-{0FCC3BE2-40E7-4DAA-B498-757B1F2D15AC}" dt="2023-11-01T23:26:04.365" v="79" actId="20577"/>
        <pc:sldMkLst>
          <pc:docMk/>
          <pc:sldMk cId="1107272967" sldId="270"/>
        </pc:sldMkLst>
        <pc:spChg chg="mod">
          <ac:chgData name="Carlos Miglinski" userId="31b42f8782254bec" providerId="Windows Live" clId="Web-{0FCC3BE2-40E7-4DAA-B498-757B1F2D15AC}" dt="2023-11-01T23:25:31.036" v="70" actId="20577"/>
          <ac:spMkLst>
            <pc:docMk/>
            <pc:sldMk cId="1107272967" sldId="270"/>
            <ac:spMk id="157" creationId="{00000000-0000-0000-0000-000000000000}"/>
          </ac:spMkLst>
        </pc:spChg>
        <pc:spChg chg="mod">
          <ac:chgData name="Carlos Miglinski" userId="31b42f8782254bec" providerId="Windows Live" clId="Web-{0FCC3BE2-40E7-4DAA-B498-757B1F2D15AC}" dt="2023-11-01T23:26:04.365" v="79" actId="20577"/>
          <ac:spMkLst>
            <pc:docMk/>
            <pc:sldMk cId="1107272967" sldId="270"/>
            <ac:spMk id="158" creationId="{00000000-0000-0000-0000-000000000000}"/>
          </ac:spMkLst>
        </pc:spChg>
      </pc:sldChg>
      <pc:sldChg chg="del">
        <pc:chgData name="Carlos Miglinski" userId="31b42f8782254bec" providerId="Windows Live" clId="Web-{0FCC3BE2-40E7-4DAA-B498-757B1F2D15AC}" dt="2023-11-01T23:23:07.766" v="15"/>
        <pc:sldMkLst>
          <pc:docMk/>
          <pc:sldMk cId="1640773468" sldId="270"/>
        </pc:sldMkLst>
      </pc:sldChg>
      <pc:sldChg chg="modSp add replId">
        <pc:chgData name="Carlos Miglinski" userId="31b42f8782254bec" providerId="Windows Live" clId="Web-{0FCC3BE2-40E7-4DAA-B498-757B1F2D15AC}" dt="2023-11-01T23:27:50.618" v="115" actId="20577"/>
        <pc:sldMkLst>
          <pc:docMk/>
          <pc:sldMk cId="93546897" sldId="271"/>
        </pc:sldMkLst>
        <pc:spChg chg="mod">
          <ac:chgData name="Carlos Miglinski" userId="31b42f8782254bec" providerId="Windows Live" clId="Web-{0FCC3BE2-40E7-4DAA-B498-757B1F2D15AC}" dt="2023-11-01T23:26:36.179" v="82" actId="20577"/>
          <ac:spMkLst>
            <pc:docMk/>
            <pc:sldMk cId="93546897" sldId="271"/>
            <ac:spMk id="157" creationId="{00000000-0000-0000-0000-000000000000}"/>
          </ac:spMkLst>
        </pc:spChg>
        <pc:spChg chg="mod">
          <ac:chgData name="Carlos Miglinski" userId="31b42f8782254bec" providerId="Windows Live" clId="Web-{0FCC3BE2-40E7-4DAA-B498-757B1F2D15AC}" dt="2023-11-01T23:27:50.618" v="115" actId="20577"/>
          <ac:spMkLst>
            <pc:docMk/>
            <pc:sldMk cId="93546897" sldId="271"/>
            <ac:spMk id="158" creationId="{00000000-0000-0000-0000-000000000000}"/>
          </ac:spMkLst>
        </pc:spChg>
      </pc:sldChg>
      <pc:sldChg chg="modSp add replId">
        <pc:chgData name="Carlos Miglinski" userId="31b42f8782254bec" providerId="Windows Live" clId="Web-{0FCC3BE2-40E7-4DAA-B498-757B1F2D15AC}" dt="2023-11-01T23:28:29.510" v="120" actId="20577"/>
        <pc:sldMkLst>
          <pc:docMk/>
          <pc:sldMk cId="3019144997" sldId="272"/>
        </pc:sldMkLst>
        <pc:spChg chg="mod">
          <ac:chgData name="Carlos Miglinski" userId="31b42f8782254bec" providerId="Windows Live" clId="Web-{0FCC3BE2-40E7-4DAA-B498-757B1F2D15AC}" dt="2023-11-01T23:28:21.885" v="118" actId="20577"/>
          <ac:spMkLst>
            <pc:docMk/>
            <pc:sldMk cId="3019144997" sldId="272"/>
            <ac:spMk id="157" creationId="{00000000-0000-0000-0000-000000000000}"/>
          </ac:spMkLst>
        </pc:spChg>
        <pc:spChg chg="mod">
          <ac:chgData name="Carlos Miglinski" userId="31b42f8782254bec" providerId="Windows Live" clId="Web-{0FCC3BE2-40E7-4DAA-B498-757B1F2D15AC}" dt="2023-11-01T23:28:29.510" v="120" actId="20577"/>
          <ac:spMkLst>
            <pc:docMk/>
            <pc:sldMk cId="3019144997" sldId="272"/>
            <ac:spMk id="158" creationId="{00000000-0000-0000-0000-000000000000}"/>
          </ac:spMkLst>
        </pc:spChg>
      </pc:sldChg>
      <pc:sldChg chg="modSp add replId">
        <pc:chgData name="Carlos Miglinski" userId="31b42f8782254bec" providerId="Windows Live" clId="Web-{0FCC3BE2-40E7-4DAA-B498-757B1F2D15AC}" dt="2023-11-01T23:29:10.652" v="128" actId="20577"/>
        <pc:sldMkLst>
          <pc:docMk/>
          <pc:sldMk cId="440194318" sldId="273"/>
        </pc:sldMkLst>
        <pc:spChg chg="mod">
          <ac:chgData name="Carlos Miglinski" userId="31b42f8782254bec" providerId="Windows Live" clId="Web-{0FCC3BE2-40E7-4DAA-B498-757B1F2D15AC}" dt="2023-11-01T23:28:50.823" v="123" actId="20577"/>
          <ac:spMkLst>
            <pc:docMk/>
            <pc:sldMk cId="440194318" sldId="273"/>
            <ac:spMk id="157" creationId="{00000000-0000-0000-0000-000000000000}"/>
          </ac:spMkLst>
        </pc:spChg>
        <pc:spChg chg="mod">
          <ac:chgData name="Carlos Miglinski" userId="31b42f8782254bec" providerId="Windows Live" clId="Web-{0FCC3BE2-40E7-4DAA-B498-757B1F2D15AC}" dt="2023-11-01T23:29:10.652" v="128" actId="20577"/>
          <ac:spMkLst>
            <pc:docMk/>
            <pc:sldMk cId="440194318" sldId="273"/>
            <ac:spMk id="158" creationId="{00000000-0000-0000-0000-000000000000}"/>
          </ac:spMkLst>
        </pc:spChg>
      </pc:sldChg>
      <pc:sldChg chg="modSp new">
        <pc:chgData name="Carlos Miglinski" userId="31b42f8782254bec" providerId="Windows Live" clId="Web-{0FCC3BE2-40E7-4DAA-B498-757B1F2D15AC}" dt="2023-11-01T23:30:02.732" v="154" actId="20577"/>
        <pc:sldMkLst>
          <pc:docMk/>
          <pc:sldMk cId="2146676251" sldId="274"/>
        </pc:sldMkLst>
        <pc:spChg chg="mod">
          <ac:chgData name="Carlos Miglinski" userId="31b42f8782254bec" providerId="Windows Live" clId="Web-{0FCC3BE2-40E7-4DAA-B498-757B1F2D15AC}" dt="2023-11-01T23:29:39.903" v="131" actId="20577"/>
          <ac:spMkLst>
            <pc:docMk/>
            <pc:sldMk cId="2146676251" sldId="274"/>
            <ac:spMk id="2" creationId="{456D62A6-7A43-7D96-7EB6-AE57E6D95528}"/>
          </ac:spMkLst>
        </pc:spChg>
        <pc:spChg chg="mod">
          <ac:chgData name="Carlos Miglinski" userId="31b42f8782254bec" providerId="Windows Live" clId="Web-{0FCC3BE2-40E7-4DAA-B498-757B1F2D15AC}" dt="2023-11-01T23:30:02.732" v="154" actId="20577"/>
          <ac:spMkLst>
            <pc:docMk/>
            <pc:sldMk cId="2146676251" sldId="274"/>
            <ac:spMk id="3" creationId="{5FB8552E-9847-B5D7-73BB-B48D5B30B5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8968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61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3942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6710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3075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pt-BR" dirty="0"/>
              <a:t>Revisão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Estrutura de 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1) Escreva uma função para inicializar uma Lista.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4400" err="1"/>
              <a:t>void</a:t>
            </a:r>
            <a:r>
              <a:rPr lang="pt-BR" sz="4400" dirty="0"/>
              <a:t> </a:t>
            </a:r>
            <a:r>
              <a:rPr lang="pt-BR" sz="4400" err="1"/>
              <a:t>inicializarLista</a:t>
            </a:r>
            <a:r>
              <a:rPr lang="pt-BR" sz="4400" dirty="0"/>
              <a:t>(LISTA *l){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400" dirty="0"/>
              <a:t>     l-&gt;inicio = NULL;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4400" dirty="0"/>
              <a:t>}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pt-BR" dirty="0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Escreva uma função para inicializar uma Pilha.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None/>
            </a:pPr>
            <a:r>
              <a:rPr lang="pt-BR" sz="4400" dirty="0" err="1"/>
              <a:t>void</a:t>
            </a:r>
            <a:r>
              <a:rPr lang="pt-BR" sz="4400" dirty="0"/>
              <a:t> </a:t>
            </a:r>
            <a:r>
              <a:rPr lang="pt-BR" sz="4400" dirty="0" err="1"/>
              <a:t>inicializaPilha</a:t>
            </a:r>
            <a:r>
              <a:rPr lang="pt-BR" sz="4400" dirty="0"/>
              <a:t> (PILHA *p) { </a:t>
            </a:r>
          </a:p>
          <a:p>
            <a:pPr marL="228600" indent="-228600">
              <a:buNone/>
            </a:pPr>
            <a:r>
              <a:rPr lang="pt-BR" sz="4400" dirty="0"/>
              <a:t>           p-&gt;topo = NULL; </a:t>
            </a:r>
          </a:p>
          <a:p>
            <a:pPr marL="228600" indent="-228600">
              <a:buNone/>
            </a:pPr>
            <a:r>
              <a:rPr lang="pt-BR" sz="4400" dirty="0"/>
              <a:t>}</a:t>
            </a:r>
            <a:r>
              <a:rPr lang="pt-BR" dirty="0"/>
              <a:t> </a:t>
            </a:r>
            <a:br>
              <a:rPr lang="pt-BR" dirty="0"/>
            </a:br>
            <a:endParaRPr lang="pt-BR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8858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Escreva uma função para inicializar uma Fila.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None/>
            </a:pPr>
            <a:r>
              <a:rPr lang="pt-BR" sz="4000" err="1"/>
              <a:t>void</a:t>
            </a:r>
            <a:r>
              <a:rPr lang="pt-BR" sz="4000" dirty="0"/>
              <a:t> </a:t>
            </a:r>
            <a:r>
              <a:rPr lang="pt-BR" sz="4000" err="1"/>
              <a:t>inicializarFila</a:t>
            </a:r>
            <a:r>
              <a:rPr lang="pt-BR" sz="4000" dirty="0"/>
              <a:t>(FILA *f) { </a:t>
            </a:r>
          </a:p>
          <a:p>
            <a:pPr marL="228600" indent="-228600">
              <a:buNone/>
            </a:pPr>
            <a:r>
              <a:rPr lang="pt-BR" sz="4000" dirty="0"/>
              <a:t>    f-&gt;inicio=NULL; </a:t>
            </a:r>
          </a:p>
          <a:p>
            <a:pPr marL="228600" indent="-228600">
              <a:buNone/>
            </a:pPr>
            <a:r>
              <a:rPr lang="pt-BR" sz="4000" dirty="0"/>
              <a:t>    f-&gt;fim=NULL; </a:t>
            </a:r>
          </a:p>
          <a:p>
            <a:pPr marL="228600" indent="-228600">
              <a:buNone/>
            </a:pPr>
            <a:r>
              <a:rPr lang="pt-BR" sz="4000" dirty="0"/>
              <a:t>} </a:t>
            </a:r>
            <a:br>
              <a:rPr lang="pt-BR" sz="4000" dirty="0"/>
            </a:br>
            <a:endParaRPr lang="pt-BR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272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Escreva uma função para listar os elementos de uma Fila.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indent="-228600">
              <a:buNone/>
            </a:pPr>
            <a:r>
              <a:rPr lang="pt-BR" sz="4000" err="1"/>
              <a:t>void</a:t>
            </a:r>
            <a:r>
              <a:rPr lang="pt-BR" sz="4000" dirty="0"/>
              <a:t> </a:t>
            </a:r>
            <a:r>
              <a:rPr lang="pt-BR" sz="4000" err="1"/>
              <a:t>listaFila</a:t>
            </a:r>
            <a:r>
              <a:rPr lang="pt-BR" sz="4000" dirty="0"/>
              <a:t>(FILA *f) { </a:t>
            </a:r>
            <a:endParaRPr lang="pt-BR" dirty="0"/>
          </a:p>
          <a:p>
            <a:pPr marL="228600" indent="-228600">
              <a:buNone/>
            </a:pPr>
            <a:r>
              <a:rPr lang="pt-BR" sz="4000" dirty="0"/>
              <a:t>    PONT </a:t>
            </a:r>
            <a:r>
              <a:rPr lang="pt-BR" sz="4000" dirty="0" err="1"/>
              <a:t>ender</a:t>
            </a:r>
            <a:r>
              <a:rPr lang="pt-BR" sz="4000" dirty="0"/>
              <a:t> = f-&gt;</a:t>
            </a:r>
            <a:r>
              <a:rPr lang="pt-BR" sz="4000" dirty="0" err="1"/>
              <a:t>inicio</a:t>
            </a:r>
            <a:r>
              <a:rPr lang="pt-BR" sz="4000" dirty="0"/>
              <a:t>; </a:t>
            </a:r>
            <a:endParaRPr lang="pt-BR"/>
          </a:p>
          <a:p>
            <a:pPr marL="228600" indent="-228600">
              <a:buNone/>
            </a:pPr>
            <a:r>
              <a:rPr lang="pt-BR" sz="4000" dirty="0"/>
              <a:t>    </a:t>
            </a:r>
            <a:r>
              <a:rPr lang="pt-BR" sz="4000" dirty="0" err="1"/>
              <a:t>printf</a:t>
            </a:r>
            <a:r>
              <a:rPr lang="pt-BR" sz="4000" dirty="0"/>
              <a:t>("Fila [ "); </a:t>
            </a:r>
            <a:endParaRPr lang="pt-BR" dirty="0"/>
          </a:p>
          <a:p>
            <a:pPr marL="228600" indent="-228600">
              <a:buNone/>
            </a:pPr>
            <a:r>
              <a:rPr lang="pt-BR" sz="4000" dirty="0"/>
              <a:t>    </a:t>
            </a:r>
            <a:r>
              <a:rPr lang="pt-BR" sz="4000" dirty="0" err="1"/>
              <a:t>while</a:t>
            </a:r>
            <a:r>
              <a:rPr lang="pt-BR" sz="4000" dirty="0"/>
              <a:t> (</a:t>
            </a:r>
            <a:r>
              <a:rPr lang="pt-BR" sz="4000" dirty="0" err="1"/>
              <a:t>ender</a:t>
            </a:r>
            <a:r>
              <a:rPr lang="pt-BR" sz="4000" dirty="0"/>
              <a:t> != NULL) { </a:t>
            </a:r>
            <a:endParaRPr lang="pt-BR"/>
          </a:p>
          <a:p>
            <a:pPr marL="228600" indent="-228600">
              <a:buNone/>
            </a:pPr>
            <a:r>
              <a:rPr lang="pt-BR" sz="4000" dirty="0"/>
              <a:t>        </a:t>
            </a:r>
            <a:r>
              <a:rPr lang="pt-BR" sz="4000" dirty="0" err="1"/>
              <a:t>printf</a:t>
            </a:r>
            <a:r>
              <a:rPr lang="pt-BR" sz="4000" dirty="0"/>
              <a:t>("%i ",</a:t>
            </a:r>
            <a:r>
              <a:rPr lang="pt-BR" sz="4000" dirty="0" err="1"/>
              <a:t>ender</a:t>
            </a:r>
            <a:r>
              <a:rPr lang="pt-BR" sz="4000" dirty="0"/>
              <a:t>-&gt;</a:t>
            </a:r>
            <a:r>
              <a:rPr lang="pt-BR" sz="4000" dirty="0" err="1"/>
              <a:t>reg.chave</a:t>
            </a:r>
            <a:r>
              <a:rPr lang="pt-BR" sz="4000" dirty="0"/>
              <a:t>); </a:t>
            </a:r>
            <a:endParaRPr lang="pt-BR"/>
          </a:p>
          <a:p>
            <a:pPr marL="228600" indent="-228600">
              <a:buNone/>
            </a:pPr>
            <a:r>
              <a:rPr lang="pt-BR" sz="4000" dirty="0"/>
              <a:t>        </a:t>
            </a:r>
            <a:r>
              <a:rPr lang="pt-BR" sz="4000" dirty="0" err="1"/>
              <a:t>ender</a:t>
            </a:r>
            <a:r>
              <a:rPr lang="pt-BR" sz="4000" dirty="0"/>
              <a:t> = </a:t>
            </a:r>
            <a:r>
              <a:rPr lang="pt-BR" sz="4000" dirty="0" err="1"/>
              <a:t>ender</a:t>
            </a:r>
            <a:r>
              <a:rPr lang="pt-BR" sz="4000" dirty="0"/>
              <a:t>-&gt;</a:t>
            </a:r>
            <a:r>
              <a:rPr lang="pt-BR" sz="4000" dirty="0" err="1"/>
              <a:t>prox</a:t>
            </a:r>
            <a:r>
              <a:rPr lang="pt-BR" sz="4000" dirty="0"/>
              <a:t>; </a:t>
            </a:r>
            <a:endParaRPr lang="pt-BR"/>
          </a:p>
          <a:p>
            <a:pPr marL="228600" indent="-228600">
              <a:buNone/>
            </a:pPr>
            <a:r>
              <a:rPr lang="pt-BR" sz="4000" dirty="0"/>
              <a:t>    } </a:t>
            </a:r>
            <a:endParaRPr lang="pt-BR" dirty="0"/>
          </a:p>
          <a:p>
            <a:pPr marL="228600" indent="-228600">
              <a:buNone/>
            </a:pPr>
            <a:r>
              <a:rPr lang="pt-BR" sz="4000" dirty="0"/>
              <a:t>   </a:t>
            </a:r>
            <a:r>
              <a:rPr lang="pt-BR" sz="4000" dirty="0" err="1"/>
              <a:t>printf</a:t>
            </a:r>
            <a:r>
              <a:rPr lang="pt-BR" sz="4000" dirty="0"/>
              <a:t>("]\n"); </a:t>
            </a:r>
            <a:endParaRPr lang="pt-BR" dirty="0"/>
          </a:p>
          <a:p>
            <a:pPr marL="228600" indent="-228600">
              <a:buNone/>
            </a:pPr>
            <a:r>
              <a:rPr lang="pt-BR" sz="4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46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Escreva uma função para listar os elementos de uma Pilha.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>
              <a:buNone/>
            </a:pPr>
            <a:r>
              <a:rPr lang="pt-BR" sz="4000" err="1"/>
              <a:t>void</a:t>
            </a:r>
            <a:r>
              <a:rPr lang="pt-BR" sz="4000"/>
              <a:t> </a:t>
            </a:r>
            <a:r>
              <a:rPr lang="pt-BR" sz="4000" err="1"/>
              <a:t>listarPilha</a:t>
            </a:r>
            <a:r>
              <a:rPr lang="pt-BR" sz="4000"/>
              <a:t>(PILHA *p){</a:t>
            </a:r>
            <a:endParaRPr lang="pt-BR"/>
          </a:p>
          <a:p>
            <a:pPr>
              <a:buNone/>
            </a:pPr>
            <a:r>
              <a:rPr lang="pt-BR" sz="4000" dirty="0"/>
              <a:t>    PONT </a:t>
            </a:r>
            <a:r>
              <a:rPr lang="pt-BR" sz="4000" dirty="0" err="1"/>
              <a:t>ender</a:t>
            </a:r>
            <a:r>
              <a:rPr lang="pt-BR" sz="4000" dirty="0"/>
              <a:t> = p-&gt;topo;</a:t>
            </a:r>
            <a:endParaRPr lang="pt-BR" dirty="0"/>
          </a:p>
          <a:p>
            <a:pPr>
              <a:buNone/>
            </a:pPr>
            <a:r>
              <a:rPr lang="pt-BR" sz="4000" dirty="0"/>
              <a:t>    </a:t>
            </a:r>
            <a:r>
              <a:rPr lang="pt-BR" sz="4000" dirty="0" err="1"/>
              <a:t>printf</a:t>
            </a:r>
            <a:r>
              <a:rPr lang="pt-BR" sz="4000" dirty="0"/>
              <a:t>("\</a:t>
            </a:r>
            <a:r>
              <a:rPr lang="pt-BR" sz="4000" dirty="0" err="1"/>
              <a:t>nPilha</a:t>
            </a:r>
            <a:r>
              <a:rPr lang="pt-BR" sz="4000" dirty="0"/>
              <a:t> [ ");</a:t>
            </a:r>
            <a:endParaRPr lang="pt-BR" dirty="0"/>
          </a:p>
          <a:p>
            <a:pPr>
              <a:buNone/>
            </a:pPr>
            <a:r>
              <a:rPr lang="pt-BR" sz="4000" dirty="0"/>
              <a:t>    </a:t>
            </a:r>
            <a:r>
              <a:rPr lang="pt-BR" sz="4000" dirty="0" err="1"/>
              <a:t>while</a:t>
            </a:r>
            <a:r>
              <a:rPr lang="pt-BR" sz="4000" dirty="0"/>
              <a:t> (</a:t>
            </a:r>
            <a:r>
              <a:rPr lang="pt-BR" sz="4000" dirty="0" err="1"/>
              <a:t>ender</a:t>
            </a:r>
            <a:r>
              <a:rPr lang="pt-BR" sz="4000" dirty="0"/>
              <a:t> != NULL) {</a:t>
            </a:r>
            <a:endParaRPr lang="pt-BR" dirty="0"/>
          </a:p>
          <a:p>
            <a:pPr>
              <a:buNone/>
            </a:pPr>
            <a:r>
              <a:rPr lang="pt-BR" sz="4000" dirty="0"/>
              <a:t>        </a:t>
            </a:r>
            <a:r>
              <a:rPr lang="pt-BR" sz="4000" dirty="0" err="1"/>
              <a:t>printf</a:t>
            </a:r>
            <a:r>
              <a:rPr lang="pt-BR" sz="4000" dirty="0"/>
              <a:t>("%i ", </a:t>
            </a:r>
            <a:r>
              <a:rPr lang="pt-BR" sz="4000" dirty="0" err="1"/>
              <a:t>ender</a:t>
            </a:r>
            <a:r>
              <a:rPr lang="pt-BR" sz="4000" dirty="0"/>
              <a:t>-&gt; </a:t>
            </a:r>
            <a:r>
              <a:rPr lang="pt-BR" sz="4000" dirty="0" err="1"/>
              <a:t>reg.chave</a:t>
            </a:r>
            <a:r>
              <a:rPr lang="pt-BR" sz="4000" dirty="0"/>
              <a:t>);</a:t>
            </a:r>
            <a:endParaRPr lang="pt-BR" dirty="0"/>
          </a:p>
          <a:p>
            <a:pPr>
              <a:buNone/>
            </a:pPr>
            <a:r>
              <a:rPr lang="pt-BR" sz="4000" dirty="0"/>
              <a:t>        </a:t>
            </a:r>
            <a:r>
              <a:rPr lang="pt-BR" sz="4000" dirty="0" err="1"/>
              <a:t>ender</a:t>
            </a:r>
            <a:r>
              <a:rPr lang="pt-BR" sz="4000" dirty="0"/>
              <a:t> = </a:t>
            </a:r>
            <a:r>
              <a:rPr lang="pt-BR" sz="4000" dirty="0" err="1"/>
              <a:t>ender</a:t>
            </a:r>
            <a:r>
              <a:rPr lang="pt-BR" sz="4000" dirty="0"/>
              <a:t>-&gt;</a:t>
            </a:r>
            <a:r>
              <a:rPr lang="pt-BR" sz="4000" dirty="0" err="1"/>
              <a:t>prox</a:t>
            </a:r>
            <a:r>
              <a:rPr lang="pt-BR" sz="4000" dirty="0"/>
              <a:t>;</a:t>
            </a:r>
            <a:endParaRPr lang="pt-BR" dirty="0"/>
          </a:p>
          <a:p>
            <a:pPr>
              <a:buNone/>
            </a:pPr>
            <a:r>
              <a:rPr lang="pt-BR" sz="4000" dirty="0"/>
              <a:t>    }</a:t>
            </a:r>
            <a:endParaRPr lang="pt-BR" dirty="0"/>
          </a:p>
          <a:p>
            <a:pPr>
              <a:buNone/>
            </a:pPr>
            <a:r>
              <a:rPr lang="pt-BR" sz="4000" dirty="0"/>
              <a:t>    </a:t>
            </a:r>
            <a:r>
              <a:rPr lang="pt-BR" sz="4000" dirty="0" err="1"/>
              <a:t>printf</a:t>
            </a:r>
            <a:r>
              <a:rPr lang="pt-BR" sz="4000" dirty="0"/>
              <a:t>("]\n");</a:t>
            </a:r>
            <a:endParaRPr lang="pt-BR" dirty="0"/>
          </a:p>
          <a:p>
            <a:pPr marL="228600" indent="-228600">
              <a:buNone/>
            </a:pPr>
            <a:r>
              <a:rPr lang="pt-BR" sz="4000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9144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pt-BR" dirty="0"/>
              <a:t>Escreva uma função para listar os elementos de uma Lista</a:t>
            </a:r>
          </a:p>
        </p:txBody>
      </p:sp>
      <p:sp>
        <p:nvSpPr>
          <p:cNvPr id="158" name="Google Shape;158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>
              <a:buNone/>
            </a:pPr>
            <a:r>
              <a:rPr lang="pt-BR" sz="4000" dirty="0" err="1"/>
              <a:t>void</a:t>
            </a:r>
            <a:r>
              <a:rPr lang="pt-BR" sz="4000" dirty="0"/>
              <a:t> listar(LISTA *l){</a:t>
            </a:r>
            <a:endParaRPr lang="pt-BR" dirty="0"/>
          </a:p>
          <a:p>
            <a:pPr>
              <a:buNone/>
            </a:pPr>
            <a:r>
              <a:rPr lang="pt-BR" sz="4000" dirty="0"/>
              <a:t>    PONT </a:t>
            </a:r>
            <a:r>
              <a:rPr lang="pt-BR" sz="4000" dirty="0" err="1"/>
              <a:t>ender</a:t>
            </a:r>
            <a:r>
              <a:rPr lang="pt-BR" sz="4000" dirty="0"/>
              <a:t> = l-&gt;</a:t>
            </a:r>
            <a:r>
              <a:rPr lang="pt-BR" sz="4000" dirty="0" err="1"/>
              <a:t>inicio</a:t>
            </a:r>
            <a:r>
              <a:rPr lang="pt-BR" sz="4000" dirty="0"/>
              <a:t>;</a:t>
            </a:r>
            <a:endParaRPr lang="pt-BR" dirty="0"/>
          </a:p>
          <a:p>
            <a:pPr>
              <a:buNone/>
            </a:pPr>
            <a:r>
              <a:rPr lang="pt-BR" sz="4000" dirty="0"/>
              <a:t>    </a:t>
            </a:r>
            <a:r>
              <a:rPr lang="pt-BR" sz="4000" dirty="0" err="1"/>
              <a:t>printf</a:t>
            </a:r>
            <a:r>
              <a:rPr lang="pt-BR" sz="4000" dirty="0"/>
              <a:t>("\</a:t>
            </a:r>
            <a:r>
              <a:rPr lang="pt-BR" sz="4000" dirty="0" err="1"/>
              <a:t>nListagem</a:t>
            </a:r>
            <a:r>
              <a:rPr lang="pt-BR" sz="4000" dirty="0"/>
              <a:t>: {");</a:t>
            </a:r>
            <a:endParaRPr lang="pt-BR" dirty="0"/>
          </a:p>
          <a:p>
            <a:pPr>
              <a:buNone/>
            </a:pPr>
            <a:r>
              <a:rPr lang="pt-BR" sz="4000" dirty="0"/>
              <a:t>    </a:t>
            </a:r>
            <a:r>
              <a:rPr lang="pt-BR" sz="4000" dirty="0" err="1"/>
              <a:t>while</a:t>
            </a:r>
            <a:r>
              <a:rPr lang="pt-BR" sz="4000" dirty="0"/>
              <a:t> (</a:t>
            </a:r>
            <a:r>
              <a:rPr lang="pt-BR" sz="4000" dirty="0" err="1"/>
              <a:t>ender</a:t>
            </a:r>
            <a:r>
              <a:rPr lang="pt-BR" sz="4000" dirty="0"/>
              <a:t> != NULL)</a:t>
            </a:r>
            <a:endParaRPr lang="pt-BR" dirty="0"/>
          </a:p>
          <a:p>
            <a:pPr>
              <a:buNone/>
            </a:pPr>
            <a:r>
              <a:rPr lang="pt-BR" sz="4000" dirty="0"/>
              <a:t>    {</a:t>
            </a:r>
            <a:endParaRPr lang="pt-BR" dirty="0"/>
          </a:p>
          <a:p>
            <a:pPr>
              <a:buNone/>
            </a:pPr>
            <a:r>
              <a:rPr lang="pt-BR" sz="4000" dirty="0"/>
              <a:t>        </a:t>
            </a:r>
            <a:r>
              <a:rPr lang="pt-BR" sz="4000" dirty="0" err="1"/>
              <a:t>printf</a:t>
            </a:r>
            <a:r>
              <a:rPr lang="pt-BR" sz="4000" dirty="0"/>
              <a:t>("%d, ", </a:t>
            </a:r>
            <a:r>
              <a:rPr lang="pt-BR" sz="4000" dirty="0" err="1"/>
              <a:t>ender</a:t>
            </a:r>
            <a:r>
              <a:rPr lang="pt-BR" sz="4000" dirty="0"/>
              <a:t>-&gt;</a:t>
            </a:r>
            <a:r>
              <a:rPr lang="pt-BR" sz="4000" dirty="0" err="1"/>
              <a:t>reg.chave</a:t>
            </a:r>
            <a:r>
              <a:rPr lang="pt-BR" sz="4000" dirty="0"/>
              <a:t>);</a:t>
            </a:r>
            <a:endParaRPr lang="pt-BR" dirty="0"/>
          </a:p>
          <a:p>
            <a:pPr>
              <a:buNone/>
            </a:pPr>
            <a:r>
              <a:rPr lang="pt-BR" sz="4000" dirty="0"/>
              <a:t>        </a:t>
            </a:r>
            <a:r>
              <a:rPr lang="pt-BR" sz="4000" dirty="0" err="1"/>
              <a:t>ender</a:t>
            </a:r>
            <a:r>
              <a:rPr lang="pt-BR" sz="4000" dirty="0"/>
              <a:t> = </a:t>
            </a:r>
            <a:r>
              <a:rPr lang="pt-BR" sz="4000" dirty="0" err="1"/>
              <a:t>ender</a:t>
            </a:r>
            <a:r>
              <a:rPr lang="pt-BR" sz="4000" dirty="0"/>
              <a:t>-&gt;</a:t>
            </a:r>
            <a:r>
              <a:rPr lang="pt-BR" sz="4000" dirty="0" err="1"/>
              <a:t>prox</a:t>
            </a:r>
            <a:r>
              <a:rPr lang="pt-BR" sz="4000" dirty="0"/>
              <a:t>;</a:t>
            </a:r>
            <a:endParaRPr lang="pt-BR" dirty="0"/>
          </a:p>
          <a:p>
            <a:pPr>
              <a:buNone/>
            </a:pPr>
            <a:r>
              <a:rPr lang="pt-BR" sz="4000" dirty="0"/>
              <a:t>    }</a:t>
            </a:r>
            <a:endParaRPr lang="pt-BR" dirty="0"/>
          </a:p>
          <a:p>
            <a:pPr>
              <a:buNone/>
            </a:pPr>
            <a:r>
              <a:rPr lang="pt-BR" sz="4000" dirty="0"/>
              <a:t>    </a:t>
            </a:r>
            <a:r>
              <a:rPr lang="pt-BR" sz="4000" dirty="0" err="1"/>
              <a:t>printf</a:t>
            </a:r>
            <a:r>
              <a:rPr lang="pt-BR" sz="4000" dirty="0"/>
              <a:t>("}\n");</a:t>
            </a:r>
            <a:endParaRPr lang="pt-BR" dirty="0"/>
          </a:p>
          <a:p>
            <a:pPr>
              <a:buNone/>
            </a:pPr>
            <a:r>
              <a:rPr lang="pt-BR" sz="4000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019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D62A6-7A43-7D96-7EB6-AE57E6D9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Escreva uma função para ordenar um vetor.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B8552E-9847-B5D7-73BB-B48D5B30B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pt-BR"/>
              <a:t>void bubbleSort(int arr[], int tamanho){</a:t>
            </a:r>
          </a:p>
          <a:p>
            <a:pPr>
              <a:buNone/>
            </a:pPr>
            <a:r>
              <a:rPr lang="pt-BR"/>
              <a:t>    int troca; </a:t>
            </a:r>
          </a:p>
          <a:p>
            <a:pPr>
              <a:buNone/>
            </a:pPr>
            <a:r>
              <a:rPr lang="pt-BR"/>
              <a:t>    for (int i = 0; i &lt; tamanho - 1; i++){</a:t>
            </a:r>
          </a:p>
          <a:p>
            <a:pPr>
              <a:buNone/>
            </a:pPr>
            <a:r>
              <a:rPr lang="pt-BR"/>
              <a:t>        for (int j = 0; j &lt; tamanho - i - 1; j++){</a:t>
            </a:r>
          </a:p>
          <a:p>
            <a:pPr>
              <a:buNone/>
            </a:pPr>
            <a:r>
              <a:rPr lang="pt-BR"/>
              <a:t>            if (arr[j] &gt; arr[j + 1]){</a:t>
            </a:r>
          </a:p>
          <a:p>
            <a:pPr>
              <a:buNone/>
            </a:pPr>
            <a:r>
              <a:rPr lang="pt-BR"/>
              <a:t>                int temp = arr[j];</a:t>
            </a:r>
          </a:p>
          <a:p>
            <a:pPr>
              <a:buNone/>
            </a:pPr>
            <a:r>
              <a:rPr lang="pt-BR"/>
              <a:t>                arr[j] = arr[j + 1];</a:t>
            </a:r>
          </a:p>
          <a:p>
            <a:pPr>
              <a:buNone/>
            </a:pPr>
            <a:r>
              <a:rPr lang="pt-BR"/>
              <a:t>                arr[j + 1] = temp;</a:t>
            </a:r>
          </a:p>
          <a:p>
            <a:pPr>
              <a:buNone/>
            </a:pPr>
            <a:r>
              <a:rPr lang="pt-BR"/>
              <a:t>                troca = 1; </a:t>
            </a:r>
          </a:p>
          <a:p>
            <a:pPr>
              <a:buNone/>
            </a:pPr>
            <a:r>
              <a:rPr lang="pt-BR"/>
              <a:t>            }}}}</a:t>
            </a:r>
          </a:p>
        </p:txBody>
      </p:sp>
    </p:spTree>
    <p:extLst>
      <p:ext uri="{BB962C8B-B14F-4D97-AF65-F5344CB8AC3E}">
        <p14:creationId xmlns:p14="http://schemas.microsoft.com/office/powerpoint/2010/main" val="21466762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Tema do Office</vt:lpstr>
      <vt:lpstr>Revisão</vt:lpstr>
      <vt:lpstr>1) Escreva uma função para inicializar uma Lista.</vt:lpstr>
      <vt:lpstr>Escreva uma função para inicializar uma Pilha.</vt:lpstr>
      <vt:lpstr>Escreva uma função para inicializar uma Fila.</vt:lpstr>
      <vt:lpstr>Escreva uma função para listar os elementos de uma Fila.</vt:lpstr>
      <vt:lpstr>Escreva uma função para listar os elementos de uma Pilha.</vt:lpstr>
      <vt:lpstr>Escreva uma função para listar os elementos de uma Lista</vt:lpstr>
      <vt:lpstr>Escreva uma função para ordenar um vetor.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Fila Estática</dc:title>
  <cp:revision>54</cp:revision>
  <dcterms:modified xsi:type="dcterms:W3CDTF">2023-11-08T21:24:06Z</dcterms:modified>
</cp:coreProperties>
</file>